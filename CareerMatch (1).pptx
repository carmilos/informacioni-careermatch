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79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1" r:id="rId16"/>
    <p:sldId id="269" r:id="rId17"/>
    <p:sldId id="271" r:id="rId18"/>
    <p:sldId id="270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41F02-2A51-4693-A70F-3C1057FBD3B2}" v="1" dt="2026-01-26T22:11:1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ica Grbusic" userId="b72662946df7eada" providerId="LiveId" clId="{A8EECED5-A18C-40B8-A936-3CB21111CA6A}"/>
    <pc:docChg chg="modSld">
      <pc:chgData name="Milica Grbusic" userId="b72662946df7eada" providerId="LiveId" clId="{A8EECED5-A18C-40B8-A936-3CB21111CA6A}" dt="2026-01-27T08:25:20.116" v="11" actId="20577"/>
      <pc:docMkLst>
        <pc:docMk/>
      </pc:docMkLst>
      <pc:sldChg chg="modSp mod">
        <pc:chgData name="Milica Grbusic" userId="b72662946df7eada" providerId="LiveId" clId="{A8EECED5-A18C-40B8-A936-3CB21111CA6A}" dt="2026-01-27T08:25:20.116" v="11" actId="20577"/>
        <pc:sldMkLst>
          <pc:docMk/>
          <pc:sldMk cId="0" sldId="269"/>
        </pc:sldMkLst>
        <pc:spChg chg="mod">
          <ac:chgData name="Milica Grbusic" userId="b72662946df7eada" providerId="LiveId" clId="{A8EECED5-A18C-40B8-A936-3CB21111CA6A}" dt="2026-01-27T08:25:20.116" v="11" actId="20577"/>
          <ac:spMkLst>
            <pc:docMk/>
            <pc:sldMk cId="0" sldId="269"/>
            <ac:spMk id="2365" creationId="{00000000-0000-0000-0000-000000000000}"/>
          </ac:spMkLst>
        </pc:spChg>
      </pc:sldChg>
      <pc:sldChg chg="modSp mod">
        <pc:chgData name="Milica Grbusic" userId="b72662946df7eada" providerId="LiveId" clId="{A8EECED5-A18C-40B8-A936-3CB21111CA6A}" dt="2026-01-27T08:16:48.549" v="8" actId="20577"/>
        <pc:sldMkLst>
          <pc:docMk/>
          <pc:sldMk cId="2496825527" sldId="271"/>
        </pc:sldMkLst>
        <pc:spChg chg="mod">
          <ac:chgData name="Milica Grbusic" userId="b72662946df7eada" providerId="LiveId" clId="{A8EECED5-A18C-40B8-A936-3CB21111CA6A}" dt="2026-01-27T08:16:48.549" v="8" actId="20577"/>
          <ac:spMkLst>
            <pc:docMk/>
            <pc:sldMk cId="2496825527" sldId="271"/>
            <ac:spMk id="3" creationId="{4F2C49AA-B5F1-F2F0-6DB9-9A8D8438FA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9;p2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47" name="Google Shape;10;p2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" name="Google Shape;11;p2"/>
            <p:cNvSpPr/>
            <p:nvPr/>
          </p:nvSpPr>
          <p:spPr>
            <a:xfrm>
              <a:off x="8428320" y="257148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" name="Google Shape;12;p2"/>
            <p:cNvSpPr/>
            <p:nvPr/>
          </p:nvSpPr>
          <p:spPr>
            <a:xfrm>
              <a:off x="8428320" y="171432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" name="Google Shape;13;p2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" name="Google Shape;15;p2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7" name="Google Shape;16;p2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" name="Google Shape;17;p2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" name="Google Shape;18;p2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" name="Google Shape;19;p2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" name="Google Shape;21;p2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" name="Google Shape;22;p2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4" name="Google Shape;23;p2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" name="Google Shape;24;p2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" name="Google Shape;25;p2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" name="Google Shape;26;p2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8" name="Google Shape;27;p2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" name="Google Shape;28;p2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" name="Google Shape;29;p2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" name="Google Shape;30;p2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2" name="Google Shape;31;p2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3" name="Google Shape;32;p2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24" name="Google Shape;33;p2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5" name="Google Shape;34;p2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26" name="Google Shape;35;p2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" name="Google Shape;36;p2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" name="Google Shape;37;p2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9" name="Google Shape;38;p2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0" name="Google Shape;39;p2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31" name="Google Shape;40;p2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" name="Google Shape;41;p2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3" name="Google Shape;42;p2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34" name="Google Shape;43;p2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6" name="Google Shape;45;p2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" name="Google Shape;46;p2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" name="Google Shape;47;p2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40" name="Google Shape;49;p2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41" name="Google Shape;50;p2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2" name="Google Shape;51;p2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3" name="Google Shape;52;p2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93880" y="1200600"/>
            <a:ext cx="6479640" cy="229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1" name="Google Shape;118;p4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1212" name="Google Shape;119;p4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13" name="Google Shape;120;p4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214" name="Google Shape;121;p4"/>
          <p:cNvGrpSpPr/>
          <p:nvPr/>
        </p:nvGrpSpPr>
        <p:grpSpPr>
          <a:xfrm>
            <a:off x="8428320" y="0"/>
            <a:ext cx="858240" cy="1714320"/>
            <a:chOff x="8428320" y="0"/>
            <a:chExt cx="858240" cy="1714320"/>
          </a:xfrm>
        </p:grpSpPr>
        <p:sp>
          <p:nvSpPr>
            <p:cNvPr id="1215" name="Google Shape;122;p4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16" name="Google Shape;123;p4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17" name="Google Shape;124;p4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218" name="Google Shape;125;p4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19" name="Google Shape;126;p4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0" name="Google Shape;127;p4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1" name="Google Shape;128;p4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2" name="Google Shape;129;p4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3" name="Google Shape;130;p4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224" name="Google Shape;131;p4"/>
          <p:cNvGrpSpPr/>
          <p:nvPr/>
        </p:nvGrpSpPr>
        <p:grpSpPr>
          <a:xfrm>
            <a:off x="8428320" y="2571840"/>
            <a:ext cx="858240" cy="2571120"/>
            <a:chOff x="8428320" y="2571840"/>
            <a:chExt cx="858240" cy="2571120"/>
          </a:xfrm>
        </p:grpSpPr>
        <p:sp>
          <p:nvSpPr>
            <p:cNvPr id="1225" name="Google Shape;132;p4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26" name="Google Shape;133;p4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27" name="Google Shape;134;p4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28" name="Google Shape;135;p4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229" name="Google Shape;136;p4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0" name="Google Shape;137;p4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1" name="Google Shape;138;p4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2" name="Google Shape;139;p4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3" name="Google Shape;140;p4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34" name="Google Shape;141;p4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235" name="Google Shape;142;p4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6" name="Google Shape;143;p4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7" name="Google Shape;144;p4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8" name="Google Shape;145;p4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239" name="Google Shape;146;p4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1240" name="Google Shape;147;p4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41" name="Google Shape;148;p4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42" name="Google Shape;149;p4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43" name="Google Shape;150;p4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244" name="Google Shape;151;p4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5" name="Google Shape;152;p4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6" name="Google Shape;153;p4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7" name="Google Shape;154;p4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8" name="Google Shape;155;p4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9" name="Google Shape;156;p4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50" name="Google Shape;157;p4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251" name="Google Shape;158;p4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2" name="Google Shape;159;p4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3" name="Google Shape;160;p4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4" name="Google Shape;161;p4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5" name="Google Shape;162;p4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6" name="Google Shape;163;p4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7" name="Google Shape;164;p4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25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2092320" y="1404720"/>
            <a:ext cx="495900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78;p11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47" name="Google Shape;479;p11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8" name="Google Shape;480;p11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" name="Google Shape;481;p11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0" name="Google Shape;482;p11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51" name="Google Shape;483;p11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" name="Google Shape;484;p11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" name="Google Shape;485;p11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" name="Google Shape;486;p11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" name="Google Shape;487;p11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" name="Google Shape;488;p11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7" name="Google Shape;489;p11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58" name="Google Shape;490;p11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9" name="Google Shape;491;p11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0" name="Google Shape;492;p11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61" name="Google Shape;493;p11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" name="Google Shape;494;p11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" name="Google Shape;495;p11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4" name="Google Shape;496;p11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5" name="Google Shape;497;p11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66" name="Google Shape;498;p11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" name="Google Shape;499;p11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" name="Google Shape;500;p11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" name="Google Shape;501;p11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" name="Google Shape;502;p11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" name="Google Shape;503;p11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2" name="Google Shape;504;p11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73" name="Google Shape;505;p11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4" name="Google Shape;506;p11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5" name="Google Shape;507;p11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6" name="Google Shape;508;p11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77" name="Google Shape;509;p11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" name="Google Shape;510;p11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" name="Google Shape;511;p11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" name="Google Shape;512;p11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" name="Google Shape;513;p11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2" name="Google Shape;514;p11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3" name="Google Shape;515;p11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84" name="Google Shape;516;p11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" name="Google Shape;517;p11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" name="Google Shape;518;p11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7" name="Google Shape;519;p11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" name="Google Shape;520;p11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" name="Google Shape;521;p11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" name="Google Shape;522;p11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91" name="Google Shape;523;p11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92" name="Google Shape;524;p11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3" name="Google Shape;525;p11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4" name="Google Shape;526;p11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95" name="Google Shape;527;p11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" name="Google Shape;528;p11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" name="Google Shape;529;p11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" name="Google Shape;530;p11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9" name="Google Shape;531;p11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00" name="Google Shape;532;p11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" name="Google Shape;533;p11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" name="Google Shape;534;p11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20000" y="1494360"/>
            <a:ext cx="770364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00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597;p14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06" name="Google Shape;598;p14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7" name="Google Shape;599;p14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8" name="Google Shape;600;p14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9" name="Google Shape;601;p14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0" name="Google Shape;602;p14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1" name="Google Shape;603;p14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2" name="Google Shape;604;p14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13" name="Google Shape;605;p14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4" name="Google Shape;606;p14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5" name="Google Shape;607;p14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" name="Google Shape;608;p14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7" name="Google Shape;609;p14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118" name="Google Shape;610;p14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" name="Google Shape;611;p14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0" name="Google Shape;612;p14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21" name="Google Shape;613;p14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" name="Google Shape;614;p14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" name="Google Shape;615;p14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" name="Google Shape;616;p14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" name="Google Shape;617;p14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6" name="Google Shape;618;p14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7" name="Google Shape;619;p14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28" name="Google Shape;620;p14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9" name="Google Shape;621;p14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" name="Google Shape;622;p14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" name="Google Shape;623;p14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2" name="Google Shape;624;p14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" name="Google Shape;625;p14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" name="Google Shape;626;p14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6" name="Google Shape;628;p14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37" name="Google Shape;629;p14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8" name="Google Shape;630;p14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9" name="Google Shape;631;p14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0" name="Google Shape;632;p14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1" name="Google Shape;633;p14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2" name="Google Shape;634;p14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43" name="Google Shape;635;p14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4" name="Google Shape;636;p14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" name="Google Shape;637;p14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" name="Google Shape;638;p14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" name="Google Shape;639;p14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" name="Google Shape;640;p14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9" name="Google Shape;641;p14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50" name="Google Shape;642;p14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" name="Google Shape;643;p14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" name="Google Shape;644;p14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" name="Google Shape;645;p14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" name="Google Shape;646;p14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5" name="Google Shape;647;p14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6" name="Google Shape;648;p14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57" name="Google Shape;649;p14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" name="Google Shape;650;p14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" name="Google Shape;651;p14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" name="Google Shape;652;p14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" name="Google Shape;653;p14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62" name="Google Shape;654;p14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3" name="Google Shape;655;p14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64" name="Google Shape;656;p14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" name="Google Shape;657;p14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" name="Google Shape;658;p14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660;p15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169" name="Google Shape;661;p15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0" name="Google Shape;662;p15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1" name="Google Shape;663;p15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2" name="Google Shape;664;p15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73" name="Google Shape;665;p15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" name="Google Shape;666;p15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" name="Google Shape;667;p15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6" name="Google Shape;668;p15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" name="Google Shape;669;p15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" name="Google Shape;670;p15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9" name="Google Shape;671;p15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80" name="Google Shape;672;p15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" name="Google Shape;673;p15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" name="Google Shape;674;p15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" name="Google Shape;675;p15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" name="Google Shape;676;p15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" name="Google Shape;677;p15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86" name="Google Shape;678;p15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187" name="Google Shape;679;p15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8" name="Google Shape;680;p15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9" name="Google Shape;681;p15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90" name="Google Shape;682;p15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" name="Google Shape;683;p15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" name="Google Shape;684;p15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" name="Google Shape;685;p15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4" name="Google Shape;686;p15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95" name="Google Shape;687;p15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6" name="Google Shape;688;p15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" name="Google Shape;689;p15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98" name="Google Shape;690;p15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199" name="Google Shape;691;p15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0" name="Google Shape;692;p15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1" name="Google Shape;693;p15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2" name="Google Shape;694;p15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203" name="Google Shape;695;p15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" name="Google Shape;696;p15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" name="Google Shape;697;p15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6" name="Google Shape;698;p15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" name="Google Shape;699;p15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" name="Google Shape;700;p15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9" name="Google Shape;701;p15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210" name="Google Shape;702;p15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1" name="Google Shape;703;p15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2" name="Google Shape;704;p15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3" name="Google Shape;705;p15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4" name="Google Shape;706;p15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5" name="Google Shape;707;p15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6" name="Google Shape;708;p15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17" name="Google Shape;709;p15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218" name="Google Shape;710;p15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9" name="Google Shape;711;p15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636200" y="3340800"/>
            <a:ext cx="58716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21" name="Google Shape;714;p15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222" name="Google Shape;715;p15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3" name="Google Shape;716;p15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24" name="Google Shape;717;p15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225" name="Google Shape;718;p15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26" name="Google Shape;719;p15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27" name="Google Shape;720;p15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28" name="Google Shape;721;p15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29" name="Google Shape;722;p15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30" name="Google Shape;723;p15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725;p16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233" name="Google Shape;726;p1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" name="Google Shape;727;p1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5" name="Google Shape;728;p16"/>
          <p:cNvGrpSpPr/>
          <p:nvPr/>
        </p:nvGrpSpPr>
        <p:grpSpPr>
          <a:xfrm>
            <a:off x="8428320" y="0"/>
            <a:ext cx="858240" cy="1714320"/>
            <a:chOff x="8428320" y="0"/>
            <a:chExt cx="858240" cy="1714320"/>
          </a:xfrm>
        </p:grpSpPr>
        <p:sp>
          <p:nvSpPr>
            <p:cNvPr id="236" name="Google Shape;729;p1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7" name="Google Shape;730;p1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38" name="Google Shape;731;p16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239" name="Google Shape;732;p16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0" name="Google Shape;733;p16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1" name="Google Shape;734;p16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2" name="Google Shape;735;p16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3" name="Google Shape;736;p16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4" name="Google Shape;737;p16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45" name="Google Shape;738;p1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246" name="Google Shape;739;p1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7" name="Google Shape;740;p1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8" name="Google Shape;741;p1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49" name="Google Shape;742;p1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50" name="Google Shape;743;p1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51" name="Google Shape;744;p1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52" name="Google Shape;745;p16"/>
          <p:cNvGrpSpPr/>
          <p:nvPr/>
        </p:nvGrpSpPr>
        <p:grpSpPr>
          <a:xfrm>
            <a:off x="8428320" y="2571840"/>
            <a:ext cx="858240" cy="2571120"/>
            <a:chOff x="8428320" y="2571840"/>
            <a:chExt cx="858240" cy="2571120"/>
          </a:xfrm>
        </p:grpSpPr>
        <p:sp>
          <p:nvSpPr>
            <p:cNvPr id="253" name="Google Shape;746;p1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4" name="Google Shape;747;p1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5" name="Google Shape;748;p1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56" name="Google Shape;749;p1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257" name="Google Shape;750;p1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58" name="Google Shape;751;p1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59" name="Google Shape;752;p1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0" name="Google Shape;753;p1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1" name="Google Shape;754;p1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62" name="Google Shape;755;p16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263" name="Google Shape;756;p16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4" name="Google Shape;757;p16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5" name="Google Shape;758;p16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6" name="Google Shape;759;p16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67" name="Google Shape;760;p16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268" name="Google Shape;761;p1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69" name="Google Shape;762;p1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70" name="Google Shape;763;p1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71" name="Google Shape;764;p1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272" name="Google Shape;765;p1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3" name="Google Shape;766;p1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4" name="Google Shape;767;p1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5" name="Google Shape;768;p1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6" name="Google Shape;769;p1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7" name="Google Shape;770;p1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78" name="Google Shape;771;p16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279" name="Google Shape;772;p16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0" name="Google Shape;773;p16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1" name="Google Shape;774;p16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2" name="Google Shape;775;p16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3" name="Google Shape;776;p16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4" name="Google Shape;777;p16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5" name="Google Shape;778;p16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683000" y="1371240"/>
            <a:ext cx="577764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10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782;p17"/>
          <p:cNvGrpSpPr/>
          <p:nvPr/>
        </p:nvGrpSpPr>
        <p:grpSpPr>
          <a:xfrm>
            <a:off x="-142920" y="0"/>
            <a:ext cx="858240" cy="856800"/>
            <a:chOff x="-142920" y="0"/>
            <a:chExt cx="858240" cy="856800"/>
          </a:xfrm>
        </p:grpSpPr>
        <p:sp>
          <p:nvSpPr>
            <p:cNvPr id="289" name="Google Shape;783;p17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90" name="Google Shape;784;p17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291" name="Google Shape;785;p17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92" name="Google Shape;786;p17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93" name="Google Shape;787;p17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94" name="Google Shape;788;p17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95" name="Google Shape;789;p17"/>
          <p:cNvGrpSpPr/>
          <p:nvPr/>
        </p:nvGrpSpPr>
        <p:grpSpPr>
          <a:xfrm>
            <a:off x="8428320" y="0"/>
            <a:ext cx="858240" cy="856800"/>
            <a:chOff x="8428320" y="0"/>
            <a:chExt cx="858240" cy="856800"/>
          </a:xfrm>
        </p:grpSpPr>
        <p:sp>
          <p:nvSpPr>
            <p:cNvPr id="296" name="Google Shape;790;p17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97" name="Google Shape;791;p17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298" name="Google Shape;792;p17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99" name="Google Shape;793;p17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0" name="Google Shape;794;p17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1" name="Google Shape;795;p17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2" name="Google Shape;796;p17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3" name="Google Shape;797;p17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04" name="Google Shape;798;p17"/>
          <p:cNvGrpSpPr/>
          <p:nvPr/>
        </p:nvGrpSpPr>
        <p:grpSpPr>
          <a:xfrm>
            <a:off x="-142920" y="4286160"/>
            <a:ext cx="858240" cy="856800"/>
            <a:chOff x="-142920" y="4286160"/>
            <a:chExt cx="858240" cy="856800"/>
          </a:xfrm>
        </p:grpSpPr>
        <p:sp>
          <p:nvSpPr>
            <p:cNvPr id="305" name="Google Shape;799;p17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06" name="Google Shape;800;p17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307" name="Google Shape;801;p17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8" name="Google Shape;802;p17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9" name="Google Shape;803;p17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0" name="Google Shape;804;p17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1" name="Google Shape;805;p17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2" name="Google Shape;806;p17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3" name="Google Shape;807;p17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14" name="Google Shape;808;p17"/>
          <p:cNvGrpSpPr/>
          <p:nvPr/>
        </p:nvGrpSpPr>
        <p:grpSpPr>
          <a:xfrm>
            <a:off x="8428320" y="4286160"/>
            <a:ext cx="858240" cy="856800"/>
            <a:chOff x="8428320" y="4286160"/>
            <a:chExt cx="858240" cy="856800"/>
          </a:xfrm>
        </p:grpSpPr>
        <p:sp>
          <p:nvSpPr>
            <p:cNvPr id="315" name="Google Shape;809;p17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16" name="Google Shape;810;p17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317" name="Google Shape;811;p17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8" name="Google Shape;812;p17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9" name="Google Shape;813;p17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720000" y="1417320"/>
            <a:ext cx="2789640" cy="126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817;p18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323" name="Google Shape;818;p18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4" name="Google Shape;819;p18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5" name="Google Shape;820;p18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6" name="Google Shape;821;p18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7" name="Google Shape;822;p18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8" name="Google Shape;823;p18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29" name="Google Shape;824;p18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330" name="Google Shape;825;p18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1" name="Google Shape;826;p18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2" name="Google Shape;827;p18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3" name="Google Shape;828;p18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4" name="Google Shape;829;p18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5" name="Google Shape;830;p18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36" name="Google Shape;831;p18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337" name="Google Shape;832;p18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8" name="Google Shape;833;p18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9" name="Google Shape;834;p18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0" name="Google Shape;835;p18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1" name="Google Shape;836;p18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2" name="Google Shape;837;p18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43" name="Google Shape;838;p18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344" name="Google Shape;839;p18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5" name="Google Shape;840;p18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6" name="Google Shape;841;p18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7" name="Google Shape;842;p18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8" name="Google Shape;843;p18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9" name="Google Shape;844;p18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50" name="Google Shape;845;p18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351" name="Google Shape;846;p18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2" name="Google Shape;847;p18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3" name="Google Shape;848;p18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4" name="Google Shape;849;p18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5" name="Google Shape;850;p18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56" name="Google Shape;851;p18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357" name="Google Shape;852;p18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58" name="Google Shape;853;p18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59" name="Google Shape;854;p18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60" name="Google Shape;855;p18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61" name="Google Shape;856;p18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62" name="Google Shape;857;p18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63" name="Google Shape;858;p18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364" name="Google Shape;859;p18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65" name="Google Shape;860;p18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66" name="Google Shape;861;p18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67" name="Google Shape;862;p18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68" name="Google Shape;863;p18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369" name="Google Shape;864;p18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0" name="Google Shape;865;p18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71" name="Google Shape;866;p18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372" name="Google Shape;867;p18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3" name="Google Shape;868;p18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4" name="Google Shape;869;p18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5" name="Google Shape;870;p18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6" name="Google Shape;871;p18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7" name="Google Shape;872;p18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78" name="Google Shape;873;p18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379" name="Google Shape;874;p18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0" name="Google Shape;875;p18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1" name="Google Shape;876;p18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2" name="Google Shape;877;p18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3" name="Google Shape;878;p18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4" name="Google Shape;879;p18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85" name="Google Shape;880;p18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4406400" y="1686600"/>
            <a:ext cx="2969640" cy="72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884;p19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389" name="Google Shape;885;p19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0" name="Google Shape;886;p19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1" name="Google Shape;887;p19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2" name="Google Shape;888;p19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3" name="Google Shape;889;p19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4" name="Google Shape;890;p19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95" name="Google Shape;891;p19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396" name="Google Shape;892;p19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97" name="Google Shape;893;p19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98" name="Google Shape;894;p19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99" name="Google Shape;895;p19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0" name="Google Shape;896;p19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1" name="Google Shape;897;p19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02" name="Google Shape;898;p19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403" name="Google Shape;899;p19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4" name="Google Shape;900;p19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5" name="Google Shape;901;p19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6" name="Google Shape;902;p19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7" name="Google Shape;903;p19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8" name="Google Shape;904;p19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9" name="Google Shape;905;p19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10" name="Google Shape;906;p19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411" name="Google Shape;907;p19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2" name="Google Shape;908;p19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3" name="Google Shape;909;p19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4" name="Google Shape;910;p19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5" name="Google Shape;911;p19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6" name="Google Shape;912;p19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17" name="Google Shape;913;p19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418" name="Google Shape;914;p19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19" name="Google Shape;915;p19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20" name="Google Shape;916;p19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21" name="Google Shape;917;p19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22" name="Google Shape;918;p19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23" name="Google Shape;919;p19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24" name="Google Shape;920;p19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425" name="Google Shape;921;p19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426" name="Google Shape;922;p19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27" name="Google Shape;923;p19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28" name="Google Shape;924;p19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29" name="Google Shape;925;p19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30" name="Google Shape;926;p19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31" name="Google Shape;927;p19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32" name="Google Shape;928;p19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433" name="Google Shape;929;p19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4" name="Google Shape;930;p19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5" name="Google Shape;931;p19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6" name="Google Shape;932;p19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7" name="Google Shape;933;p19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8" name="Google Shape;934;p19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39" name="Google Shape;935;p19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440" name="Google Shape;936;p19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1" name="Google Shape;937;p19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2" name="Google Shape;938;p19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3" name="Google Shape;939;p19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4" name="Google Shape;940;p19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5" name="Google Shape;941;p19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46" name="Google Shape;942;p19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447" name="Google Shape;943;p19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8" name="Google Shape;944;p19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9" name="Google Shape;945;p19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0" name="Google Shape;946;p19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1" name="Google Shape;947;p19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2" name="Google Shape;948;p19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53" name="Google Shape;949;p19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454" name="Google Shape;950;p19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5" name="Google Shape;951;p19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6" name="Google Shape;952;p19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578240" y="1686600"/>
            <a:ext cx="2886840" cy="72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956;p20"/>
          <p:cNvGrpSpPr/>
          <p:nvPr/>
        </p:nvGrpSpPr>
        <p:grpSpPr>
          <a:xfrm>
            <a:off x="8428320" y="0"/>
            <a:ext cx="858240" cy="1713960"/>
            <a:chOff x="8428320" y="0"/>
            <a:chExt cx="858240" cy="1713960"/>
          </a:xfrm>
        </p:grpSpPr>
        <p:sp>
          <p:nvSpPr>
            <p:cNvPr id="460" name="Google Shape;957;p20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61" name="Google Shape;958;p20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462" name="Google Shape;959;p20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463" name="Google Shape;960;p20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64" name="Google Shape;961;p20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65" name="Google Shape;962;p20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466" name="Google Shape;963;p20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67" name="Google Shape;964;p20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68" name="Google Shape;965;p20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69" name="Google Shape;966;p20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70" name="Google Shape;967;p20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71" name="Google Shape;968;p20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472" name="Google Shape;969;p20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473" name="Google Shape;970;p20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74" name="Google Shape;971;p20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75" name="Google Shape;972;p20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76" name="Google Shape;973;p20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477" name="Google Shape;974;p20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78" name="Google Shape;975;p20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79" name="Google Shape;976;p20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480" name="Google Shape;977;p20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1" name="Google Shape;978;p20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2" name="Google Shape;979;p20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3" name="Google Shape;980;p20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4" name="Google Shape;981;p20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5" name="Google Shape;982;p20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720000" y="1216800"/>
            <a:ext cx="3851640" cy="15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986;p21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489" name="Google Shape;987;p21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0" name="Google Shape;988;p21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1" name="Google Shape;989;p21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2" name="Google Shape;990;p21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3" name="Google Shape;991;p21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4" name="Google Shape;992;p21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95" name="Google Shape;993;p21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496" name="Google Shape;994;p21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7" name="Google Shape;995;p21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8" name="Google Shape;996;p21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9" name="Google Shape;997;p21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00" name="Google Shape;998;p21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501" name="Google Shape;999;p21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2" name="Google Shape;1000;p21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03" name="Google Shape;1001;p21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504" name="Google Shape;1002;p21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5" name="Google Shape;1003;p21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6" name="Google Shape;1004;p21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7" name="Google Shape;1005;p21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8" name="Google Shape;1006;p21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9" name="Google Shape;1007;p21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10" name="Google Shape;1008;p21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511" name="Google Shape;1009;p21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2" name="Google Shape;1010;p21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3" name="Google Shape;1011;p21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4" name="Google Shape;1012;p21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5" name="Google Shape;1013;p21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6" name="Google Shape;1014;p21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7" name="Google Shape;1015;p21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18" name="Google Shape;1016;p21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519" name="Google Shape;1017;p21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20" name="Google Shape;1018;p21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21" name="Google Shape;1019;p21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22" name="Google Shape;1020;p21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23" name="Google Shape;1021;p21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24" name="Google Shape;1022;p21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25" name="Google Shape;1023;p21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526" name="Google Shape;1024;p21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7" name="Google Shape;1025;p21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8" name="Google Shape;1026;p21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9" name="Google Shape;1027;p21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0" name="Google Shape;1028;p21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1" name="Google Shape;1029;p21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32" name="Google Shape;1030;p21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533" name="Google Shape;1031;p21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4" name="Google Shape;1032;p21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5" name="Google Shape;1033;p21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6" name="Google Shape;1034;p21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7" name="Google Shape;1035;p21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8" name="Google Shape;1036;p21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39" name="Google Shape;1037;p21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540" name="Google Shape;1038;p21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1" name="Google Shape;1039;p21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2" name="Google Shape;1040;p21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3" name="Google Shape;1041;p21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4" name="Google Shape;1042;p21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45" name="Google Shape;1043;p21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546" name="Google Shape;1044;p21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7" name="Google Shape;1045;p21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48" name="Google Shape;1046;p21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1123920" y="1661040"/>
            <a:ext cx="3239640" cy="233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1" name="PlaceHolder 3"/>
          <p:cNvSpPr>
            <a:spLocks noGrp="1"/>
          </p:cNvSpPr>
          <p:nvPr>
            <p:ph type="body"/>
          </p:nvPr>
        </p:nvSpPr>
        <p:spPr>
          <a:xfrm>
            <a:off x="4773960" y="1661040"/>
            <a:ext cx="3239640" cy="233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6;p3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553" name="Google Shape;57;p3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54" name="Google Shape;58;p3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55" name="Google Shape;59;p3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56" name="Google Shape;60;p3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557" name="Google Shape;61;p3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8" name="Google Shape;62;p3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9" name="Google Shape;63;p3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0" name="Google Shape;64;p3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61" name="Google Shape;65;p3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562" name="Google Shape;66;p3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3" name="Google Shape;67;p3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4" name="Google Shape;68;p3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5" name="Google Shape;69;p3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6" name="Google Shape;70;p3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7" name="Google Shape;71;p3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68" name="Google Shape;72;p3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569" name="Google Shape;73;p3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0" name="Google Shape;74;p3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1" name="Google Shape;75;p3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2" name="Google Shape;76;p3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3" name="Google Shape;77;p3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4" name="Google Shape;78;p3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5" name="Google Shape;79;p3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76" name="Google Shape;80;p3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577" name="Google Shape;81;p3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8" name="Google Shape;82;p3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9" name="Google Shape;83;p3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80" name="Google Shape;84;p3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581" name="Google Shape;85;p3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2" name="Google Shape;86;p3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3" name="Google Shape;87;p3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4" name="Google Shape;88;p3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5" name="Google Shape;89;p3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6" name="Google Shape;90;p3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87" name="Google Shape;91;p3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588" name="Google Shape;92;p3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89" name="Google Shape;93;p3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0" name="Google Shape;94;p3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1" name="Google Shape;95;p3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2" name="Google Shape;96;p3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3" name="Google Shape;97;p3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94" name="Google Shape;98;p3"/>
          <p:cNvGrpSpPr/>
          <p:nvPr/>
        </p:nvGrpSpPr>
        <p:grpSpPr>
          <a:xfrm>
            <a:off x="-142920" y="4286160"/>
            <a:ext cx="858240" cy="856800"/>
            <a:chOff x="-142920" y="4286160"/>
            <a:chExt cx="858240" cy="856800"/>
          </a:xfrm>
        </p:grpSpPr>
        <p:sp>
          <p:nvSpPr>
            <p:cNvPr id="595" name="Google Shape;99;p3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96" name="Google Shape;100;p3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597" name="Google Shape;101;p3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8" name="Google Shape;102;p3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99" name="Google Shape;103;p3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0" name="Google Shape;104;p3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1" name="Google Shape;105;p3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2" name="Google Shape;106;p3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3" name="Google Shape;107;p3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04" name="Google Shape;108;p3"/>
          <p:cNvGrpSpPr/>
          <p:nvPr/>
        </p:nvGrpSpPr>
        <p:grpSpPr>
          <a:xfrm>
            <a:off x="8428320" y="4286160"/>
            <a:ext cx="858240" cy="856800"/>
            <a:chOff x="8428320" y="4286160"/>
            <a:chExt cx="858240" cy="856800"/>
          </a:xfrm>
        </p:grpSpPr>
        <p:sp>
          <p:nvSpPr>
            <p:cNvPr id="605" name="Google Shape;109;p3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06" name="Google Shape;110;p3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607" name="Google Shape;111;p3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8" name="Google Shape;112;p3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9" name="Google Shape;113;p3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720000" y="2367720"/>
            <a:ext cx="770364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1" name="PlaceHolder 2"/>
          <p:cNvSpPr>
            <a:spLocks noGrp="1"/>
          </p:cNvSpPr>
          <p:nvPr>
            <p:ph type="title"/>
          </p:nvPr>
        </p:nvSpPr>
        <p:spPr>
          <a:xfrm>
            <a:off x="4068000" y="1359720"/>
            <a:ext cx="1007640" cy="1007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52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720000" y="1216800"/>
            <a:ext cx="3851640" cy="157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5" name="PlaceHolder 3"/>
          <p:cNvSpPr>
            <a:spLocks noGrp="1"/>
          </p:cNvSpPr>
          <p:nvPr>
            <p:ph type="body"/>
          </p:nvPr>
        </p:nvSpPr>
        <p:spPr>
          <a:xfrm>
            <a:off x="4572000" y="1216800"/>
            <a:ext cx="3851640" cy="157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616" name="Google Shape;1054;p22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617" name="Google Shape;1055;p22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18" name="Google Shape;1056;p22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19" name="Google Shape;1057;p22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620" name="Google Shape;1058;p22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1" name="Google Shape;1059;p22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2" name="Google Shape;1060;p22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3" name="Google Shape;1061;p22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24" name="Google Shape;1062;p22"/>
          <p:cNvGrpSpPr/>
          <p:nvPr/>
        </p:nvGrpSpPr>
        <p:grpSpPr>
          <a:xfrm>
            <a:off x="8428320" y="0"/>
            <a:ext cx="858240" cy="1714320"/>
            <a:chOff x="8428320" y="0"/>
            <a:chExt cx="858240" cy="1714320"/>
          </a:xfrm>
        </p:grpSpPr>
        <p:sp>
          <p:nvSpPr>
            <p:cNvPr id="625" name="Google Shape;1063;p22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26" name="Google Shape;1064;p22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27" name="Google Shape;1065;p22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628" name="Google Shape;1066;p22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9" name="Google Shape;1067;p22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0" name="Google Shape;1068;p22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1" name="Google Shape;1069;p22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2" name="Google Shape;1070;p22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3" name="Google Shape;1071;p22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34" name="Google Shape;1072;p22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635" name="Google Shape;1073;p22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6" name="Google Shape;1074;p22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7" name="Google Shape;1075;p22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8" name="Google Shape;1076;p22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9" name="Google Shape;1077;p22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40" name="Google Shape;1078;p22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41" name="Google Shape;1079;p22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642" name="Google Shape;1080;p22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43" name="Google Shape;1081;p22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44" name="Google Shape;1082;p22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45" name="Google Shape;1083;p22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646" name="Google Shape;1084;p22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47" name="Google Shape;1085;p22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48" name="Google Shape;1086;p22"/>
          <p:cNvGrpSpPr/>
          <p:nvPr/>
        </p:nvGrpSpPr>
        <p:grpSpPr>
          <a:xfrm>
            <a:off x="8428320" y="2571840"/>
            <a:ext cx="858240" cy="2571120"/>
            <a:chOff x="8428320" y="2571840"/>
            <a:chExt cx="858240" cy="2571120"/>
          </a:xfrm>
        </p:grpSpPr>
        <p:sp>
          <p:nvSpPr>
            <p:cNvPr id="649" name="Google Shape;1087;p22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50" name="Google Shape;1088;p22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51" name="Google Shape;1089;p22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52" name="Google Shape;1090;p22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653" name="Google Shape;1091;p22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4" name="Google Shape;1092;p22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5" name="Google Shape;1093;p22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6" name="Google Shape;1094;p22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57" name="Google Shape;1095;p22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658" name="Google Shape;1096;p22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9" name="Google Shape;1097;p22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60" name="Google Shape;1098;p22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1100;p23"/>
          <p:cNvSpPr/>
          <p:nvPr/>
        </p:nvSpPr>
        <p:spPr>
          <a:xfrm>
            <a:off x="-142920" y="4286160"/>
            <a:ext cx="858240" cy="8568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DB8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662" name="Google Shape;1101;p23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663" name="Google Shape;1102;p23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64" name="Google Shape;1103;p23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65" name="Google Shape;1104;p23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66" name="Google Shape;1105;p23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667" name="Google Shape;1106;p23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68" name="Google Shape;1107;p23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69" name="Google Shape;1108;p23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0" name="Google Shape;1109;p23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71" name="Google Shape;1110;p23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672" name="Google Shape;1111;p23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3" name="Google Shape;1112;p23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4" name="Google Shape;1113;p23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5" name="Google Shape;1114;p23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6" name="Google Shape;1115;p23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7" name="Google Shape;1116;p23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78" name="Google Shape;1117;p23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679" name="Google Shape;1118;p23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0" name="Google Shape;1119;p23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1" name="Google Shape;1120;p23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2" name="Google Shape;1121;p23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3" name="Google Shape;1122;p23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4" name="Google Shape;1123;p23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85" name="Google Shape;1124;p23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86" name="Google Shape;1125;p23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687" name="Google Shape;1126;p23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88" name="Google Shape;1127;p23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89" name="Google Shape;1128;p23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690" name="Google Shape;1129;p23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691" name="Google Shape;1130;p23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2" name="Google Shape;1131;p23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3" name="Google Shape;1132;p23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4" name="Google Shape;1133;p23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5" name="Google Shape;1134;p23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6" name="Google Shape;1135;p23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97" name="Google Shape;1136;p23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698" name="Google Shape;1137;p23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9" name="Google Shape;1138;p23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0" name="Google Shape;1139;p23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1" name="Google Shape;1140;p23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2" name="Google Shape;1141;p23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3" name="Google Shape;1142;p23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04" name="Google Shape;1143;p23"/>
          <p:cNvGrpSpPr/>
          <p:nvPr/>
        </p:nvGrpSpPr>
        <p:grpSpPr>
          <a:xfrm>
            <a:off x="8428320" y="4286160"/>
            <a:ext cx="858240" cy="856800"/>
            <a:chOff x="8428320" y="4286160"/>
            <a:chExt cx="858240" cy="856800"/>
          </a:xfrm>
        </p:grpSpPr>
        <p:sp>
          <p:nvSpPr>
            <p:cNvPr id="705" name="Google Shape;1144;p23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06" name="Google Shape;1145;p23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707" name="Google Shape;1146;p23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8" name="Google Shape;1147;p23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9" name="Google Shape;1148;p23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1415880" y="3074400"/>
            <a:ext cx="2807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1" name="PlaceHolder 2"/>
          <p:cNvSpPr>
            <a:spLocks noGrp="1"/>
          </p:cNvSpPr>
          <p:nvPr>
            <p:ph type="title"/>
          </p:nvPr>
        </p:nvSpPr>
        <p:spPr>
          <a:xfrm>
            <a:off x="4920120" y="3074400"/>
            <a:ext cx="2807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2" name="PlaceHolder 3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1155;p24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715" name="Google Shape;1156;p24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16" name="Google Shape;1157;p24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17" name="Google Shape;1158;p24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718" name="Google Shape;1159;p24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9" name="Google Shape;1160;p24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20" name="Google Shape;1161;p24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21" name="Google Shape;1162;p24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22" name="Google Shape;1163;p24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23" name="Google Shape;1164;p24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24" name="Google Shape;1165;p24"/>
          <p:cNvGrpSpPr/>
          <p:nvPr/>
        </p:nvGrpSpPr>
        <p:grpSpPr>
          <a:xfrm>
            <a:off x="8428320" y="0"/>
            <a:ext cx="858240" cy="1714320"/>
            <a:chOff x="8428320" y="0"/>
            <a:chExt cx="858240" cy="1714320"/>
          </a:xfrm>
        </p:grpSpPr>
        <p:sp>
          <p:nvSpPr>
            <p:cNvPr id="725" name="Google Shape;1166;p24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26" name="Google Shape;1167;p24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27" name="Google Shape;1168;p24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728" name="Google Shape;1169;p24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29" name="Google Shape;1170;p24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0" name="Google Shape;1171;p24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1" name="Google Shape;1172;p24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2" name="Google Shape;1173;p24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3" name="Google Shape;1174;p24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34" name="Google Shape;1175;p24"/>
          <p:cNvGrpSpPr/>
          <p:nvPr/>
        </p:nvGrpSpPr>
        <p:grpSpPr>
          <a:xfrm>
            <a:off x="-142920" y="4286160"/>
            <a:ext cx="858240" cy="856800"/>
            <a:chOff x="-142920" y="4286160"/>
            <a:chExt cx="858240" cy="856800"/>
          </a:xfrm>
        </p:grpSpPr>
        <p:sp>
          <p:nvSpPr>
            <p:cNvPr id="735" name="Google Shape;1176;p24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36" name="Google Shape;1177;p24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737" name="Google Shape;1178;p24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8" name="Google Shape;1179;p24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9" name="Google Shape;1180;p24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0" name="Google Shape;1181;p24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1" name="Google Shape;1182;p24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2" name="Google Shape;1183;p24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3" name="Google Shape;1184;p24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44" name="Google Shape;1185;p24"/>
          <p:cNvGrpSpPr/>
          <p:nvPr/>
        </p:nvGrpSpPr>
        <p:grpSpPr>
          <a:xfrm>
            <a:off x="8428320" y="4286160"/>
            <a:ext cx="858240" cy="856800"/>
            <a:chOff x="8428320" y="4286160"/>
            <a:chExt cx="858240" cy="856800"/>
          </a:xfrm>
        </p:grpSpPr>
        <p:sp>
          <p:nvSpPr>
            <p:cNvPr id="745" name="Google Shape;1186;p24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46" name="Google Shape;1187;p24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747" name="Google Shape;1188;p24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8" name="Google Shape;1189;p24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9" name="Google Shape;1190;p24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720000" y="2680920"/>
            <a:ext cx="233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1" name="PlaceHolder 2"/>
          <p:cNvSpPr>
            <a:spLocks noGrp="1"/>
          </p:cNvSpPr>
          <p:nvPr>
            <p:ph type="title"/>
          </p:nvPr>
        </p:nvSpPr>
        <p:spPr>
          <a:xfrm>
            <a:off x="6084000" y="2680920"/>
            <a:ext cx="233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2" name="PlaceHolder 3"/>
          <p:cNvSpPr>
            <a:spLocks noGrp="1"/>
          </p:cNvSpPr>
          <p:nvPr>
            <p:ph type="title"/>
          </p:nvPr>
        </p:nvSpPr>
        <p:spPr>
          <a:xfrm>
            <a:off x="3402000" y="2680920"/>
            <a:ext cx="233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3" name="PlaceHolder 4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oogle Shape;1199;p25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756" name="Google Shape;1200;p25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57" name="Google Shape;1201;p25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58" name="Google Shape;1202;p25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59" name="Google Shape;1203;p25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760" name="Google Shape;1204;p25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61" name="Google Shape;1205;p25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62" name="Google Shape;1206;p25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63" name="Google Shape;1207;p25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64" name="Google Shape;1208;p25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65" name="Google Shape;1209;p25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66" name="Google Shape;1210;p25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767" name="Google Shape;1211;p25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68" name="Google Shape;1212;p25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69" name="Google Shape;1213;p25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70" name="Google Shape;1214;p25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771" name="Google Shape;1215;p25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2" name="Google Shape;1216;p25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3" name="Google Shape;1217;p25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4" name="Google Shape;1218;p25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5" name="Google Shape;1219;p25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6" name="Google Shape;1220;p25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77" name="Google Shape;1221;p25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778" name="Google Shape;1222;p25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79" name="Google Shape;1223;p25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0" name="Google Shape;1224;p25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1" name="Google Shape;1225;p25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2" name="Google Shape;1226;p25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3" name="Google Shape;1227;p25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84" name="Google Shape;1228;p25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785" name="Google Shape;1229;p25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6" name="Google Shape;1230;p25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7" name="Google Shape;1231;p25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8" name="Google Shape;1232;p25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9" name="Google Shape;1233;p25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0" name="Google Shape;1234;p25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91" name="Google Shape;1235;p25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792" name="Google Shape;1236;p25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93" name="Google Shape;1237;p25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94" name="Google Shape;1238;p25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795" name="Google Shape;1239;p25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6" name="Google Shape;1240;p25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7" name="Google Shape;1241;p25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8" name="Google Shape;1242;p25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99" name="Google Shape;1243;p25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800" name="Google Shape;1244;p25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01" name="Google Shape;1245;p25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02" name="Google Shape;1246;p25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803" name="Google Shape;1247;p25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4" name="Google Shape;1248;p25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5" name="Google Shape;1249;p25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6" name="Google Shape;1250;p25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7" name="Google Shape;1251;p25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8" name="Google Shape;1252;p25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09" name="Google Shape;1253;p25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810" name="Google Shape;1254;p25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1" name="Google Shape;1255;p25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2" name="Google Shape;1256;p25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3" name="Google Shape;1257;p25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4" name="Google Shape;1258;p25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5" name="Google Shape;1259;p25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6" name="Google Shape;1260;p25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1791720" y="18604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8" name="PlaceHolder 2"/>
          <p:cNvSpPr>
            <a:spLocks noGrp="1"/>
          </p:cNvSpPr>
          <p:nvPr>
            <p:ph type="title"/>
          </p:nvPr>
        </p:nvSpPr>
        <p:spPr>
          <a:xfrm>
            <a:off x="5109480" y="18604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9" name="PlaceHolder 3"/>
          <p:cNvSpPr>
            <a:spLocks noGrp="1"/>
          </p:cNvSpPr>
          <p:nvPr>
            <p:ph type="title"/>
          </p:nvPr>
        </p:nvSpPr>
        <p:spPr>
          <a:xfrm>
            <a:off x="1791720" y="36172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0" name="PlaceHolder 4"/>
          <p:cNvSpPr>
            <a:spLocks noGrp="1"/>
          </p:cNvSpPr>
          <p:nvPr>
            <p:ph type="title"/>
          </p:nvPr>
        </p:nvSpPr>
        <p:spPr>
          <a:xfrm>
            <a:off x="5109480" y="36172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1" name="PlaceHolder 5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2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" name="Google Shape;1271;p26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824" name="Google Shape;1272;p2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25" name="Google Shape;1273;p2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26" name="Google Shape;1274;p2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27" name="Google Shape;1275;p2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828" name="Google Shape;1276;p2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29" name="Google Shape;1277;p2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0" name="Google Shape;1278;p2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1" name="Google Shape;1279;p2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2" name="Google Shape;1280;p2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3" name="Google Shape;1281;p2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34" name="Google Shape;1282;p26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835" name="Google Shape;1283;p26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6" name="Google Shape;1284;p26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7" name="Google Shape;1285;p26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8" name="Google Shape;1286;p26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9" name="Google Shape;1287;p26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0" name="Google Shape;1288;p26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1" name="Google Shape;1289;p26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42" name="Google Shape;1290;p26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843" name="Google Shape;1291;p2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44" name="Google Shape;1292;p2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45" name="Google Shape;1293;p2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46" name="Google Shape;1294;p2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847" name="Google Shape;1295;p2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8" name="Google Shape;1296;p2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9" name="Google Shape;1297;p2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0" name="Google Shape;1298;p2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1" name="Google Shape;1299;p2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2" name="Google Shape;1300;p2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53" name="Google Shape;1301;p26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854" name="Google Shape;1302;p2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55" name="Google Shape;1303;p2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56" name="Google Shape;1304;p2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857" name="Google Shape;1305;p2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8" name="Google Shape;1306;p2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9" name="Google Shape;1307;p2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0" name="Google Shape;1308;p2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1" name="Google Shape;1309;p2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2" name="Google Shape;1310;p2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3" name="Google Shape;1311;p2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64" name="Google Shape;1312;p26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865" name="Google Shape;1313;p2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66" name="Google Shape;1314;p2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67" name="Google Shape;1315;p26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868" name="Google Shape;1316;p26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9" name="Google Shape;1317;p26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70" name="Google Shape;1318;p26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71" name="Google Shape;1319;p26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2009880" y="15984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3" name="PlaceHolder 2"/>
          <p:cNvSpPr>
            <a:spLocks noGrp="1"/>
          </p:cNvSpPr>
          <p:nvPr>
            <p:ph type="title"/>
          </p:nvPr>
        </p:nvSpPr>
        <p:spPr>
          <a:xfrm>
            <a:off x="5545440" y="15984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4" name="PlaceHolder 3"/>
          <p:cNvSpPr>
            <a:spLocks noGrp="1"/>
          </p:cNvSpPr>
          <p:nvPr>
            <p:ph type="title"/>
          </p:nvPr>
        </p:nvSpPr>
        <p:spPr>
          <a:xfrm>
            <a:off x="2009880" y="30888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5" name="PlaceHolder 4"/>
          <p:cNvSpPr>
            <a:spLocks noGrp="1"/>
          </p:cNvSpPr>
          <p:nvPr>
            <p:ph type="title"/>
          </p:nvPr>
        </p:nvSpPr>
        <p:spPr>
          <a:xfrm>
            <a:off x="5545440" y="30888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6" name="PlaceHolder 5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7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1383;p28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879" name="Google Shape;1384;p28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0" name="Google Shape;1385;p28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1" name="Google Shape;1386;p28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2" name="Google Shape;1387;p28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3" name="Google Shape;1388;p28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4" name="Google Shape;1389;p28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85" name="Google Shape;1390;p28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886" name="Google Shape;1391;p28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7" name="Google Shape;1392;p28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8" name="Google Shape;1393;p28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9" name="Google Shape;1394;p28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90" name="Google Shape;1395;p28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891" name="Google Shape;1396;p28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2" name="Google Shape;1397;p28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3" name="Google Shape;1398;p28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4" name="Google Shape;1399;p28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5" name="Google Shape;1400;p28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6" name="Google Shape;1401;p28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97" name="Google Shape;1402;p28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898" name="Google Shape;1403;p28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99" name="Google Shape;1404;p28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0" name="Google Shape;1405;p28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1" name="Google Shape;1406;p28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2" name="Google Shape;1407;p28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3" name="Google Shape;1408;p28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4" name="Google Shape;1409;p28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05" name="Google Shape;1410;p28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906" name="Google Shape;1411;p28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07" name="Google Shape;1412;p28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908" name="Google Shape;1413;p28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909" name="Google Shape;1414;p28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10" name="Google Shape;1415;p28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11" name="Google Shape;1416;p28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12" name="Google Shape;1417;p28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13" name="Google Shape;1418;p28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14" name="Google Shape;1419;p28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15" name="Google Shape;1420;p28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916" name="Google Shape;1421;p28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17" name="Google Shape;1422;p28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18" name="Google Shape;1423;p28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19" name="Google Shape;1424;p28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0" name="Google Shape;1425;p28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1" name="Google Shape;1426;p28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22" name="Google Shape;1427;p28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923" name="Google Shape;1428;p28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4" name="Google Shape;1429;p28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5" name="Google Shape;1430;p28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6" name="Google Shape;1431;p28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7" name="Google Shape;1432;p28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8" name="Google Shape;1433;p28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29" name="Google Shape;1434;p28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930" name="Google Shape;1435;p28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1" name="Google Shape;1436;p28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2" name="Google Shape;1437;p28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3" name="Google Shape;1438;p28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34" name="Google Shape;1439;p28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935" name="Google Shape;1440;p28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6" name="Google Shape;1441;p28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7" name="Google Shape;1442;p28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720000" y="18648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9" name="PlaceHolder 2"/>
          <p:cNvSpPr>
            <a:spLocks noGrp="1"/>
          </p:cNvSpPr>
          <p:nvPr>
            <p:ph type="title"/>
          </p:nvPr>
        </p:nvSpPr>
        <p:spPr>
          <a:xfrm>
            <a:off x="3448800" y="18648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title"/>
          </p:nvPr>
        </p:nvSpPr>
        <p:spPr>
          <a:xfrm>
            <a:off x="720000" y="361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1" name="PlaceHolder 4"/>
          <p:cNvSpPr>
            <a:spLocks noGrp="1"/>
          </p:cNvSpPr>
          <p:nvPr>
            <p:ph type="title"/>
          </p:nvPr>
        </p:nvSpPr>
        <p:spPr>
          <a:xfrm>
            <a:off x="3448800" y="361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2" name="PlaceHolder 5"/>
          <p:cNvSpPr>
            <a:spLocks noGrp="1"/>
          </p:cNvSpPr>
          <p:nvPr>
            <p:ph type="title"/>
          </p:nvPr>
        </p:nvSpPr>
        <p:spPr>
          <a:xfrm>
            <a:off x="6177600" y="18648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3" name="PlaceHolder 6"/>
          <p:cNvSpPr>
            <a:spLocks noGrp="1"/>
          </p:cNvSpPr>
          <p:nvPr>
            <p:ph type="title"/>
          </p:nvPr>
        </p:nvSpPr>
        <p:spPr>
          <a:xfrm>
            <a:off x="6177600" y="361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4" name="PlaceHolder 7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5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1457;p29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947" name="Google Shape;1458;p29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48" name="Google Shape;1459;p29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49" name="Google Shape;1460;p29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0" name="Google Shape;1461;p29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1" name="Google Shape;1462;p29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2" name="Google Shape;1463;p29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53" name="Google Shape;1464;p29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954" name="Google Shape;1465;p29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55" name="Google Shape;1466;p29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56" name="Google Shape;1467;p29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57" name="Google Shape;1468;p29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58" name="Google Shape;1469;p29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959" name="Google Shape;1470;p29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0" name="Google Shape;1471;p29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1" name="Google Shape;1472;p29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2" name="Google Shape;1473;p29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3" name="Google Shape;1474;p29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4" name="Google Shape;1475;p29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5" name="Google Shape;1476;p29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66" name="Google Shape;1477;p29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967" name="Google Shape;1478;p29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8" name="Google Shape;1479;p29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69" name="Google Shape;1480;p29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970" name="Google Shape;1481;p29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1" name="Google Shape;1482;p29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2" name="Google Shape;1483;p29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3" name="Google Shape;1484;p29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4" name="Google Shape;1485;p29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5" name="Google Shape;1486;p29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976" name="Google Shape;1487;p29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977" name="Google Shape;1488;p29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78" name="Google Shape;1489;p29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79" name="Google Shape;1490;p29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80" name="Google Shape;1491;p29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81" name="Google Shape;1492;p29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82" name="Google Shape;1493;p29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983" name="Google Shape;1494;p29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4" name="Google Shape;1495;p29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5" name="Google Shape;1496;p29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6" name="Google Shape;1497;p29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7" name="Google Shape;1498;p29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8" name="Google Shape;1499;p29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89" name="Google Shape;1500;p29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990" name="Google Shape;1501;p29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1" name="Google Shape;1502;p29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2" name="Google Shape;1503;p29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3" name="Google Shape;1504;p29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4" name="Google Shape;1505;p29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5" name="Google Shape;1506;p29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96" name="Google Shape;1507;p29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997" name="Google Shape;1508;p29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8" name="Google Shape;1509;p29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9" name="Google Shape;1510;p29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0" name="Google Shape;1511;p29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1" name="Google Shape;1512;p29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2" name="Google Shape;1513;p29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003" name="Google Shape;1514;p29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04" name="Google Shape;1515;p29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005" name="Google Shape;1516;p29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6" name="Google Shape;1517;p29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7" name="Google Shape;1518;p29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2009880" y="127872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09" name="PlaceHolder 2"/>
          <p:cNvSpPr>
            <a:spLocks noGrp="1"/>
          </p:cNvSpPr>
          <p:nvPr>
            <p:ph type="title"/>
          </p:nvPr>
        </p:nvSpPr>
        <p:spPr>
          <a:xfrm>
            <a:off x="5545080" y="127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0" name="PlaceHolder 3"/>
          <p:cNvSpPr>
            <a:spLocks noGrp="1"/>
          </p:cNvSpPr>
          <p:nvPr>
            <p:ph type="title"/>
          </p:nvPr>
        </p:nvSpPr>
        <p:spPr>
          <a:xfrm>
            <a:off x="2009880" y="244872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1" name="PlaceHolder 4"/>
          <p:cNvSpPr>
            <a:spLocks noGrp="1"/>
          </p:cNvSpPr>
          <p:nvPr>
            <p:ph type="title"/>
          </p:nvPr>
        </p:nvSpPr>
        <p:spPr>
          <a:xfrm>
            <a:off x="2009880" y="361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2" name="PlaceHolder 5"/>
          <p:cNvSpPr>
            <a:spLocks noGrp="1"/>
          </p:cNvSpPr>
          <p:nvPr>
            <p:ph type="title"/>
          </p:nvPr>
        </p:nvSpPr>
        <p:spPr>
          <a:xfrm>
            <a:off x="5545080" y="244872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3" name="PlaceHolder 6"/>
          <p:cNvSpPr>
            <a:spLocks noGrp="1"/>
          </p:cNvSpPr>
          <p:nvPr>
            <p:ph type="title"/>
          </p:nvPr>
        </p:nvSpPr>
        <p:spPr>
          <a:xfrm>
            <a:off x="5545080" y="361908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4" name="PlaceHolder 7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5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62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 type="title"/>
          </p:nvPr>
        </p:nvSpPr>
        <p:spPr>
          <a:xfrm>
            <a:off x="720000" y="1863000"/>
            <a:ext cx="770364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62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title"/>
          </p:nvPr>
        </p:nvSpPr>
        <p:spPr>
          <a:xfrm>
            <a:off x="720000" y="3185640"/>
            <a:ext cx="770364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62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9" name="Google Shape;1539;p30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1020" name="Google Shape;1540;p30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21" name="Google Shape;1541;p30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22" name="Google Shape;1542;p30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23" name="Google Shape;1543;p30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024" name="Google Shape;1544;p30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5" name="Google Shape;1545;p30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6" name="Google Shape;1546;p30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7" name="Google Shape;1547;p30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8" name="Google Shape;1548;p30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9" name="Google Shape;1549;p30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30" name="Google Shape;1550;p30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31" name="Google Shape;1551;p30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1032" name="Google Shape;1552;p30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3" name="Google Shape;1553;p30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4" name="Google Shape;1554;p30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35" name="Google Shape;1555;p30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036" name="Google Shape;1556;p30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37" name="Google Shape;1557;p30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38" name="Google Shape;1558;p30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39" name="Google Shape;1559;p30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0" name="Google Shape;1560;p30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1" name="Google Shape;1561;p30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42" name="Google Shape;1562;p30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043" name="Google Shape;1563;p30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4" name="Google Shape;1564;p30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5" name="Google Shape;1565;p30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6" name="Google Shape;1566;p30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7" name="Google Shape;1567;p30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8" name="Google Shape;1568;p30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49" name="Google Shape;1569;p30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1050" name="Google Shape;1570;p30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51" name="Google Shape;1571;p30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52" name="Google Shape;1572;p30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053" name="Google Shape;1573;p30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54" name="Google Shape;1574;p30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55" name="Google Shape;1575;p30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56" name="Google Shape;1576;p30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57" name="Google Shape;1577;p30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58" name="Google Shape;1578;p30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59" name="Google Shape;1579;p30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1060" name="Google Shape;1580;p30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61" name="Google Shape;1581;p30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62" name="Google Shape;1582;p30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063" name="Google Shape;1583;p30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64" name="Google Shape;1584;p30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65" name="Google Shape;1585;p30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066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oogle Shape;1587;p31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068" name="Google Shape;1588;p31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69" name="Google Shape;1589;p31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70" name="Google Shape;1590;p31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71" name="Google Shape;1591;p31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72" name="Google Shape;1592;p31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73" name="Google Shape;1593;p31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74" name="Google Shape;1594;p31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075" name="Google Shape;1595;p31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76" name="Google Shape;1596;p31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77" name="Google Shape;1597;p31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78" name="Google Shape;1598;p31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79" name="Google Shape;1599;p31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0" name="Google Shape;1600;p31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81" name="Google Shape;1601;p31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082" name="Google Shape;1602;p31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3" name="Google Shape;1603;p31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4" name="Google Shape;1604;p31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5" name="Google Shape;1605;p31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6" name="Google Shape;1606;p31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87" name="Google Shape;1607;p31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088" name="Google Shape;1608;p31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9" name="Google Shape;1609;p31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90" name="Google Shape;1610;p31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91" name="Google Shape;1611;p31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92" name="Google Shape;1612;p31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093" name="Google Shape;1613;p31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94" name="Google Shape;1614;p31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95" name="Google Shape;1615;p31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96" name="Google Shape;1616;p31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097" name="Google Shape;1617;p31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98" name="Google Shape;1618;p31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99" name="Google Shape;1619;p31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00" name="Google Shape;1620;p31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101" name="Google Shape;1621;p31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02" name="Google Shape;1622;p31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03" name="Google Shape;1623;p31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04" name="Google Shape;1624;p31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105" name="Google Shape;1625;p31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06" name="Google Shape;1626;p31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07" name="Google Shape;1627;p31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108" name="Google Shape;1628;p31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09" name="Google Shape;1629;p31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0" name="Google Shape;1630;p31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1" name="Google Shape;1631;p31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2" name="Google Shape;1632;p31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3" name="Google Shape;1633;p31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14" name="Google Shape;1634;p31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115" name="Google Shape;1635;p31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6" name="Google Shape;1636;p31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7" name="Google Shape;1637;p31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8" name="Google Shape;1638;p31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9" name="Google Shape;1639;p31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0" name="Google Shape;1640;p31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1" name="Google Shape;1641;p31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122" name="Google Shape;1642;p31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23" name="Google Shape;1643;p31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124" name="Google Shape;1644;p31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5" name="Google Shape;1645;p31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6" name="Google Shape;1646;p31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7" name="Google Shape;1647;p31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8" name="Google Shape;1648;p31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29" name="Google Shape;1649;p31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30" name="Google Shape;1650;p31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2" name="PlaceHolder 2"/>
          <p:cNvSpPr>
            <a:spLocks noGrp="1"/>
          </p:cNvSpPr>
          <p:nvPr>
            <p:ph type="title"/>
          </p:nvPr>
        </p:nvSpPr>
        <p:spPr>
          <a:xfrm>
            <a:off x="2322720" y="1861200"/>
            <a:ext cx="215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3" name="PlaceHolder 3"/>
          <p:cNvSpPr>
            <a:spLocks noGrp="1"/>
          </p:cNvSpPr>
          <p:nvPr>
            <p:ph type="title"/>
          </p:nvPr>
        </p:nvSpPr>
        <p:spPr>
          <a:xfrm>
            <a:off x="896400" y="1332000"/>
            <a:ext cx="13496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PlaceHolder 4"/>
          <p:cNvSpPr>
            <a:spLocks noGrp="1"/>
          </p:cNvSpPr>
          <p:nvPr>
            <p:ph type="title"/>
          </p:nvPr>
        </p:nvSpPr>
        <p:spPr>
          <a:xfrm>
            <a:off x="6088320" y="1861200"/>
            <a:ext cx="215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5" name="PlaceHolder 5"/>
          <p:cNvSpPr>
            <a:spLocks noGrp="1"/>
          </p:cNvSpPr>
          <p:nvPr>
            <p:ph type="title"/>
          </p:nvPr>
        </p:nvSpPr>
        <p:spPr>
          <a:xfrm>
            <a:off x="4662000" y="1332000"/>
            <a:ext cx="13496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PlaceHolder 6"/>
          <p:cNvSpPr>
            <a:spLocks noGrp="1"/>
          </p:cNvSpPr>
          <p:nvPr>
            <p:ph type="title"/>
          </p:nvPr>
        </p:nvSpPr>
        <p:spPr>
          <a:xfrm>
            <a:off x="2322720" y="3619080"/>
            <a:ext cx="215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7" name="PlaceHolder 7"/>
          <p:cNvSpPr>
            <a:spLocks noGrp="1"/>
          </p:cNvSpPr>
          <p:nvPr>
            <p:ph type="title"/>
          </p:nvPr>
        </p:nvSpPr>
        <p:spPr>
          <a:xfrm>
            <a:off x="896400" y="3089880"/>
            <a:ext cx="13496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PlaceHolder 8"/>
          <p:cNvSpPr>
            <a:spLocks noGrp="1"/>
          </p:cNvSpPr>
          <p:nvPr>
            <p:ph type="title"/>
          </p:nvPr>
        </p:nvSpPr>
        <p:spPr>
          <a:xfrm>
            <a:off x="6088320" y="3619080"/>
            <a:ext cx="21596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9" name="PlaceHolder 9"/>
          <p:cNvSpPr>
            <a:spLocks noGrp="1"/>
          </p:cNvSpPr>
          <p:nvPr>
            <p:ph type="title"/>
          </p:nvPr>
        </p:nvSpPr>
        <p:spPr>
          <a:xfrm>
            <a:off x="4662000" y="3089880"/>
            <a:ext cx="13496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PlaceHolder 10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720000" y="36216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2" name="PlaceHolder 2"/>
          <p:cNvSpPr>
            <a:spLocks noGrp="1"/>
          </p:cNvSpPr>
          <p:nvPr>
            <p:ph type="title"/>
          </p:nvPr>
        </p:nvSpPr>
        <p:spPr>
          <a:xfrm>
            <a:off x="3448800" y="36216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3" name="PlaceHolder 3"/>
          <p:cNvSpPr>
            <a:spLocks noGrp="1"/>
          </p:cNvSpPr>
          <p:nvPr>
            <p:ph type="title"/>
          </p:nvPr>
        </p:nvSpPr>
        <p:spPr>
          <a:xfrm>
            <a:off x="6177600" y="3621600"/>
            <a:ext cx="224604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4" name="PlaceHolder 4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5" name="PlaceHolder 5"/>
          <p:cNvSpPr>
            <a:spLocks noGrp="1"/>
          </p:cNvSpPr>
          <p:nvPr>
            <p:ph type="title"/>
          </p:nvPr>
        </p:nvSpPr>
        <p:spPr>
          <a:xfrm>
            <a:off x="1281600" y="1371600"/>
            <a:ext cx="11228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PlaceHolder 6"/>
          <p:cNvSpPr>
            <a:spLocks noGrp="1"/>
          </p:cNvSpPr>
          <p:nvPr>
            <p:ph type="title"/>
          </p:nvPr>
        </p:nvSpPr>
        <p:spPr>
          <a:xfrm>
            <a:off x="4010400" y="1371600"/>
            <a:ext cx="11228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PlaceHolder 7"/>
          <p:cNvSpPr>
            <a:spLocks noGrp="1"/>
          </p:cNvSpPr>
          <p:nvPr>
            <p:ph type="title"/>
          </p:nvPr>
        </p:nvSpPr>
        <p:spPr>
          <a:xfrm>
            <a:off x="6739200" y="1371600"/>
            <a:ext cx="11228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xx%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oogle Shape;1675;p32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149" name="Google Shape;1676;p32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50" name="Google Shape;1677;p32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51" name="Google Shape;1678;p32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52" name="Google Shape;1679;p32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53" name="Google Shape;1680;p32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54" name="Google Shape;1681;p32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55" name="Google Shape;1682;p32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156" name="Google Shape;1683;p32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57" name="Google Shape;1684;p32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58" name="Google Shape;1685;p32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59" name="Google Shape;1686;p32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60" name="Google Shape;1687;p32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161" name="Google Shape;1688;p32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2" name="Google Shape;1689;p32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3" name="Google Shape;1690;p32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4" name="Google Shape;1691;p32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5" name="Google Shape;1692;p32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6" name="Google Shape;1693;p32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7" name="Google Shape;1694;p32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68" name="Google Shape;1695;p32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1169" name="Google Shape;1696;p32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0" name="Google Shape;1697;p32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71" name="Google Shape;1698;p32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172" name="Google Shape;1699;p32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3" name="Google Shape;1700;p32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4" name="Google Shape;1701;p32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5" name="Google Shape;1702;p32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6" name="Google Shape;1703;p32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77" name="Google Shape;1704;p32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178" name="Google Shape;1705;p32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179" name="Google Shape;1706;p32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0" name="Google Shape;1707;p32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1" name="Google Shape;1708;p32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2" name="Google Shape;1709;p32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3" name="Google Shape;1710;p32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4" name="Google Shape;1711;p32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85" name="Google Shape;1712;p32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186" name="Google Shape;1713;p32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87" name="Google Shape;1714;p32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88" name="Google Shape;1715;p32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89" name="Google Shape;1716;p32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0" name="Google Shape;1717;p32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1" name="Google Shape;1718;p32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92" name="Google Shape;1719;p32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193" name="Google Shape;1720;p32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4" name="Google Shape;1721;p32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5" name="Google Shape;1722;p32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6" name="Google Shape;1723;p32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7" name="Google Shape;1724;p32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8" name="Google Shape;1725;p32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99" name="Google Shape;1726;p32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200" name="Google Shape;1727;p32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1" name="Google Shape;1728;p32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2" name="Google Shape;1729;p32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3" name="Google Shape;1730;p32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4" name="Google Shape;1731;p32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5" name="Google Shape;1732;p32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06" name="Google Shape;1733;p32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207" name="Google Shape;1734;p32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8" name="Google Shape;1735;p32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09" name="Google Shape;1736;p32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210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783;p34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261" name="Google Shape;1784;p34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62" name="Google Shape;1785;p34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63" name="Google Shape;1786;p34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64" name="Google Shape;1787;p34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65" name="Google Shape;1788;p34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66" name="Google Shape;1789;p34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67" name="Google Shape;1790;p34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268" name="Google Shape;1791;p34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69" name="Google Shape;1792;p34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0" name="Google Shape;1793;p34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1" name="Google Shape;1794;p34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72" name="Google Shape;1795;p34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273" name="Google Shape;1796;p34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4" name="Google Shape;1797;p34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5" name="Google Shape;1798;p34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6" name="Google Shape;1799;p34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7" name="Google Shape;1800;p34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8" name="Google Shape;1801;p34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79" name="Google Shape;1802;p34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80" name="Google Shape;1803;p34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1281" name="Google Shape;1804;p34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2" name="Google Shape;1805;p34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83" name="Google Shape;1806;p34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284" name="Google Shape;1807;p34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5" name="Google Shape;1808;p34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6" name="Google Shape;1809;p34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7" name="Google Shape;1810;p34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8" name="Google Shape;1811;p34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9" name="Google Shape;1812;p34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290" name="Google Shape;1813;p34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291" name="Google Shape;1814;p34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2" name="Google Shape;1815;p34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3" name="Google Shape;1816;p34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4" name="Google Shape;1817;p34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5" name="Google Shape;1818;p34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6" name="Google Shape;1819;p34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97" name="Google Shape;1820;p34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298" name="Google Shape;1821;p34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99" name="Google Shape;1822;p34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0" name="Google Shape;1823;p34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1" name="Google Shape;1824;p34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2" name="Google Shape;1825;p34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3" name="Google Shape;1826;p34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04" name="Google Shape;1827;p34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305" name="Google Shape;1828;p34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6" name="Google Shape;1829;p34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7" name="Google Shape;1830;p34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8" name="Google Shape;1831;p34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9" name="Google Shape;1832;p34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0" name="Google Shape;1833;p34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11" name="Google Shape;1834;p34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312" name="Google Shape;1835;p34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3" name="Google Shape;1836;p34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4" name="Google Shape;1837;p34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5" name="Google Shape;1838;p34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6" name="Google Shape;1839;p34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17" name="Google Shape;1840;p34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18" name="Google Shape;1841;p34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319" name="Google Shape;1842;p34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20" name="Google Shape;1843;p34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21" name="Google Shape;1844;p34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oogle Shape;1846;p35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323" name="Google Shape;1847;p35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4" name="Google Shape;1848;p35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5" name="Google Shape;1849;p35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6" name="Google Shape;1850;p35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7" name="Google Shape;1851;p35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8" name="Google Shape;1852;p35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29" name="Google Shape;1853;p35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330" name="Google Shape;1854;p35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1" name="Google Shape;1855;p35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2" name="Google Shape;1856;p35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3" name="Google Shape;1857;p35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4" name="Google Shape;1858;p35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5" name="Google Shape;1859;p35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36" name="Google Shape;1860;p35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337" name="Google Shape;1861;p35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8" name="Google Shape;1862;p35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39" name="Google Shape;1863;p35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0" name="Google Shape;1864;p35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1" name="Google Shape;1865;p35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42" name="Google Shape;1866;p35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343" name="Google Shape;1867;p35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4" name="Google Shape;1868;p35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5" name="Google Shape;1869;p35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6" name="Google Shape;1870;p35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47" name="Google Shape;1871;p35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348" name="Google Shape;1872;p35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9" name="Google Shape;1873;p35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50" name="Google Shape;1874;p35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351" name="Google Shape;1875;p35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352" name="Google Shape;1876;p35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53" name="Google Shape;1877;p35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54" name="Google Shape;1878;p35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55" name="Google Shape;1879;p35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356" name="Google Shape;1880;p35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57" name="Google Shape;1881;p35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58" name="Google Shape;1882;p35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59" name="Google Shape;1883;p35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360" name="Google Shape;1884;p35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61" name="Google Shape;1885;p35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62" name="Google Shape;1886;p35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363" name="Google Shape;1887;p35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64" name="Google Shape;1888;p35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65" name="Google Shape;1889;p35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66" name="Google Shape;1890;p35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67" name="Google Shape;1891;p35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68" name="Google Shape;1892;p35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69" name="Google Shape;1893;p35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370" name="Google Shape;1894;p35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1" name="Google Shape;1895;p35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2" name="Google Shape;1896;p35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3" name="Google Shape;1897;p35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4" name="Google Shape;1898;p35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5" name="Google Shape;1899;p35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76" name="Google Shape;1900;p35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377" name="Google Shape;1901;p35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78" name="Google Shape;1902;p35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379" name="Google Shape;1903;p35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0" name="Google Shape;1904;p35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1" name="Google Shape;1905;p35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2" name="Google Shape;1906;p35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3" name="Google Shape;1907;p35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4" name="Google Shape;1908;p35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5" name="Google Shape;1909;p35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68;p5"/>
          <p:cNvGrpSpPr/>
          <p:nvPr/>
        </p:nvGrpSpPr>
        <p:grpSpPr>
          <a:xfrm>
            <a:off x="-142920" y="0"/>
            <a:ext cx="858240" cy="2571480"/>
            <a:chOff x="-142920" y="0"/>
            <a:chExt cx="858240" cy="2571480"/>
          </a:xfrm>
        </p:grpSpPr>
        <p:sp>
          <p:nvSpPr>
            <p:cNvPr id="1387" name="Google Shape;169;p5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88" name="Google Shape;170;p5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89" name="Google Shape;171;p5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90" name="Google Shape;172;p5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391" name="Google Shape;173;p5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2" name="Google Shape;174;p5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3" name="Google Shape;175;p5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4" name="Google Shape;176;p5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5" name="Google Shape;177;p5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6" name="Google Shape;178;p5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97" name="Google Shape;179;p5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398" name="Google Shape;180;p5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9" name="Google Shape;181;p5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00" name="Google Shape;182;p5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01" name="Google Shape;183;p5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02" name="Google Shape;184;p5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03" name="Google Shape;185;p5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04" name="Google Shape;186;p5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405" name="Google Shape;187;p5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1406" name="Google Shape;188;p5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07" name="Google Shape;189;p5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08" name="Google Shape;190;p5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09" name="Google Shape;191;p5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410" name="Google Shape;192;p5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11" name="Google Shape;193;p5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12" name="Google Shape;194;p5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13" name="Google Shape;195;p5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14" name="Google Shape;196;p5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15" name="Google Shape;197;p5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416" name="Google Shape;198;p5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1417" name="Google Shape;199;p5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18" name="Google Shape;200;p5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19" name="Google Shape;201;p5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420" name="Google Shape;202;p5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1" name="Google Shape;203;p5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2" name="Google Shape;204;p5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3" name="Google Shape;205;p5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4" name="Google Shape;206;p5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5" name="Google Shape;207;p5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426" name="Google Shape;208;p5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1427" name="Google Shape;209;p5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28" name="Google Shape;210;p5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29" name="Google Shape;211;p5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430" name="Google Shape;212;p5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1" name="Google Shape;213;p5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2" name="Google Shape;214;p5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43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34" name="PlaceHolder 2"/>
          <p:cNvSpPr>
            <a:spLocks noGrp="1"/>
          </p:cNvSpPr>
          <p:nvPr>
            <p:ph type="title"/>
          </p:nvPr>
        </p:nvSpPr>
        <p:spPr>
          <a:xfrm>
            <a:off x="1249560" y="2648520"/>
            <a:ext cx="305748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35" name="PlaceHolder 3"/>
          <p:cNvSpPr>
            <a:spLocks noGrp="1"/>
          </p:cNvSpPr>
          <p:nvPr>
            <p:ph type="title"/>
          </p:nvPr>
        </p:nvSpPr>
        <p:spPr>
          <a:xfrm>
            <a:off x="4836600" y="2648520"/>
            <a:ext cx="305748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36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438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39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40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41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42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43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444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45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46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47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48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449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0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1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2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3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4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55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456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7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8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9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0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1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2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463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64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465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6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7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8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9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0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471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472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73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74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75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76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477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8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9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0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1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2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83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484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5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6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487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88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89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490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1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2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3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4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5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96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497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8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9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0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1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1036440" y="1148040"/>
            <a:ext cx="3156840" cy="180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05" name="Google Shape;290;p7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1506" name="Google Shape;291;p7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07" name="Google Shape;292;p7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08" name="Google Shape;293;p7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509" name="Google Shape;294;p7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0" name="Google Shape;295;p7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1" name="Google Shape;296;p7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2" name="Google Shape;297;p7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3" name="Google Shape;298;p7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4" name="Google Shape;299;p7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15" name="Google Shape;300;p7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1516" name="Google Shape;301;p7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17" name="Google Shape;302;p7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18" name="Google Shape;303;p7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519" name="Google Shape;304;p7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0" name="Google Shape;305;p7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1" name="Google Shape;306;p7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2" name="Google Shape;307;p7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3" name="Google Shape;308;p7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24" name="Google Shape;309;p7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25" name="Google Shape;310;p7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526" name="Google Shape;311;p7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27" name="Google Shape;312;p7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28" name="Google Shape;313;p7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29" name="Google Shape;314;p7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30" name="Google Shape;315;p7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31" name="Google Shape;316;p7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532" name="Google Shape;317;p7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3" name="Google Shape;318;p7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4" name="Google Shape;319;p7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5" name="Google Shape;320;p7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6" name="Google Shape;321;p7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7" name="Google Shape;322;p7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38" name="Google Shape;323;p7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539" name="Google Shape;324;p7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0" name="Google Shape;325;p7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1" name="Google Shape;326;p7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2" name="Google Shape;327;p7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3" name="Google Shape;328;p7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4" name="Google Shape;329;p7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45" name="Google Shape;330;p7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546" name="Google Shape;331;p7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7" name="Google Shape;332;p7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8" name="Google Shape;333;p7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549" name="Google Shape;334;p7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50" name="Google Shape;335;p7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551" name="Google Shape;336;p7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52" name="Google Shape;337;p7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53" name="Google Shape;338;p7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54" name="Google Shape;339;p7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" name="Google Shape;341;p8"/>
          <p:cNvGrpSpPr/>
          <p:nvPr/>
        </p:nvGrpSpPr>
        <p:grpSpPr>
          <a:xfrm>
            <a:off x="-142920" y="0"/>
            <a:ext cx="858240" cy="1713960"/>
            <a:chOff x="-142920" y="0"/>
            <a:chExt cx="858240" cy="1713960"/>
          </a:xfrm>
        </p:grpSpPr>
        <p:sp>
          <p:nvSpPr>
            <p:cNvPr id="1557" name="Google Shape;342;p8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58" name="Google Shape;343;p8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59" name="Google Shape;344;p8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560" name="Google Shape;345;p8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1" name="Google Shape;346;p8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2" name="Google Shape;347;p8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3" name="Google Shape;348;p8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4" name="Google Shape;349;p8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5" name="Google Shape;350;p8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66" name="Google Shape;351;p8"/>
          <p:cNvGrpSpPr/>
          <p:nvPr/>
        </p:nvGrpSpPr>
        <p:grpSpPr>
          <a:xfrm>
            <a:off x="8428320" y="0"/>
            <a:ext cx="858240" cy="2571480"/>
            <a:chOff x="8428320" y="0"/>
            <a:chExt cx="858240" cy="2571480"/>
          </a:xfrm>
        </p:grpSpPr>
        <p:sp>
          <p:nvSpPr>
            <p:cNvPr id="1567" name="Google Shape;352;p8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68" name="Google Shape;353;p8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69" name="Google Shape;354;p8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70" name="Google Shape;355;p8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571" name="Google Shape;356;p8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2" name="Google Shape;357;p8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3" name="Google Shape;358;p8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4" name="Google Shape;359;p8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5" name="Google Shape;360;p8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6" name="Google Shape;361;p8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77" name="Google Shape;362;p8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578" name="Google Shape;363;p8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9" name="Google Shape;364;p8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0" name="Google Shape;365;p8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1" name="Google Shape;366;p8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2" name="Google Shape;367;p8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3" name="Google Shape;368;p8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84" name="Google Shape;369;p8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585" name="Google Shape;370;p8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6" name="Google Shape;371;p8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7" name="Google Shape;372;p8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8" name="Google Shape;373;p8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9" name="Google Shape;374;p8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0" name="Google Shape;375;p8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91" name="Google Shape;376;p8"/>
          <p:cNvGrpSpPr/>
          <p:nvPr/>
        </p:nvGrpSpPr>
        <p:grpSpPr>
          <a:xfrm>
            <a:off x="-142920" y="2571840"/>
            <a:ext cx="858240" cy="2571120"/>
            <a:chOff x="-142920" y="2571840"/>
            <a:chExt cx="858240" cy="2571120"/>
          </a:xfrm>
        </p:grpSpPr>
        <p:sp>
          <p:nvSpPr>
            <p:cNvPr id="1592" name="Google Shape;377;p8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93" name="Google Shape;378;p8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94" name="Google Shape;379;p8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95" name="Google Shape;380;p8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1596" name="Google Shape;381;p8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7" name="Google Shape;382;p8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98" name="Google Shape;383;p8"/>
          <p:cNvGrpSpPr/>
          <p:nvPr/>
        </p:nvGrpSpPr>
        <p:grpSpPr>
          <a:xfrm>
            <a:off x="8428320" y="3429000"/>
            <a:ext cx="858240" cy="1713960"/>
            <a:chOff x="8428320" y="3429000"/>
            <a:chExt cx="858240" cy="1713960"/>
          </a:xfrm>
        </p:grpSpPr>
        <p:sp>
          <p:nvSpPr>
            <p:cNvPr id="1599" name="Google Shape;384;p8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00" name="Google Shape;385;p8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01" name="Google Shape;386;p8"/>
            <p:cNvGrpSpPr/>
            <p:nvPr/>
          </p:nvGrpSpPr>
          <p:grpSpPr>
            <a:xfrm>
              <a:off x="8589240" y="3600360"/>
              <a:ext cx="536760" cy="685440"/>
              <a:chOff x="8589240" y="3600360"/>
              <a:chExt cx="536760" cy="685440"/>
            </a:xfrm>
          </p:grpSpPr>
          <p:sp>
            <p:nvSpPr>
              <p:cNvPr id="1602" name="Google Shape;387;p8"/>
              <p:cNvSpPr/>
              <p:nvPr/>
            </p:nvSpPr>
            <p:spPr>
              <a:xfrm>
                <a:off x="8826120" y="3911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3" name="Google Shape;388;p8"/>
              <p:cNvSpPr/>
              <p:nvPr/>
            </p:nvSpPr>
            <p:spPr>
              <a:xfrm>
                <a:off x="85892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23">
                    <a:moveTo>
                      <a:pt x="9382" y="607"/>
                    </a:moveTo>
                    <a:cubicBezTo>
                      <a:pt x="11360" y="607"/>
                      <a:pt x="12970" y="2217"/>
                      <a:pt x="12970" y="4198"/>
                    </a:cubicBezTo>
                    <a:lnTo>
                      <a:pt x="12970" y="6504"/>
                    </a:lnTo>
                    <a:cubicBezTo>
                      <a:pt x="12911" y="6493"/>
                      <a:pt x="12850" y="6490"/>
                      <a:pt x="12790" y="6490"/>
                    </a:cubicBezTo>
                    <a:lnTo>
                      <a:pt x="12303" y="6490"/>
                    </a:lnTo>
                    <a:cubicBezTo>
                      <a:pt x="12113" y="6490"/>
                      <a:pt x="11957" y="6334"/>
                      <a:pt x="11957" y="6143"/>
                    </a:cubicBezTo>
                    <a:lnTo>
                      <a:pt x="11956" y="5324"/>
                    </a:lnTo>
                    <a:cubicBezTo>
                      <a:pt x="11954" y="4715"/>
                      <a:pt x="11519" y="4188"/>
                      <a:pt x="10919" y="4073"/>
                    </a:cubicBezTo>
                    <a:lnTo>
                      <a:pt x="5666" y="3074"/>
                    </a:lnTo>
                    <a:cubicBezTo>
                      <a:pt x="5606" y="3062"/>
                      <a:pt x="5546" y="3057"/>
                      <a:pt x="5487" y="3057"/>
                    </a:cubicBezTo>
                    <a:cubicBezTo>
                      <a:pt x="5267" y="3057"/>
                      <a:pt x="5054" y="3133"/>
                      <a:pt x="4881" y="3276"/>
                    </a:cubicBezTo>
                    <a:cubicBezTo>
                      <a:pt x="4662" y="3458"/>
                      <a:pt x="4536" y="3723"/>
                      <a:pt x="4536" y="4009"/>
                    </a:cubicBezTo>
                    <a:lnTo>
                      <a:pt x="4536" y="5172"/>
                    </a:lnTo>
                    <a:cubicBezTo>
                      <a:pt x="4536" y="5898"/>
                      <a:pt x="3945" y="6490"/>
                      <a:pt x="3217" y="6490"/>
                    </a:cubicBezTo>
                    <a:cubicBezTo>
                      <a:pt x="3210" y="6490"/>
                      <a:pt x="3202" y="6490"/>
                      <a:pt x="3195" y="6491"/>
                    </a:cubicBezTo>
                    <a:lnTo>
                      <a:pt x="3195" y="3225"/>
                    </a:lnTo>
                    <a:cubicBezTo>
                      <a:pt x="3198" y="2230"/>
                      <a:pt x="3938" y="1407"/>
                      <a:pt x="4895" y="1274"/>
                    </a:cubicBezTo>
                    <a:lnTo>
                      <a:pt x="4895" y="1274"/>
                    </a:lnTo>
                    <a:cubicBezTo>
                      <a:pt x="4873" y="1380"/>
                      <a:pt x="4862" y="1488"/>
                      <a:pt x="4862" y="1601"/>
                    </a:cubicBezTo>
                    <a:cubicBezTo>
                      <a:pt x="4862" y="1770"/>
                      <a:pt x="4998" y="1905"/>
                      <a:pt x="5165" y="1905"/>
                    </a:cubicBezTo>
                    <a:cubicBezTo>
                      <a:pt x="5332" y="1905"/>
                      <a:pt x="5469" y="1770"/>
                      <a:pt x="5469" y="1601"/>
                    </a:cubicBezTo>
                    <a:cubicBezTo>
                      <a:pt x="5469" y="1053"/>
                      <a:pt x="5915" y="607"/>
                      <a:pt x="6463" y="607"/>
                    </a:cubicBezTo>
                    <a:close/>
                    <a:moveTo>
                      <a:pt x="5490" y="3664"/>
                    </a:moveTo>
                    <a:cubicBezTo>
                      <a:pt x="5512" y="3664"/>
                      <a:pt x="5534" y="3666"/>
                      <a:pt x="5556" y="3671"/>
                    </a:cubicBezTo>
                    <a:lnTo>
                      <a:pt x="10807" y="4670"/>
                    </a:lnTo>
                    <a:cubicBezTo>
                      <a:pt x="11122" y="4730"/>
                      <a:pt x="11353" y="5006"/>
                      <a:pt x="11353" y="5327"/>
                    </a:cubicBezTo>
                    <a:lnTo>
                      <a:pt x="11354" y="6144"/>
                    </a:lnTo>
                    <a:cubicBezTo>
                      <a:pt x="11354" y="6266"/>
                      <a:pt x="11377" y="6384"/>
                      <a:pt x="11419" y="6491"/>
                    </a:cubicBezTo>
                    <a:lnTo>
                      <a:pt x="11307" y="6491"/>
                    </a:lnTo>
                    <a:lnTo>
                      <a:pt x="11307" y="6470"/>
                    </a:lnTo>
                    <a:cubicBezTo>
                      <a:pt x="11307" y="6300"/>
                      <a:pt x="11172" y="6164"/>
                      <a:pt x="11004" y="6164"/>
                    </a:cubicBezTo>
                    <a:lnTo>
                      <a:pt x="8734" y="6164"/>
                    </a:lnTo>
                    <a:cubicBezTo>
                      <a:pt x="8565" y="6164"/>
                      <a:pt x="8429" y="6300"/>
                      <a:pt x="8429" y="6468"/>
                    </a:cubicBezTo>
                    <a:lnTo>
                      <a:pt x="8429" y="6554"/>
                    </a:lnTo>
                    <a:cubicBezTo>
                      <a:pt x="8322" y="6513"/>
                      <a:pt x="8207" y="6490"/>
                      <a:pt x="8085" y="6490"/>
                    </a:cubicBezTo>
                    <a:cubicBezTo>
                      <a:pt x="7964" y="6490"/>
                      <a:pt x="7848" y="6513"/>
                      <a:pt x="7741" y="6554"/>
                    </a:cubicBezTo>
                    <a:lnTo>
                      <a:pt x="7741" y="6468"/>
                    </a:lnTo>
                    <a:cubicBezTo>
                      <a:pt x="7741" y="6300"/>
                      <a:pt x="7605" y="6164"/>
                      <a:pt x="7437" y="6164"/>
                    </a:cubicBezTo>
                    <a:lnTo>
                      <a:pt x="5166" y="6164"/>
                    </a:lnTo>
                    <a:cubicBezTo>
                      <a:pt x="4999" y="6164"/>
                      <a:pt x="4863" y="6300"/>
                      <a:pt x="4863" y="6468"/>
                    </a:cubicBezTo>
                    <a:lnTo>
                      <a:pt x="4863" y="6490"/>
                    </a:lnTo>
                    <a:lnTo>
                      <a:pt x="4622" y="6490"/>
                    </a:lnTo>
                    <a:cubicBezTo>
                      <a:pt x="4948" y="6144"/>
                      <a:pt x="5145" y="5680"/>
                      <a:pt x="5145" y="5172"/>
                    </a:cubicBezTo>
                    <a:lnTo>
                      <a:pt x="5145" y="4009"/>
                    </a:lnTo>
                    <a:cubicBezTo>
                      <a:pt x="5145" y="3906"/>
                      <a:pt x="5189" y="3809"/>
                      <a:pt x="5270" y="3743"/>
                    </a:cubicBezTo>
                    <a:cubicBezTo>
                      <a:pt x="5333" y="3692"/>
                      <a:pt x="5410" y="3664"/>
                      <a:pt x="5490" y="3664"/>
                    </a:cubicBezTo>
                    <a:close/>
                    <a:moveTo>
                      <a:pt x="7133" y="6771"/>
                    </a:moveTo>
                    <a:lnTo>
                      <a:pt x="7133" y="7441"/>
                    </a:lnTo>
                    <a:cubicBezTo>
                      <a:pt x="7133" y="7629"/>
                      <a:pt x="6977" y="7785"/>
                      <a:pt x="6786" y="7785"/>
                    </a:cubicBezTo>
                    <a:lnTo>
                      <a:pt x="5813" y="7785"/>
                    </a:lnTo>
                    <a:cubicBezTo>
                      <a:pt x="5622" y="7785"/>
                      <a:pt x="5466" y="7629"/>
                      <a:pt x="5466" y="7441"/>
                    </a:cubicBezTo>
                    <a:lnTo>
                      <a:pt x="5466" y="6771"/>
                    </a:lnTo>
                    <a:lnTo>
                      <a:pt x="5997" y="6771"/>
                    </a:lnTo>
                    <a:lnTo>
                      <a:pt x="5997" y="7118"/>
                    </a:lnTo>
                    <a:cubicBezTo>
                      <a:pt x="5997" y="7285"/>
                      <a:pt x="6133" y="7421"/>
                      <a:pt x="6300" y="7421"/>
                    </a:cubicBezTo>
                    <a:cubicBezTo>
                      <a:pt x="6469" y="7421"/>
                      <a:pt x="6604" y="7285"/>
                      <a:pt x="6604" y="7118"/>
                    </a:cubicBezTo>
                    <a:lnTo>
                      <a:pt x="6604" y="6771"/>
                    </a:lnTo>
                    <a:close/>
                    <a:moveTo>
                      <a:pt x="10700" y="6771"/>
                    </a:moveTo>
                    <a:lnTo>
                      <a:pt x="10700" y="7441"/>
                    </a:lnTo>
                    <a:cubicBezTo>
                      <a:pt x="10700" y="7629"/>
                      <a:pt x="10545" y="7785"/>
                      <a:pt x="10355" y="7785"/>
                    </a:cubicBezTo>
                    <a:lnTo>
                      <a:pt x="9382" y="7785"/>
                    </a:lnTo>
                    <a:cubicBezTo>
                      <a:pt x="9191" y="7785"/>
                      <a:pt x="9036" y="7629"/>
                      <a:pt x="9036" y="7441"/>
                    </a:cubicBezTo>
                    <a:lnTo>
                      <a:pt x="9036" y="6771"/>
                    </a:lnTo>
                    <a:lnTo>
                      <a:pt x="9565" y="6771"/>
                    </a:lnTo>
                    <a:lnTo>
                      <a:pt x="9565" y="7118"/>
                    </a:lnTo>
                    <a:cubicBezTo>
                      <a:pt x="9565" y="7284"/>
                      <a:pt x="9701" y="7419"/>
                      <a:pt x="9869" y="7419"/>
                    </a:cubicBezTo>
                    <a:cubicBezTo>
                      <a:pt x="10036" y="7419"/>
                      <a:pt x="10172" y="7284"/>
                      <a:pt x="10172" y="7115"/>
                    </a:cubicBezTo>
                    <a:lnTo>
                      <a:pt x="10172" y="6771"/>
                    </a:lnTo>
                    <a:close/>
                    <a:moveTo>
                      <a:pt x="12790" y="7097"/>
                    </a:moveTo>
                    <a:cubicBezTo>
                      <a:pt x="12932" y="7097"/>
                      <a:pt x="13070" y="7157"/>
                      <a:pt x="13165" y="7264"/>
                    </a:cubicBezTo>
                    <a:cubicBezTo>
                      <a:pt x="13264" y="7371"/>
                      <a:pt x="13308" y="7512"/>
                      <a:pt x="13294" y="7658"/>
                    </a:cubicBezTo>
                    <a:cubicBezTo>
                      <a:pt x="13270" y="7912"/>
                      <a:pt x="13027" y="8112"/>
                      <a:pt x="12743" y="8112"/>
                    </a:cubicBezTo>
                    <a:lnTo>
                      <a:pt x="12605" y="8112"/>
                    </a:lnTo>
                    <a:lnTo>
                      <a:pt x="12605" y="8094"/>
                    </a:lnTo>
                    <a:cubicBezTo>
                      <a:pt x="12605" y="7926"/>
                      <a:pt x="12470" y="7791"/>
                      <a:pt x="12301" y="7791"/>
                    </a:cubicBezTo>
                    <a:cubicBezTo>
                      <a:pt x="12134" y="7791"/>
                      <a:pt x="11998" y="7926"/>
                      <a:pt x="11998" y="8094"/>
                    </a:cubicBezTo>
                    <a:cubicBezTo>
                      <a:pt x="11997" y="10250"/>
                      <a:pt x="10242" y="12004"/>
                      <a:pt x="8085" y="12004"/>
                    </a:cubicBezTo>
                    <a:cubicBezTo>
                      <a:pt x="5930" y="12002"/>
                      <a:pt x="4174" y="10247"/>
                      <a:pt x="4174" y="8089"/>
                    </a:cubicBezTo>
                    <a:cubicBezTo>
                      <a:pt x="4174" y="7921"/>
                      <a:pt x="4038" y="7785"/>
                      <a:pt x="3871" y="7785"/>
                    </a:cubicBezTo>
                    <a:cubicBezTo>
                      <a:pt x="3702" y="7785"/>
                      <a:pt x="3567" y="7921"/>
                      <a:pt x="3567" y="8089"/>
                    </a:cubicBezTo>
                    <a:lnTo>
                      <a:pt x="3567" y="8111"/>
                    </a:lnTo>
                    <a:lnTo>
                      <a:pt x="3385" y="8111"/>
                    </a:lnTo>
                    <a:cubicBezTo>
                      <a:pt x="3242" y="8111"/>
                      <a:pt x="3104" y="8049"/>
                      <a:pt x="3008" y="7944"/>
                    </a:cubicBezTo>
                    <a:cubicBezTo>
                      <a:pt x="2910" y="7835"/>
                      <a:pt x="2865" y="7697"/>
                      <a:pt x="2880" y="7549"/>
                    </a:cubicBezTo>
                    <a:cubicBezTo>
                      <a:pt x="2904" y="7297"/>
                      <a:pt x="3147" y="7097"/>
                      <a:pt x="3431" y="7097"/>
                    </a:cubicBezTo>
                    <a:lnTo>
                      <a:pt x="4863" y="7097"/>
                    </a:lnTo>
                    <a:lnTo>
                      <a:pt x="4863" y="7442"/>
                    </a:lnTo>
                    <a:cubicBezTo>
                      <a:pt x="4863" y="7968"/>
                      <a:pt x="5289" y="8393"/>
                      <a:pt x="5815" y="8393"/>
                    </a:cubicBezTo>
                    <a:lnTo>
                      <a:pt x="6787" y="8393"/>
                    </a:lnTo>
                    <a:cubicBezTo>
                      <a:pt x="7313" y="8393"/>
                      <a:pt x="7741" y="7968"/>
                      <a:pt x="7741" y="7442"/>
                    </a:cubicBezTo>
                    <a:cubicBezTo>
                      <a:pt x="7741" y="7251"/>
                      <a:pt x="7895" y="7097"/>
                      <a:pt x="8085" y="7097"/>
                    </a:cubicBezTo>
                    <a:cubicBezTo>
                      <a:pt x="8277" y="7097"/>
                      <a:pt x="8429" y="7251"/>
                      <a:pt x="8429" y="7442"/>
                    </a:cubicBezTo>
                    <a:cubicBezTo>
                      <a:pt x="8429" y="7968"/>
                      <a:pt x="8857" y="8393"/>
                      <a:pt x="9381" y="8393"/>
                    </a:cubicBezTo>
                    <a:lnTo>
                      <a:pt x="10355" y="8393"/>
                    </a:lnTo>
                    <a:cubicBezTo>
                      <a:pt x="10879" y="8393"/>
                      <a:pt x="11306" y="7968"/>
                      <a:pt x="11306" y="7442"/>
                    </a:cubicBezTo>
                    <a:lnTo>
                      <a:pt x="11306" y="7097"/>
                    </a:lnTo>
                    <a:close/>
                    <a:moveTo>
                      <a:pt x="6114" y="12159"/>
                    </a:moveTo>
                    <a:cubicBezTo>
                      <a:pt x="6711" y="12448"/>
                      <a:pt x="7378" y="12612"/>
                      <a:pt x="8085" y="12612"/>
                    </a:cubicBezTo>
                    <a:cubicBezTo>
                      <a:pt x="8789" y="12612"/>
                      <a:pt x="9455" y="12449"/>
                      <a:pt x="10049" y="12162"/>
                    </a:cubicBezTo>
                    <a:lnTo>
                      <a:pt x="10049" y="12814"/>
                    </a:lnTo>
                    <a:lnTo>
                      <a:pt x="8081" y="13906"/>
                    </a:lnTo>
                    <a:lnTo>
                      <a:pt x="7344" y="13498"/>
                    </a:lnTo>
                    <a:cubicBezTo>
                      <a:pt x="7298" y="13472"/>
                      <a:pt x="7247" y="13459"/>
                      <a:pt x="7198" y="13459"/>
                    </a:cubicBezTo>
                    <a:cubicBezTo>
                      <a:pt x="7092" y="13459"/>
                      <a:pt x="6988" y="13516"/>
                      <a:pt x="6933" y="13616"/>
                    </a:cubicBezTo>
                    <a:cubicBezTo>
                      <a:pt x="6850" y="13762"/>
                      <a:pt x="6903" y="13948"/>
                      <a:pt x="7050" y="14028"/>
                    </a:cubicBezTo>
                    <a:lnTo>
                      <a:pt x="7554" y="14309"/>
                    </a:lnTo>
                    <a:lnTo>
                      <a:pt x="5915" y="15713"/>
                    </a:lnTo>
                    <a:cubicBezTo>
                      <a:pt x="5913" y="15715"/>
                      <a:pt x="5909" y="15719"/>
                      <a:pt x="5901" y="15719"/>
                    </a:cubicBezTo>
                    <a:cubicBezTo>
                      <a:pt x="5900" y="15719"/>
                      <a:pt x="5899" y="15719"/>
                      <a:pt x="5897" y="15718"/>
                    </a:cubicBezTo>
                    <a:cubicBezTo>
                      <a:pt x="5886" y="15717"/>
                      <a:pt x="5885" y="15711"/>
                      <a:pt x="5883" y="15708"/>
                    </a:cubicBezTo>
                    <a:lnTo>
                      <a:pt x="4859" y="13919"/>
                    </a:lnTo>
                    <a:lnTo>
                      <a:pt x="5285" y="13069"/>
                    </a:lnTo>
                    <a:cubicBezTo>
                      <a:pt x="5285" y="13068"/>
                      <a:pt x="5288" y="13061"/>
                      <a:pt x="5298" y="13059"/>
                    </a:cubicBezTo>
                    <a:cubicBezTo>
                      <a:pt x="5300" y="13059"/>
                      <a:pt x="5302" y="13058"/>
                      <a:pt x="5303" y="13058"/>
                    </a:cubicBezTo>
                    <a:cubicBezTo>
                      <a:pt x="5309" y="13058"/>
                      <a:pt x="5312" y="13061"/>
                      <a:pt x="5313" y="13061"/>
                    </a:cubicBezTo>
                    <a:lnTo>
                      <a:pt x="5976" y="13431"/>
                    </a:lnTo>
                    <a:cubicBezTo>
                      <a:pt x="6022" y="13456"/>
                      <a:pt x="6073" y="13469"/>
                      <a:pt x="6122" y="13469"/>
                    </a:cubicBezTo>
                    <a:cubicBezTo>
                      <a:pt x="6229" y="13469"/>
                      <a:pt x="6333" y="13412"/>
                      <a:pt x="6387" y="13312"/>
                    </a:cubicBezTo>
                    <a:cubicBezTo>
                      <a:pt x="6469" y="13166"/>
                      <a:pt x="6416" y="12981"/>
                      <a:pt x="6270" y="12899"/>
                    </a:cubicBezTo>
                    <a:lnTo>
                      <a:pt x="6114" y="12814"/>
                    </a:lnTo>
                    <a:lnTo>
                      <a:pt x="6114" y="12159"/>
                    </a:lnTo>
                    <a:close/>
                    <a:moveTo>
                      <a:pt x="10869" y="13058"/>
                    </a:moveTo>
                    <a:cubicBezTo>
                      <a:pt x="10870" y="13058"/>
                      <a:pt x="10871" y="13058"/>
                      <a:pt x="10872" y="13058"/>
                    </a:cubicBezTo>
                    <a:cubicBezTo>
                      <a:pt x="10879" y="13061"/>
                      <a:pt x="10884" y="13068"/>
                      <a:pt x="10884" y="13069"/>
                    </a:cubicBezTo>
                    <a:lnTo>
                      <a:pt x="11310" y="13919"/>
                    </a:lnTo>
                    <a:lnTo>
                      <a:pt x="10286" y="15708"/>
                    </a:lnTo>
                    <a:cubicBezTo>
                      <a:pt x="10285" y="15711"/>
                      <a:pt x="10282" y="15717"/>
                      <a:pt x="10272" y="15718"/>
                    </a:cubicBezTo>
                    <a:cubicBezTo>
                      <a:pt x="10271" y="15719"/>
                      <a:pt x="10270" y="15719"/>
                      <a:pt x="10268" y="15719"/>
                    </a:cubicBezTo>
                    <a:cubicBezTo>
                      <a:pt x="10262" y="15719"/>
                      <a:pt x="10257" y="15715"/>
                      <a:pt x="10255" y="15713"/>
                    </a:cubicBezTo>
                    <a:lnTo>
                      <a:pt x="8614" y="14306"/>
                    </a:lnTo>
                    <a:lnTo>
                      <a:pt x="10856" y="13061"/>
                    </a:lnTo>
                    <a:cubicBezTo>
                      <a:pt x="10857" y="13061"/>
                      <a:pt x="10863" y="13058"/>
                      <a:pt x="10869" y="13058"/>
                    </a:cubicBezTo>
                    <a:close/>
                    <a:moveTo>
                      <a:pt x="8085" y="14652"/>
                    </a:moveTo>
                    <a:lnTo>
                      <a:pt x="9036" y="15467"/>
                    </a:lnTo>
                    <a:lnTo>
                      <a:pt x="8558" y="15946"/>
                    </a:lnTo>
                    <a:cubicBezTo>
                      <a:pt x="8432" y="16073"/>
                      <a:pt x="8264" y="16141"/>
                      <a:pt x="8085" y="16141"/>
                    </a:cubicBezTo>
                    <a:cubicBezTo>
                      <a:pt x="7907" y="16141"/>
                      <a:pt x="7740" y="16073"/>
                      <a:pt x="7613" y="15946"/>
                    </a:cubicBezTo>
                    <a:lnTo>
                      <a:pt x="7134" y="15467"/>
                    </a:lnTo>
                    <a:lnTo>
                      <a:pt x="8085" y="14652"/>
                    </a:lnTo>
                    <a:close/>
                    <a:moveTo>
                      <a:pt x="6464" y="0"/>
                    </a:moveTo>
                    <a:cubicBezTo>
                      <a:pt x="5937" y="0"/>
                      <a:pt x="5470" y="256"/>
                      <a:pt x="5178" y="650"/>
                    </a:cubicBezTo>
                    <a:lnTo>
                      <a:pt x="5166" y="650"/>
                    </a:lnTo>
                    <a:cubicBezTo>
                      <a:pt x="3747" y="650"/>
                      <a:pt x="2593" y="1805"/>
                      <a:pt x="2593" y="3224"/>
                    </a:cubicBezTo>
                    <a:lnTo>
                      <a:pt x="2593" y="6837"/>
                    </a:lnTo>
                    <a:cubicBezTo>
                      <a:pt x="2418" y="7012"/>
                      <a:pt x="2303" y="7240"/>
                      <a:pt x="2276" y="7491"/>
                    </a:cubicBezTo>
                    <a:cubicBezTo>
                      <a:pt x="2246" y="7805"/>
                      <a:pt x="2347" y="8119"/>
                      <a:pt x="2558" y="8351"/>
                    </a:cubicBezTo>
                    <a:cubicBezTo>
                      <a:pt x="2768" y="8585"/>
                      <a:pt x="3071" y="8719"/>
                      <a:pt x="3385" y="8719"/>
                    </a:cubicBezTo>
                    <a:lnTo>
                      <a:pt x="3611" y="8719"/>
                    </a:lnTo>
                    <a:cubicBezTo>
                      <a:pt x="3789" y="9993"/>
                      <a:pt x="4501" y="11098"/>
                      <a:pt x="5510" y="11804"/>
                    </a:cubicBezTo>
                    <a:lnTo>
                      <a:pt x="5510" y="12489"/>
                    </a:lnTo>
                    <a:cubicBezTo>
                      <a:pt x="5444" y="12467"/>
                      <a:pt x="5373" y="12455"/>
                      <a:pt x="5302" y="12455"/>
                    </a:cubicBezTo>
                    <a:cubicBezTo>
                      <a:pt x="5240" y="12455"/>
                      <a:pt x="5177" y="12464"/>
                      <a:pt x="5118" y="12482"/>
                    </a:cubicBezTo>
                    <a:cubicBezTo>
                      <a:pt x="4956" y="12532"/>
                      <a:pt x="4818" y="12648"/>
                      <a:pt x="4742" y="12802"/>
                    </a:cubicBezTo>
                    <a:lnTo>
                      <a:pt x="4302" y="13680"/>
                    </a:lnTo>
                    <a:lnTo>
                      <a:pt x="1587" y="14516"/>
                    </a:lnTo>
                    <a:cubicBezTo>
                      <a:pt x="637" y="14809"/>
                      <a:pt x="1" y="15673"/>
                      <a:pt x="1" y="16667"/>
                    </a:cubicBezTo>
                    <a:lnTo>
                      <a:pt x="1" y="20418"/>
                    </a:lnTo>
                    <a:cubicBezTo>
                      <a:pt x="1" y="20587"/>
                      <a:pt x="136" y="20723"/>
                      <a:pt x="303" y="20723"/>
                    </a:cubicBezTo>
                    <a:cubicBezTo>
                      <a:pt x="472" y="20723"/>
                      <a:pt x="607" y="20587"/>
                      <a:pt x="607" y="20418"/>
                    </a:cubicBezTo>
                    <a:lnTo>
                      <a:pt x="607" y="16667"/>
                    </a:lnTo>
                    <a:cubicBezTo>
                      <a:pt x="607" y="15940"/>
                      <a:pt x="1073" y="15310"/>
                      <a:pt x="1766" y="15096"/>
                    </a:cubicBezTo>
                    <a:lnTo>
                      <a:pt x="2590" y="14842"/>
                    </a:lnTo>
                    <a:lnTo>
                      <a:pt x="2590" y="20418"/>
                    </a:lnTo>
                    <a:cubicBezTo>
                      <a:pt x="2590" y="20587"/>
                      <a:pt x="2725" y="20723"/>
                      <a:pt x="2894" y="20723"/>
                    </a:cubicBezTo>
                    <a:cubicBezTo>
                      <a:pt x="3061" y="20723"/>
                      <a:pt x="3197" y="20587"/>
                      <a:pt x="3197" y="20418"/>
                    </a:cubicBezTo>
                    <a:lnTo>
                      <a:pt x="3197" y="14654"/>
                    </a:lnTo>
                    <a:lnTo>
                      <a:pt x="4374" y="14292"/>
                    </a:lnTo>
                    <a:lnTo>
                      <a:pt x="5356" y="16011"/>
                    </a:lnTo>
                    <a:cubicBezTo>
                      <a:pt x="5449" y="16174"/>
                      <a:pt x="5609" y="16287"/>
                      <a:pt x="5793" y="16318"/>
                    </a:cubicBezTo>
                    <a:cubicBezTo>
                      <a:pt x="5829" y="16324"/>
                      <a:pt x="5865" y="16327"/>
                      <a:pt x="5900" y="16327"/>
                    </a:cubicBezTo>
                    <a:cubicBezTo>
                      <a:pt x="6049" y="16327"/>
                      <a:pt x="6193" y="16275"/>
                      <a:pt x="6309" y="16175"/>
                    </a:cubicBezTo>
                    <a:lnTo>
                      <a:pt x="6671" y="15866"/>
                    </a:lnTo>
                    <a:lnTo>
                      <a:pt x="7181" y="16375"/>
                    </a:lnTo>
                    <a:cubicBezTo>
                      <a:pt x="7423" y="16617"/>
                      <a:pt x="7744" y="16748"/>
                      <a:pt x="8085" y="16748"/>
                    </a:cubicBezTo>
                    <a:cubicBezTo>
                      <a:pt x="8427" y="16748"/>
                      <a:pt x="8745" y="16617"/>
                      <a:pt x="8986" y="16375"/>
                    </a:cubicBezTo>
                    <a:lnTo>
                      <a:pt x="9498" y="15866"/>
                    </a:lnTo>
                    <a:lnTo>
                      <a:pt x="9859" y="16175"/>
                    </a:lnTo>
                    <a:cubicBezTo>
                      <a:pt x="9976" y="16274"/>
                      <a:pt x="10119" y="16327"/>
                      <a:pt x="10269" y="16327"/>
                    </a:cubicBezTo>
                    <a:cubicBezTo>
                      <a:pt x="10305" y="16327"/>
                      <a:pt x="10340" y="16324"/>
                      <a:pt x="10376" y="16318"/>
                    </a:cubicBezTo>
                    <a:cubicBezTo>
                      <a:pt x="10562" y="16287"/>
                      <a:pt x="10720" y="16174"/>
                      <a:pt x="10813" y="16011"/>
                    </a:cubicBezTo>
                    <a:lnTo>
                      <a:pt x="11797" y="14290"/>
                    </a:lnTo>
                    <a:lnTo>
                      <a:pt x="12971" y="14652"/>
                    </a:lnTo>
                    <a:lnTo>
                      <a:pt x="12971" y="20417"/>
                    </a:lnTo>
                    <a:cubicBezTo>
                      <a:pt x="12971" y="20586"/>
                      <a:pt x="13107" y="20721"/>
                      <a:pt x="13275" y="20721"/>
                    </a:cubicBezTo>
                    <a:cubicBezTo>
                      <a:pt x="13442" y="20721"/>
                      <a:pt x="13578" y="20586"/>
                      <a:pt x="13578" y="20417"/>
                    </a:cubicBezTo>
                    <a:lnTo>
                      <a:pt x="13578" y="14839"/>
                    </a:lnTo>
                    <a:lnTo>
                      <a:pt x="14411" y="15094"/>
                    </a:lnTo>
                    <a:cubicBezTo>
                      <a:pt x="15103" y="15309"/>
                      <a:pt x="15570" y="15938"/>
                      <a:pt x="15570" y="16665"/>
                    </a:cubicBezTo>
                    <a:lnTo>
                      <a:pt x="15570" y="20417"/>
                    </a:lnTo>
                    <a:cubicBezTo>
                      <a:pt x="15570" y="20586"/>
                      <a:pt x="15706" y="20721"/>
                      <a:pt x="15874" y="20721"/>
                    </a:cubicBezTo>
                    <a:cubicBezTo>
                      <a:pt x="16042" y="20721"/>
                      <a:pt x="16177" y="20586"/>
                      <a:pt x="16177" y="20417"/>
                    </a:cubicBezTo>
                    <a:lnTo>
                      <a:pt x="16177" y="16665"/>
                    </a:lnTo>
                    <a:cubicBezTo>
                      <a:pt x="16176" y="15668"/>
                      <a:pt x="15539" y="14804"/>
                      <a:pt x="14589" y="14512"/>
                    </a:cubicBezTo>
                    <a:lnTo>
                      <a:pt x="11864" y="13673"/>
                    </a:lnTo>
                    <a:lnTo>
                      <a:pt x="11427" y="12796"/>
                    </a:lnTo>
                    <a:cubicBezTo>
                      <a:pt x="11351" y="12645"/>
                      <a:pt x="11214" y="12528"/>
                      <a:pt x="11053" y="12477"/>
                    </a:cubicBezTo>
                    <a:cubicBezTo>
                      <a:pt x="10992" y="12458"/>
                      <a:pt x="10929" y="12449"/>
                      <a:pt x="10867" y="12449"/>
                    </a:cubicBezTo>
                    <a:cubicBezTo>
                      <a:pt x="10797" y="12449"/>
                      <a:pt x="10726" y="12461"/>
                      <a:pt x="10659" y="12484"/>
                    </a:cubicBezTo>
                    <a:lnTo>
                      <a:pt x="10659" y="11805"/>
                    </a:lnTo>
                    <a:cubicBezTo>
                      <a:pt x="11673" y="11103"/>
                      <a:pt x="12387" y="9993"/>
                      <a:pt x="12565" y="8718"/>
                    </a:cubicBezTo>
                    <a:lnTo>
                      <a:pt x="12747" y="8718"/>
                    </a:lnTo>
                    <a:cubicBezTo>
                      <a:pt x="13338" y="8718"/>
                      <a:pt x="13846" y="8278"/>
                      <a:pt x="13902" y="7715"/>
                    </a:cubicBezTo>
                    <a:cubicBezTo>
                      <a:pt x="13934" y="7401"/>
                      <a:pt x="13831" y="7087"/>
                      <a:pt x="13619" y="6855"/>
                    </a:cubicBezTo>
                    <a:cubicBezTo>
                      <a:pt x="13607" y="6841"/>
                      <a:pt x="13592" y="6827"/>
                      <a:pt x="13581" y="6814"/>
                    </a:cubicBezTo>
                    <a:lnTo>
                      <a:pt x="13581" y="4198"/>
                    </a:lnTo>
                    <a:cubicBezTo>
                      <a:pt x="13581" y="1884"/>
                      <a:pt x="11697" y="0"/>
                      <a:pt x="9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4" name="Google Shape;389;p8"/>
              <p:cNvSpPr/>
              <p:nvPr/>
            </p:nvSpPr>
            <p:spPr>
              <a:xfrm>
                <a:off x="877212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5" y="1"/>
                    </a:moveTo>
                    <a:cubicBezTo>
                      <a:pt x="137" y="1"/>
                      <a:pt x="0" y="136"/>
                      <a:pt x="0" y="303"/>
                    </a:cubicBezTo>
                    <a:cubicBezTo>
                      <a:pt x="0" y="472"/>
                      <a:pt x="137" y="608"/>
                      <a:pt x="305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5" name="Google Shape;390;p8"/>
              <p:cNvSpPr/>
              <p:nvPr/>
            </p:nvSpPr>
            <p:spPr>
              <a:xfrm>
                <a:off x="8890560" y="377208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2" h="608">
                    <a:moveTo>
                      <a:pt x="304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4" y="608"/>
                    </a:cubicBezTo>
                    <a:lnTo>
                      <a:pt x="1277" y="608"/>
                    </a:lnTo>
                    <a:cubicBezTo>
                      <a:pt x="1446" y="608"/>
                      <a:pt x="1581" y="472"/>
                      <a:pt x="1581" y="303"/>
                    </a:cubicBez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06" name="Google Shape;391;p8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607" name="Google Shape;392;p8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8" name="Google Shape;393;p8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9" name="Google Shape;394;p8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610" name="PlaceHolder 1"/>
          <p:cNvSpPr>
            <a:spLocks noGrp="1"/>
          </p:cNvSpPr>
          <p:nvPr>
            <p:ph type="title"/>
          </p:nvPr>
        </p:nvSpPr>
        <p:spPr>
          <a:xfrm>
            <a:off x="720000" y="1217160"/>
            <a:ext cx="7703640" cy="2708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en-US" sz="8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2" name="Google Shape;397;p9"/>
          <p:cNvGrpSpPr/>
          <p:nvPr/>
        </p:nvGrpSpPr>
        <p:grpSpPr>
          <a:xfrm>
            <a:off x="8428320" y="0"/>
            <a:ext cx="858240" cy="856800"/>
            <a:chOff x="8428320" y="0"/>
            <a:chExt cx="858240" cy="856800"/>
          </a:xfrm>
        </p:grpSpPr>
        <p:sp>
          <p:nvSpPr>
            <p:cNvPr id="1613" name="Google Shape;398;p9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14" name="Google Shape;399;p9"/>
            <p:cNvGrpSpPr/>
            <p:nvPr/>
          </p:nvGrpSpPr>
          <p:grpSpPr>
            <a:xfrm>
              <a:off x="8589240" y="171360"/>
              <a:ext cx="536760" cy="685440"/>
              <a:chOff x="8589240" y="171360"/>
              <a:chExt cx="536760" cy="685440"/>
            </a:xfrm>
          </p:grpSpPr>
          <p:sp>
            <p:nvSpPr>
              <p:cNvPr id="1615" name="Google Shape;400;p9"/>
              <p:cNvSpPr/>
              <p:nvPr/>
            </p:nvSpPr>
            <p:spPr>
              <a:xfrm>
                <a:off x="878292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5" y="1"/>
                    </a:moveTo>
                    <a:cubicBezTo>
                      <a:pt x="136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6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6" name="Google Shape;401;p9"/>
              <p:cNvSpPr/>
              <p:nvPr/>
            </p:nvSpPr>
            <p:spPr>
              <a:xfrm>
                <a:off x="8912160" y="4507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7" name="Google Shape;402;p9"/>
              <p:cNvSpPr/>
              <p:nvPr/>
            </p:nvSpPr>
            <p:spPr>
              <a:xfrm>
                <a:off x="8826120" y="53640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1"/>
                    </a:moveTo>
                    <a:cubicBezTo>
                      <a:pt x="137" y="1"/>
                      <a:pt x="1" y="136"/>
                      <a:pt x="1" y="304"/>
                    </a:cubicBezTo>
                    <a:cubicBezTo>
                      <a:pt x="1" y="472"/>
                      <a:pt x="137" y="608"/>
                      <a:pt x="305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4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8" name="Google Shape;403;p9"/>
              <p:cNvSpPr/>
              <p:nvPr/>
            </p:nvSpPr>
            <p:spPr>
              <a:xfrm>
                <a:off x="85892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6" h="20727">
                    <a:moveTo>
                      <a:pt x="8086" y="1909"/>
                    </a:moveTo>
                    <a:cubicBezTo>
                      <a:pt x="8635" y="1909"/>
                      <a:pt x="9082" y="2356"/>
                      <a:pt x="9082" y="2903"/>
                    </a:cubicBezTo>
                    <a:cubicBezTo>
                      <a:pt x="9082" y="3451"/>
                      <a:pt x="8635" y="3897"/>
                      <a:pt x="8086" y="3897"/>
                    </a:cubicBezTo>
                    <a:cubicBezTo>
                      <a:pt x="8086" y="3897"/>
                      <a:pt x="8085" y="3897"/>
                      <a:pt x="8084" y="3897"/>
                    </a:cubicBezTo>
                    <a:cubicBezTo>
                      <a:pt x="7538" y="3897"/>
                      <a:pt x="7092" y="3450"/>
                      <a:pt x="7092" y="2903"/>
                    </a:cubicBezTo>
                    <a:cubicBezTo>
                      <a:pt x="7092" y="2356"/>
                      <a:pt x="7539" y="1909"/>
                      <a:pt x="8086" y="1909"/>
                    </a:cubicBezTo>
                    <a:close/>
                    <a:moveTo>
                      <a:pt x="8088" y="609"/>
                    </a:moveTo>
                    <a:cubicBezTo>
                      <a:pt x="9435" y="609"/>
                      <a:pt x="10730" y="916"/>
                      <a:pt x="11830" y="1500"/>
                    </a:cubicBezTo>
                    <a:cubicBezTo>
                      <a:pt x="12891" y="2063"/>
                      <a:pt x="13698" y="2839"/>
                      <a:pt x="14165" y="3746"/>
                    </a:cubicBezTo>
                    <a:cubicBezTo>
                      <a:pt x="14323" y="4055"/>
                      <a:pt x="14309" y="4420"/>
                      <a:pt x="14126" y="4715"/>
                    </a:cubicBezTo>
                    <a:cubicBezTo>
                      <a:pt x="13945" y="5014"/>
                      <a:pt x="13626" y="5194"/>
                      <a:pt x="13276" y="5194"/>
                    </a:cubicBezTo>
                    <a:lnTo>
                      <a:pt x="13258" y="5194"/>
                    </a:lnTo>
                    <a:lnTo>
                      <a:pt x="13258" y="4851"/>
                    </a:lnTo>
                    <a:cubicBezTo>
                      <a:pt x="13258" y="4327"/>
                      <a:pt x="12831" y="3898"/>
                      <a:pt x="12304" y="3898"/>
                    </a:cubicBezTo>
                    <a:lnTo>
                      <a:pt x="9340" y="3898"/>
                    </a:lnTo>
                    <a:cubicBezTo>
                      <a:pt x="9556" y="3624"/>
                      <a:pt x="9687" y="3280"/>
                      <a:pt x="9687" y="2903"/>
                    </a:cubicBezTo>
                    <a:cubicBezTo>
                      <a:pt x="9687" y="2022"/>
                      <a:pt x="8969" y="1302"/>
                      <a:pt x="8085" y="1302"/>
                    </a:cubicBezTo>
                    <a:cubicBezTo>
                      <a:pt x="7204" y="1302"/>
                      <a:pt x="6484" y="2020"/>
                      <a:pt x="6484" y="2903"/>
                    </a:cubicBezTo>
                    <a:cubicBezTo>
                      <a:pt x="6484" y="3279"/>
                      <a:pt x="6614" y="3624"/>
                      <a:pt x="6833" y="3898"/>
                    </a:cubicBezTo>
                    <a:lnTo>
                      <a:pt x="3869" y="3898"/>
                    </a:lnTo>
                    <a:cubicBezTo>
                      <a:pt x="3344" y="3898"/>
                      <a:pt x="2915" y="4327"/>
                      <a:pt x="2915" y="4851"/>
                    </a:cubicBezTo>
                    <a:lnTo>
                      <a:pt x="2915" y="5197"/>
                    </a:lnTo>
                    <a:lnTo>
                      <a:pt x="2898" y="5197"/>
                    </a:lnTo>
                    <a:lnTo>
                      <a:pt x="2898" y="5195"/>
                    </a:lnTo>
                    <a:cubicBezTo>
                      <a:pt x="2548" y="5195"/>
                      <a:pt x="2230" y="5017"/>
                      <a:pt x="2047" y="4717"/>
                    </a:cubicBezTo>
                    <a:cubicBezTo>
                      <a:pt x="1864" y="4420"/>
                      <a:pt x="1851" y="4057"/>
                      <a:pt x="2011" y="3746"/>
                    </a:cubicBezTo>
                    <a:cubicBezTo>
                      <a:pt x="2475" y="2839"/>
                      <a:pt x="3284" y="2065"/>
                      <a:pt x="4346" y="1500"/>
                    </a:cubicBezTo>
                    <a:cubicBezTo>
                      <a:pt x="5446" y="918"/>
                      <a:pt x="6740" y="609"/>
                      <a:pt x="8088" y="609"/>
                    </a:cubicBezTo>
                    <a:close/>
                    <a:moveTo>
                      <a:pt x="12304" y="4505"/>
                    </a:moveTo>
                    <a:cubicBezTo>
                      <a:pt x="12495" y="4505"/>
                      <a:pt x="12651" y="4660"/>
                      <a:pt x="12651" y="4851"/>
                    </a:cubicBezTo>
                    <a:lnTo>
                      <a:pt x="12651" y="5845"/>
                    </a:lnTo>
                    <a:lnTo>
                      <a:pt x="11008" y="5845"/>
                    </a:lnTo>
                    <a:cubicBezTo>
                      <a:pt x="10840" y="5845"/>
                      <a:pt x="10704" y="5981"/>
                      <a:pt x="10704" y="6149"/>
                    </a:cubicBezTo>
                    <a:cubicBezTo>
                      <a:pt x="10704" y="6316"/>
                      <a:pt x="10840" y="6452"/>
                      <a:pt x="11008" y="6452"/>
                    </a:cubicBezTo>
                    <a:lnTo>
                      <a:pt x="12488" y="6452"/>
                    </a:lnTo>
                    <a:cubicBezTo>
                      <a:pt x="12258" y="6676"/>
                      <a:pt x="11824" y="6877"/>
                      <a:pt x="11433" y="7007"/>
                    </a:cubicBezTo>
                    <a:cubicBezTo>
                      <a:pt x="10544" y="7304"/>
                      <a:pt x="9356" y="7466"/>
                      <a:pt x="8088" y="7466"/>
                    </a:cubicBezTo>
                    <a:cubicBezTo>
                      <a:pt x="6818" y="7466"/>
                      <a:pt x="5630" y="7303"/>
                      <a:pt x="4742" y="7007"/>
                    </a:cubicBezTo>
                    <a:cubicBezTo>
                      <a:pt x="4353" y="6877"/>
                      <a:pt x="3918" y="6676"/>
                      <a:pt x="3686" y="6452"/>
                    </a:cubicBezTo>
                    <a:lnTo>
                      <a:pt x="9709" y="6452"/>
                    </a:lnTo>
                    <a:cubicBezTo>
                      <a:pt x="9876" y="6452"/>
                      <a:pt x="10012" y="6316"/>
                      <a:pt x="10012" y="6149"/>
                    </a:cubicBezTo>
                    <a:cubicBezTo>
                      <a:pt x="10012" y="5981"/>
                      <a:pt x="9876" y="5845"/>
                      <a:pt x="9709" y="5845"/>
                    </a:cubicBezTo>
                    <a:lnTo>
                      <a:pt x="3525" y="5845"/>
                    </a:lnTo>
                    <a:lnTo>
                      <a:pt x="3525" y="4851"/>
                    </a:lnTo>
                    <a:cubicBezTo>
                      <a:pt x="3525" y="4660"/>
                      <a:pt x="3679" y="4505"/>
                      <a:pt x="3871" y="4505"/>
                    </a:cubicBezTo>
                    <a:close/>
                    <a:moveTo>
                      <a:pt x="12648" y="7099"/>
                    </a:moveTo>
                    <a:lnTo>
                      <a:pt x="12648" y="8114"/>
                    </a:lnTo>
                    <a:lnTo>
                      <a:pt x="12304" y="8114"/>
                    </a:lnTo>
                    <a:cubicBezTo>
                      <a:pt x="12115" y="8114"/>
                      <a:pt x="11960" y="7959"/>
                      <a:pt x="11960" y="7769"/>
                    </a:cubicBezTo>
                    <a:lnTo>
                      <a:pt x="11960" y="7459"/>
                    </a:lnTo>
                    <a:lnTo>
                      <a:pt x="11958" y="7459"/>
                    </a:lnTo>
                    <a:cubicBezTo>
                      <a:pt x="12244" y="7343"/>
                      <a:pt x="12469" y="7222"/>
                      <a:pt x="12648" y="7099"/>
                    </a:cubicBezTo>
                    <a:close/>
                    <a:moveTo>
                      <a:pt x="3523" y="7100"/>
                    </a:moveTo>
                    <a:cubicBezTo>
                      <a:pt x="3702" y="7222"/>
                      <a:pt x="3928" y="7344"/>
                      <a:pt x="4215" y="7459"/>
                    </a:cubicBezTo>
                    <a:lnTo>
                      <a:pt x="4215" y="7770"/>
                    </a:lnTo>
                    <a:cubicBezTo>
                      <a:pt x="4215" y="7961"/>
                      <a:pt x="4060" y="8116"/>
                      <a:pt x="3871" y="8116"/>
                    </a:cubicBezTo>
                    <a:lnTo>
                      <a:pt x="3523" y="8116"/>
                    </a:lnTo>
                    <a:lnTo>
                      <a:pt x="3523" y="7100"/>
                    </a:lnTo>
                    <a:close/>
                    <a:moveTo>
                      <a:pt x="11353" y="7664"/>
                    </a:moveTo>
                    <a:lnTo>
                      <a:pt x="11353" y="7769"/>
                    </a:lnTo>
                    <a:cubicBezTo>
                      <a:pt x="11353" y="8293"/>
                      <a:pt x="11780" y="8721"/>
                      <a:pt x="12304" y="8721"/>
                    </a:cubicBezTo>
                    <a:lnTo>
                      <a:pt x="12791" y="8721"/>
                    </a:lnTo>
                    <a:cubicBezTo>
                      <a:pt x="12934" y="8721"/>
                      <a:pt x="13072" y="8783"/>
                      <a:pt x="13168" y="8890"/>
                    </a:cubicBezTo>
                    <a:cubicBezTo>
                      <a:pt x="13265" y="8997"/>
                      <a:pt x="13311" y="9137"/>
                      <a:pt x="13296" y="9284"/>
                    </a:cubicBezTo>
                    <a:cubicBezTo>
                      <a:pt x="13272" y="9537"/>
                      <a:pt x="13029" y="9737"/>
                      <a:pt x="12745" y="9737"/>
                    </a:cubicBezTo>
                    <a:lnTo>
                      <a:pt x="12608" y="9737"/>
                    </a:lnTo>
                    <a:lnTo>
                      <a:pt x="12608" y="9719"/>
                    </a:lnTo>
                    <a:cubicBezTo>
                      <a:pt x="12608" y="9551"/>
                      <a:pt x="12472" y="9415"/>
                      <a:pt x="12304" y="9415"/>
                    </a:cubicBezTo>
                    <a:cubicBezTo>
                      <a:pt x="12137" y="9415"/>
                      <a:pt x="12001" y="9551"/>
                      <a:pt x="12001" y="9719"/>
                    </a:cubicBezTo>
                    <a:cubicBezTo>
                      <a:pt x="11998" y="11876"/>
                      <a:pt x="10244" y="13628"/>
                      <a:pt x="8088" y="13628"/>
                    </a:cubicBezTo>
                    <a:cubicBezTo>
                      <a:pt x="5928" y="13628"/>
                      <a:pt x="4172" y="11873"/>
                      <a:pt x="4172" y="9715"/>
                    </a:cubicBezTo>
                    <a:cubicBezTo>
                      <a:pt x="4172" y="9548"/>
                      <a:pt x="4036" y="9412"/>
                      <a:pt x="3869" y="9412"/>
                    </a:cubicBezTo>
                    <a:cubicBezTo>
                      <a:pt x="3701" y="9412"/>
                      <a:pt x="3565" y="9548"/>
                      <a:pt x="3565" y="9715"/>
                    </a:cubicBezTo>
                    <a:lnTo>
                      <a:pt x="3565" y="9737"/>
                    </a:lnTo>
                    <a:lnTo>
                      <a:pt x="3384" y="9737"/>
                    </a:lnTo>
                    <a:cubicBezTo>
                      <a:pt x="3241" y="9737"/>
                      <a:pt x="3104" y="9677"/>
                      <a:pt x="3006" y="9570"/>
                    </a:cubicBezTo>
                    <a:cubicBezTo>
                      <a:pt x="2908" y="9462"/>
                      <a:pt x="2864" y="9321"/>
                      <a:pt x="2878" y="9175"/>
                    </a:cubicBezTo>
                    <a:cubicBezTo>
                      <a:pt x="2904" y="8921"/>
                      <a:pt x="3146" y="8721"/>
                      <a:pt x="3429" y="8721"/>
                    </a:cubicBezTo>
                    <a:lnTo>
                      <a:pt x="3871" y="8721"/>
                    </a:lnTo>
                    <a:cubicBezTo>
                      <a:pt x="4396" y="8721"/>
                      <a:pt x="4822" y="8294"/>
                      <a:pt x="4822" y="7769"/>
                    </a:cubicBezTo>
                    <a:lnTo>
                      <a:pt x="4822" y="7664"/>
                    </a:lnTo>
                    <a:cubicBezTo>
                      <a:pt x="5733" y="7927"/>
                      <a:pt x="6878" y="8071"/>
                      <a:pt x="8088" y="8071"/>
                    </a:cubicBezTo>
                    <a:cubicBezTo>
                      <a:pt x="9296" y="8071"/>
                      <a:pt x="10440" y="7929"/>
                      <a:pt x="11353" y="7664"/>
                    </a:cubicBezTo>
                    <a:close/>
                    <a:moveTo>
                      <a:pt x="6116" y="13784"/>
                    </a:moveTo>
                    <a:cubicBezTo>
                      <a:pt x="6713" y="14072"/>
                      <a:pt x="7379" y="14237"/>
                      <a:pt x="8086" y="14237"/>
                    </a:cubicBezTo>
                    <a:cubicBezTo>
                      <a:pt x="8791" y="14237"/>
                      <a:pt x="9456" y="14077"/>
                      <a:pt x="10052" y="13787"/>
                    </a:cubicBezTo>
                    <a:lnTo>
                      <a:pt x="10052" y="14440"/>
                    </a:lnTo>
                    <a:lnTo>
                      <a:pt x="8084" y="15532"/>
                    </a:lnTo>
                    <a:lnTo>
                      <a:pt x="7347" y="15121"/>
                    </a:lnTo>
                    <a:cubicBezTo>
                      <a:pt x="7300" y="15095"/>
                      <a:pt x="7249" y="15083"/>
                      <a:pt x="7199" y="15083"/>
                    </a:cubicBezTo>
                    <a:cubicBezTo>
                      <a:pt x="7093" y="15083"/>
                      <a:pt x="6989" y="15139"/>
                      <a:pt x="6934" y="15239"/>
                    </a:cubicBezTo>
                    <a:cubicBezTo>
                      <a:pt x="6852" y="15385"/>
                      <a:pt x="6905" y="15571"/>
                      <a:pt x="7051" y="15652"/>
                    </a:cubicBezTo>
                    <a:lnTo>
                      <a:pt x="7555" y="15932"/>
                    </a:lnTo>
                    <a:lnTo>
                      <a:pt x="5913" y="17340"/>
                    </a:lnTo>
                    <a:cubicBezTo>
                      <a:pt x="5911" y="17341"/>
                      <a:pt x="5907" y="17346"/>
                      <a:pt x="5899" y="17346"/>
                    </a:cubicBezTo>
                    <a:cubicBezTo>
                      <a:pt x="5898" y="17346"/>
                      <a:pt x="5897" y="17346"/>
                      <a:pt x="5896" y="17346"/>
                    </a:cubicBezTo>
                    <a:cubicBezTo>
                      <a:pt x="5886" y="17344"/>
                      <a:pt x="5883" y="17339"/>
                      <a:pt x="5880" y="17334"/>
                    </a:cubicBezTo>
                    <a:lnTo>
                      <a:pt x="4857" y="15546"/>
                    </a:lnTo>
                    <a:lnTo>
                      <a:pt x="5283" y="14697"/>
                    </a:lnTo>
                    <a:cubicBezTo>
                      <a:pt x="5283" y="14694"/>
                      <a:pt x="5286" y="14688"/>
                      <a:pt x="5294" y="14685"/>
                    </a:cubicBezTo>
                    <a:cubicBezTo>
                      <a:pt x="5296" y="14685"/>
                      <a:pt x="5297" y="14685"/>
                      <a:pt x="5298" y="14685"/>
                    </a:cubicBezTo>
                    <a:cubicBezTo>
                      <a:pt x="5306" y="14685"/>
                      <a:pt x="5309" y="14688"/>
                      <a:pt x="5312" y="14688"/>
                    </a:cubicBezTo>
                    <a:lnTo>
                      <a:pt x="5976" y="15055"/>
                    </a:lnTo>
                    <a:cubicBezTo>
                      <a:pt x="6022" y="15081"/>
                      <a:pt x="6073" y="15094"/>
                      <a:pt x="6123" y="15094"/>
                    </a:cubicBezTo>
                    <a:cubicBezTo>
                      <a:pt x="6229" y="15094"/>
                      <a:pt x="6332" y="15037"/>
                      <a:pt x="6387" y="14938"/>
                    </a:cubicBezTo>
                    <a:cubicBezTo>
                      <a:pt x="6468" y="14791"/>
                      <a:pt x="6415" y="14607"/>
                      <a:pt x="6270" y="14525"/>
                    </a:cubicBezTo>
                    <a:lnTo>
                      <a:pt x="6116" y="14440"/>
                    </a:lnTo>
                    <a:lnTo>
                      <a:pt x="6116" y="13784"/>
                    </a:lnTo>
                    <a:close/>
                    <a:moveTo>
                      <a:pt x="10866" y="14685"/>
                    </a:moveTo>
                    <a:cubicBezTo>
                      <a:pt x="10868" y="14685"/>
                      <a:pt x="10869" y="14685"/>
                      <a:pt x="10870" y="14685"/>
                    </a:cubicBezTo>
                    <a:cubicBezTo>
                      <a:pt x="10880" y="14687"/>
                      <a:pt x="10883" y="14694"/>
                      <a:pt x="10883" y="14697"/>
                    </a:cubicBezTo>
                    <a:lnTo>
                      <a:pt x="11308" y="15546"/>
                    </a:lnTo>
                    <a:lnTo>
                      <a:pt x="10284" y="17334"/>
                    </a:lnTo>
                    <a:cubicBezTo>
                      <a:pt x="10283" y="17339"/>
                      <a:pt x="10280" y="17344"/>
                      <a:pt x="10270" y="17346"/>
                    </a:cubicBezTo>
                    <a:cubicBezTo>
                      <a:pt x="10269" y="17346"/>
                      <a:pt x="10267" y="17346"/>
                      <a:pt x="10266" y="17346"/>
                    </a:cubicBezTo>
                    <a:cubicBezTo>
                      <a:pt x="10260" y="17346"/>
                      <a:pt x="10255" y="17344"/>
                      <a:pt x="10253" y="17340"/>
                    </a:cubicBezTo>
                    <a:lnTo>
                      <a:pt x="8612" y="15933"/>
                    </a:lnTo>
                    <a:lnTo>
                      <a:pt x="10854" y="14688"/>
                    </a:lnTo>
                    <a:cubicBezTo>
                      <a:pt x="10855" y="14688"/>
                      <a:pt x="10860" y="14685"/>
                      <a:pt x="10866" y="14685"/>
                    </a:cubicBezTo>
                    <a:close/>
                    <a:moveTo>
                      <a:pt x="8082" y="16280"/>
                    </a:moveTo>
                    <a:lnTo>
                      <a:pt x="8741" y="16845"/>
                    </a:lnTo>
                    <a:lnTo>
                      <a:pt x="8595" y="17287"/>
                    </a:lnTo>
                    <a:cubicBezTo>
                      <a:pt x="8548" y="17427"/>
                      <a:pt x="8415" y="17523"/>
                      <a:pt x="8265" y="17523"/>
                    </a:cubicBezTo>
                    <a:lnTo>
                      <a:pt x="7904" y="17523"/>
                    </a:lnTo>
                    <a:cubicBezTo>
                      <a:pt x="7754" y="17523"/>
                      <a:pt x="7622" y="17427"/>
                      <a:pt x="7575" y="17287"/>
                    </a:cubicBezTo>
                    <a:lnTo>
                      <a:pt x="7427" y="16840"/>
                    </a:lnTo>
                    <a:lnTo>
                      <a:pt x="8082" y="16280"/>
                    </a:lnTo>
                    <a:close/>
                    <a:moveTo>
                      <a:pt x="8089" y="1"/>
                    </a:moveTo>
                    <a:cubicBezTo>
                      <a:pt x="6641" y="1"/>
                      <a:pt x="5250" y="332"/>
                      <a:pt x="4063" y="961"/>
                    </a:cubicBezTo>
                    <a:cubicBezTo>
                      <a:pt x="2891" y="1582"/>
                      <a:pt x="1997" y="2447"/>
                      <a:pt x="1473" y="3466"/>
                    </a:cubicBezTo>
                    <a:cubicBezTo>
                      <a:pt x="1216" y="3965"/>
                      <a:pt x="1240" y="4550"/>
                      <a:pt x="1533" y="5029"/>
                    </a:cubicBezTo>
                    <a:cubicBezTo>
                      <a:pt x="1827" y="5511"/>
                      <a:pt x="2337" y="5799"/>
                      <a:pt x="2901" y="5799"/>
                    </a:cubicBezTo>
                    <a:lnTo>
                      <a:pt x="2921" y="5799"/>
                    </a:lnTo>
                    <a:lnTo>
                      <a:pt x="2921" y="8227"/>
                    </a:lnTo>
                    <a:cubicBezTo>
                      <a:pt x="2571" y="8393"/>
                      <a:pt x="2318" y="8723"/>
                      <a:pt x="2278" y="9113"/>
                    </a:cubicBezTo>
                    <a:cubicBezTo>
                      <a:pt x="2247" y="9427"/>
                      <a:pt x="2350" y="9741"/>
                      <a:pt x="2561" y="9972"/>
                    </a:cubicBezTo>
                    <a:cubicBezTo>
                      <a:pt x="2771" y="10206"/>
                      <a:pt x="3072" y="10341"/>
                      <a:pt x="3386" y="10341"/>
                    </a:cubicBezTo>
                    <a:lnTo>
                      <a:pt x="3613" y="10341"/>
                    </a:lnTo>
                    <a:cubicBezTo>
                      <a:pt x="3792" y="11615"/>
                      <a:pt x="4503" y="12720"/>
                      <a:pt x="5513" y="13426"/>
                    </a:cubicBezTo>
                    <a:lnTo>
                      <a:pt x="5513" y="14111"/>
                    </a:lnTo>
                    <a:cubicBezTo>
                      <a:pt x="5445" y="14088"/>
                      <a:pt x="5374" y="14076"/>
                      <a:pt x="5303" y="14076"/>
                    </a:cubicBezTo>
                    <a:cubicBezTo>
                      <a:pt x="5242" y="14076"/>
                      <a:pt x="5180" y="14085"/>
                      <a:pt x="5120" y="14104"/>
                    </a:cubicBezTo>
                    <a:cubicBezTo>
                      <a:pt x="4957" y="14154"/>
                      <a:pt x="4820" y="14270"/>
                      <a:pt x="4743" y="14424"/>
                    </a:cubicBezTo>
                    <a:lnTo>
                      <a:pt x="4305" y="15301"/>
                    </a:lnTo>
                    <a:lnTo>
                      <a:pt x="1587" y="16139"/>
                    </a:lnTo>
                    <a:cubicBezTo>
                      <a:pt x="637" y="16432"/>
                      <a:pt x="0" y="17296"/>
                      <a:pt x="0" y="18290"/>
                    </a:cubicBezTo>
                    <a:lnTo>
                      <a:pt x="0" y="20421"/>
                    </a:lnTo>
                    <a:cubicBezTo>
                      <a:pt x="0" y="20589"/>
                      <a:pt x="136" y="20725"/>
                      <a:pt x="304" y="20725"/>
                    </a:cubicBezTo>
                    <a:cubicBezTo>
                      <a:pt x="471" y="20725"/>
                      <a:pt x="607" y="20589"/>
                      <a:pt x="607" y="20421"/>
                    </a:cubicBezTo>
                    <a:lnTo>
                      <a:pt x="607" y="18290"/>
                    </a:lnTo>
                    <a:cubicBezTo>
                      <a:pt x="607" y="17563"/>
                      <a:pt x="1073" y="16933"/>
                      <a:pt x="1765" y="16719"/>
                    </a:cubicBezTo>
                    <a:lnTo>
                      <a:pt x="4375" y="15915"/>
                    </a:lnTo>
                    <a:lnTo>
                      <a:pt x="5356" y="17634"/>
                    </a:lnTo>
                    <a:cubicBezTo>
                      <a:pt x="5449" y="17797"/>
                      <a:pt x="5607" y="17910"/>
                      <a:pt x="5793" y="17941"/>
                    </a:cubicBezTo>
                    <a:cubicBezTo>
                      <a:pt x="5829" y="17949"/>
                      <a:pt x="5864" y="17950"/>
                      <a:pt x="5900" y="17950"/>
                    </a:cubicBezTo>
                    <a:cubicBezTo>
                      <a:pt x="6048" y="17950"/>
                      <a:pt x="6193" y="17899"/>
                      <a:pt x="6307" y="17799"/>
                    </a:cubicBezTo>
                    <a:lnTo>
                      <a:pt x="6931" y="17264"/>
                    </a:lnTo>
                    <a:lnTo>
                      <a:pt x="7002" y="17477"/>
                    </a:lnTo>
                    <a:cubicBezTo>
                      <a:pt x="7055" y="17639"/>
                      <a:pt x="7148" y="17776"/>
                      <a:pt x="7268" y="17884"/>
                    </a:cubicBezTo>
                    <a:lnTo>
                      <a:pt x="6814" y="20366"/>
                    </a:lnTo>
                    <a:cubicBezTo>
                      <a:pt x="6784" y="20531"/>
                      <a:pt x="6892" y="20689"/>
                      <a:pt x="7060" y="20719"/>
                    </a:cubicBezTo>
                    <a:cubicBezTo>
                      <a:pt x="7077" y="20723"/>
                      <a:pt x="7097" y="20725"/>
                      <a:pt x="7114" y="20725"/>
                    </a:cubicBezTo>
                    <a:cubicBezTo>
                      <a:pt x="7257" y="20725"/>
                      <a:pt x="7385" y="20621"/>
                      <a:pt x="7412" y="20475"/>
                    </a:cubicBezTo>
                    <a:lnTo>
                      <a:pt x="7841" y="18126"/>
                    </a:lnTo>
                    <a:cubicBezTo>
                      <a:pt x="7862" y="18127"/>
                      <a:pt x="7884" y="18127"/>
                      <a:pt x="7905" y="18127"/>
                    </a:cubicBezTo>
                    <a:lnTo>
                      <a:pt x="8268" y="18127"/>
                    </a:lnTo>
                    <a:cubicBezTo>
                      <a:pt x="8289" y="18127"/>
                      <a:pt x="8312" y="18126"/>
                      <a:pt x="8333" y="18126"/>
                    </a:cubicBezTo>
                    <a:lnTo>
                      <a:pt x="8761" y="20473"/>
                    </a:lnTo>
                    <a:cubicBezTo>
                      <a:pt x="8788" y="20619"/>
                      <a:pt x="8916" y="20723"/>
                      <a:pt x="9059" y="20723"/>
                    </a:cubicBezTo>
                    <a:cubicBezTo>
                      <a:pt x="9076" y="20723"/>
                      <a:pt x="9096" y="20721"/>
                      <a:pt x="9113" y="20718"/>
                    </a:cubicBezTo>
                    <a:cubicBezTo>
                      <a:pt x="9278" y="20688"/>
                      <a:pt x="9389" y="20528"/>
                      <a:pt x="9359" y="20364"/>
                    </a:cubicBezTo>
                    <a:lnTo>
                      <a:pt x="8906" y="17881"/>
                    </a:lnTo>
                    <a:cubicBezTo>
                      <a:pt x="9025" y="17774"/>
                      <a:pt x="9118" y="17636"/>
                      <a:pt x="9170" y="17477"/>
                    </a:cubicBezTo>
                    <a:lnTo>
                      <a:pt x="9240" y="17270"/>
                    </a:lnTo>
                    <a:lnTo>
                      <a:pt x="9859" y="17800"/>
                    </a:lnTo>
                    <a:cubicBezTo>
                      <a:pt x="9973" y="17899"/>
                      <a:pt x="10117" y="17953"/>
                      <a:pt x="10266" y="17953"/>
                    </a:cubicBezTo>
                    <a:cubicBezTo>
                      <a:pt x="10301" y="17953"/>
                      <a:pt x="10337" y="17949"/>
                      <a:pt x="10374" y="17943"/>
                    </a:cubicBezTo>
                    <a:cubicBezTo>
                      <a:pt x="10560" y="17911"/>
                      <a:pt x="10719" y="17799"/>
                      <a:pt x="10811" y="17636"/>
                    </a:cubicBezTo>
                    <a:lnTo>
                      <a:pt x="11795" y="15915"/>
                    </a:lnTo>
                    <a:lnTo>
                      <a:pt x="14409" y="16720"/>
                    </a:lnTo>
                    <a:cubicBezTo>
                      <a:pt x="15103" y="16935"/>
                      <a:pt x="15569" y="17564"/>
                      <a:pt x="15569" y="18291"/>
                    </a:cubicBezTo>
                    <a:lnTo>
                      <a:pt x="15569" y="20423"/>
                    </a:lnTo>
                    <a:cubicBezTo>
                      <a:pt x="15569" y="20591"/>
                      <a:pt x="15704" y="20726"/>
                      <a:pt x="15873" y="20726"/>
                    </a:cubicBezTo>
                    <a:cubicBezTo>
                      <a:pt x="16040" y="20726"/>
                      <a:pt x="16176" y="20591"/>
                      <a:pt x="16176" y="20423"/>
                    </a:cubicBezTo>
                    <a:lnTo>
                      <a:pt x="16176" y="18291"/>
                    </a:lnTo>
                    <a:cubicBezTo>
                      <a:pt x="16176" y="17296"/>
                      <a:pt x="15537" y="16432"/>
                      <a:pt x="14587" y="16139"/>
                    </a:cubicBezTo>
                    <a:lnTo>
                      <a:pt x="11862" y="15299"/>
                    </a:lnTo>
                    <a:lnTo>
                      <a:pt x="11425" y="14424"/>
                    </a:lnTo>
                    <a:cubicBezTo>
                      <a:pt x="11351" y="14270"/>
                      <a:pt x="11213" y="14155"/>
                      <a:pt x="11051" y="14104"/>
                    </a:cubicBezTo>
                    <a:cubicBezTo>
                      <a:pt x="10991" y="14085"/>
                      <a:pt x="10929" y="14076"/>
                      <a:pt x="10868" y="14076"/>
                    </a:cubicBezTo>
                    <a:cubicBezTo>
                      <a:pt x="10797" y="14076"/>
                      <a:pt x="10726" y="14088"/>
                      <a:pt x="10659" y="14111"/>
                    </a:cubicBezTo>
                    <a:lnTo>
                      <a:pt x="10659" y="13428"/>
                    </a:lnTo>
                    <a:cubicBezTo>
                      <a:pt x="11673" y="12726"/>
                      <a:pt x="12387" y="11618"/>
                      <a:pt x="12565" y="10341"/>
                    </a:cubicBezTo>
                    <a:lnTo>
                      <a:pt x="12745" y="10341"/>
                    </a:lnTo>
                    <a:cubicBezTo>
                      <a:pt x="13336" y="10341"/>
                      <a:pt x="13845" y="9901"/>
                      <a:pt x="13900" y="9338"/>
                    </a:cubicBezTo>
                    <a:cubicBezTo>
                      <a:pt x="13932" y="9024"/>
                      <a:pt x="13829" y="8711"/>
                      <a:pt x="13618" y="8478"/>
                    </a:cubicBezTo>
                    <a:cubicBezTo>
                      <a:pt x="13516" y="8366"/>
                      <a:pt x="13393" y="8277"/>
                      <a:pt x="13258" y="8214"/>
                    </a:cubicBezTo>
                    <a:lnTo>
                      <a:pt x="13258" y="5799"/>
                    </a:lnTo>
                    <a:lnTo>
                      <a:pt x="13276" y="5799"/>
                    </a:lnTo>
                    <a:cubicBezTo>
                      <a:pt x="13839" y="5799"/>
                      <a:pt x="14352" y="5511"/>
                      <a:pt x="14646" y="5029"/>
                    </a:cubicBezTo>
                    <a:cubicBezTo>
                      <a:pt x="14939" y="4550"/>
                      <a:pt x="14960" y="3965"/>
                      <a:pt x="14705" y="3466"/>
                    </a:cubicBezTo>
                    <a:cubicBezTo>
                      <a:pt x="14183" y="2447"/>
                      <a:pt x="13288" y="1582"/>
                      <a:pt x="12115" y="961"/>
                    </a:cubicBezTo>
                    <a:cubicBezTo>
                      <a:pt x="10927" y="332"/>
                      <a:pt x="9537" y="1"/>
                      <a:pt x="80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9" name="Google Shape;404;p9"/>
              <p:cNvSpPr/>
              <p:nvPr/>
            </p:nvSpPr>
            <p:spPr>
              <a:xfrm>
                <a:off x="866448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8" y="1"/>
                    </a:moveTo>
                    <a:cubicBezTo>
                      <a:pt x="281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3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6" y="608"/>
                      <a:pt x="628" y="608"/>
                    </a:cubicBezTo>
                    <a:lnTo>
                      <a:pt x="2898" y="608"/>
                    </a:lnTo>
                    <a:cubicBezTo>
                      <a:pt x="2909" y="608"/>
                      <a:pt x="2919" y="616"/>
                      <a:pt x="2919" y="629"/>
                    </a:cubicBezTo>
                    <a:lnTo>
                      <a:pt x="2919" y="1276"/>
                    </a:lnTo>
                    <a:cubicBezTo>
                      <a:pt x="2919" y="1445"/>
                      <a:pt x="3055" y="1580"/>
                      <a:pt x="3223" y="1580"/>
                    </a:cubicBezTo>
                    <a:cubicBezTo>
                      <a:pt x="3391" y="1580"/>
                      <a:pt x="3526" y="1445"/>
                      <a:pt x="3526" y="1276"/>
                    </a:cubicBezTo>
                    <a:lnTo>
                      <a:pt x="3526" y="629"/>
                    </a:lnTo>
                    <a:cubicBezTo>
                      <a:pt x="3528" y="282"/>
                      <a:pt x="3245" y="1"/>
                      <a:pt x="2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20" name="Google Shape;405;p9"/>
              <p:cNvSpPr/>
              <p:nvPr/>
            </p:nvSpPr>
            <p:spPr>
              <a:xfrm>
                <a:off x="8933760" y="804960"/>
                <a:ext cx="116640" cy="51840"/>
              </a:xfrm>
              <a:custGeom>
                <a:avLst/>
                <a:gdLst>
                  <a:gd name="textAreaLeft" fmla="*/ 0 w 116640"/>
                  <a:gd name="textAreaRight" fmla="*/ 117000 w 1166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3528" h="1581">
                    <a:moveTo>
                      <a:pt x="629" y="1"/>
                    </a:moveTo>
                    <a:cubicBezTo>
                      <a:pt x="283" y="1"/>
                      <a:pt x="0" y="282"/>
                      <a:pt x="0" y="629"/>
                    </a:cubicBezTo>
                    <a:lnTo>
                      <a:pt x="0" y="1276"/>
                    </a:lnTo>
                    <a:cubicBezTo>
                      <a:pt x="0" y="1445"/>
                      <a:pt x="136" y="1580"/>
                      <a:pt x="304" y="1580"/>
                    </a:cubicBezTo>
                    <a:cubicBezTo>
                      <a:pt x="471" y="1580"/>
                      <a:pt x="607" y="1445"/>
                      <a:pt x="607" y="1276"/>
                    </a:cubicBezTo>
                    <a:lnTo>
                      <a:pt x="607" y="629"/>
                    </a:lnTo>
                    <a:cubicBezTo>
                      <a:pt x="607" y="618"/>
                      <a:pt x="617" y="608"/>
                      <a:pt x="629" y="608"/>
                    </a:cubicBezTo>
                    <a:lnTo>
                      <a:pt x="2899" y="608"/>
                    </a:lnTo>
                    <a:cubicBezTo>
                      <a:pt x="2911" y="608"/>
                      <a:pt x="2921" y="616"/>
                      <a:pt x="2921" y="629"/>
                    </a:cubicBezTo>
                    <a:lnTo>
                      <a:pt x="2921" y="1276"/>
                    </a:lnTo>
                    <a:cubicBezTo>
                      <a:pt x="2921" y="1445"/>
                      <a:pt x="3056" y="1580"/>
                      <a:pt x="3225" y="1580"/>
                    </a:cubicBezTo>
                    <a:cubicBezTo>
                      <a:pt x="3392" y="1580"/>
                      <a:pt x="3528" y="1445"/>
                      <a:pt x="3528" y="1276"/>
                    </a:cubicBezTo>
                    <a:lnTo>
                      <a:pt x="3528" y="629"/>
                    </a:lnTo>
                    <a:cubicBezTo>
                      <a:pt x="3528" y="282"/>
                      <a:pt x="3246" y="1"/>
                      <a:pt x="2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621" name="Google Shape;406;p9"/>
          <p:cNvGrpSpPr/>
          <p:nvPr/>
        </p:nvGrpSpPr>
        <p:grpSpPr>
          <a:xfrm>
            <a:off x="-142920" y="0"/>
            <a:ext cx="858240" cy="3428640"/>
            <a:chOff x="-142920" y="0"/>
            <a:chExt cx="858240" cy="3428640"/>
          </a:xfrm>
        </p:grpSpPr>
        <p:sp>
          <p:nvSpPr>
            <p:cNvPr id="1622" name="Google Shape;407;p9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23" name="Google Shape;408;p9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24" name="Google Shape;409;p9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25" name="Google Shape;410;p9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26" name="Google Shape;411;p9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627" name="Google Shape;412;p9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28" name="Google Shape;413;p9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29" name="Google Shape;414;p9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0" name="Google Shape;415;p9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31" name="Google Shape;416;p9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632" name="Google Shape;417;p9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3" name="Google Shape;418;p9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4" name="Google Shape;419;p9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5" name="Google Shape;420;p9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6" name="Google Shape;421;p9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37" name="Google Shape;422;p9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38" name="Google Shape;423;p9"/>
            <p:cNvGrpSpPr/>
            <p:nvPr/>
          </p:nvGrpSpPr>
          <p:grpSpPr>
            <a:xfrm>
              <a:off x="-36000" y="2743200"/>
              <a:ext cx="644040" cy="685440"/>
              <a:chOff x="-36000" y="2743200"/>
              <a:chExt cx="644040" cy="685440"/>
            </a:xfrm>
          </p:grpSpPr>
          <p:sp>
            <p:nvSpPr>
              <p:cNvPr id="1639" name="Google Shape;424;p9"/>
              <p:cNvSpPr/>
              <p:nvPr/>
            </p:nvSpPr>
            <p:spPr>
              <a:xfrm>
                <a:off x="243000" y="31510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334" y="1"/>
                    </a:moveTo>
                    <a:cubicBezTo>
                      <a:pt x="256" y="1"/>
                      <a:pt x="177" y="31"/>
                      <a:pt x="118" y="90"/>
                    </a:cubicBezTo>
                    <a:cubicBezTo>
                      <a:pt x="1" y="210"/>
                      <a:pt x="2" y="403"/>
                      <a:pt x="122" y="520"/>
                    </a:cubicBezTo>
                    <a:cubicBezTo>
                      <a:pt x="382" y="777"/>
                      <a:pt x="826" y="933"/>
                      <a:pt x="1309" y="933"/>
                    </a:cubicBezTo>
                    <a:cubicBezTo>
                      <a:pt x="1790" y="933"/>
                      <a:pt x="2233" y="779"/>
                      <a:pt x="2494" y="520"/>
                    </a:cubicBezTo>
                    <a:cubicBezTo>
                      <a:pt x="2614" y="403"/>
                      <a:pt x="2614" y="210"/>
                      <a:pt x="2497" y="90"/>
                    </a:cubicBezTo>
                    <a:cubicBezTo>
                      <a:pt x="2438" y="31"/>
                      <a:pt x="2360" y="1"/>
                      <a:pt x="2282" y="1"/>
                    </a:cubicBezTo>
                    <a:cubicBezTo>
                      <a:pt x="2205" y="1"/>
                      <a:pt x="2128" y="30"/>
                      <a:pt x="2070" y="89"/>
                    </a:cubicBezTo>
                    <a:cubicBezTo>
                      <a:pt x="1959" y="197"/>
                      <a:pt x="1693" y="326"/>
                      <a:pt x="1309" y="326"/>
                    </a:cubicBezTo>
                    <a:cubicBezTo>
                      <a:pt x="925" y="326"/>
                      <a:pt x="659" y="199"/>
                      <a:pt x="548" y="89"/>
                    </a:cubicBezTo>
                    <a:cubicBezTo>
                      <a:pt x="489" y="30"/>
                      <a:pt x="411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0" name="Google Shape;425;p9"/>
              <p:cNvSpPr/>
              <p:nvPr/>
            </p:nvSpPr>
            <p:spPr>
              <a:xfrm>
                <a:off x="-36000" y="2743200"/>
                <a:ext cx="644040" cy="685440"/>
              </a:xfrm>
              <a:custGeom>
                <a:avLst/>
                <a:gdLst>
                  <a:gd name="textAreaLeft" fmla="*/ 0 w 644040"/>
                  <a:gd name="textAreaRight" fmla="*/ 644400 w 6440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9424" h="20717">
                    <a:moveTo>
                      <a:pt x="9712" y="6121"/>
                    </a:moveTo>
                    <a:cubicBezTo>
                      <a:pt x="10082" y="6121"/>
                      <a:pt x="10382" y="6421"/>
                      <a:pt x="10382" y="6791"/>
                    </a:cubicBezTo>
                    <a:cubicBezTo>
                      <a:pt x="10382" y="7135"/>
                      <a:pt x="10119" y="7421"/>
                      <a:pt x="9783" y="7457"/>
                    </a:cubicBezTo>
                    <a:lnTo>
                      <a:pt x="9640" y="7457"/>
                    </a:lnTo>
                    <a:cubicBezTo>
                      <a:pt x="9305" y="7421"/>
                      <a:pt x="9042" y="7137"/>
                      <a:pt x="9042" y="6791"/>
                    </a:cubicBezTo>
                    <a:cubicBezTo>
                      <a:pt x="9042" y="6421"/>
                      <a:pt x="9342" y="6121"/>
                      <a:pt x="9712" y="6121"/>
                    </a:cubicBezTo>
                    <a:close/>
                    <a:moveTo>
                      <a:pt x="9713" y="606"/>
                    </a:moveTo>
                    <a:cubicBezTo>
                      <a:pt x="10025" y="606"/>
                      <a:pt x="10336" y="687"/>
                      <a:pt x="10613" y="849"/>
                    </a:cubicBezTo>
                    <a:lnTo>
                      <a:pt x="18642" y="5510"/>
                    </a:lnTo>
                    <a:cubicBezTo>
                      <a:pt x="18799" y="5601"/>
                      <a:pt x="18816" y="5753"/>
                      <a:pt x="18816" y="5814"/>
                    </a:cubicBezTo>
                    <a:cubicBezTo>
                      <a:pt x="18816" y="5874"/>
                      <a:pt x="18799" y="6024"/>
                      <a:pt x="18642" y="6117"/>
                    </a:cubicBezTo>
                    <a:lnTo>
                      <a:pt x="15530" y="7924"/>
                    </a:lnTo>
                    <a:lnTo>
                      <a:pt x="15530" y="5814"/>
                    </a:lnTo>
                    <a:cubicBezTo>
                      <a:pt x="15530" y="4550"/>
                      <a:pt x="12602" y="3888"/>
                      <a:pt x="9712" y="3888"/>
                    </a:cubicBezTo>
                    <a:cubicBezTo>
                      <a:pt x="6820" y="3888"/>
                      <a:pt x="3894" y="4549"/>
                      <a:pt x="3894" y="5814"/>
                    </a:cubicBezTo>
                    <a:lnTo>
                      <a:pt x="3894" y="7924"/>
                    </a:lnTo>
                    <a:lnTo>
                      <a:pt x="783" y="6117"/>
                    </a:lnTo>
                    <a:cubicBezTo>
                      <a:pt x="626" y="6026"/>
                      <a:pt x="607" y="5874"/>
                      <a:pt x="607" y="5814"/>
                    </a:cubicBezTo>
                    <a:cubicBezTo>
                      <a:pt x="607" y="5753"/>
                      <a:pt x="623" y="5601"/>
                      <a:pt x="783" y="5510"/>
                    </a:cubicBezTo>
                    <a:lnTo>
                      <a:pt x="8811" y="849"/>
                    </a:lnTo>
                    <a:cubicBezTo>
                      <a:pt x="9089" y="687"/>
                      <a:pt x="9401" y="606"/>
                      <a:pt x="9713" y="606"/>
                    </a:cubicBezTo>
                    <a:close/>
                    <a:moveTo>
                      <a:pt x="9712" y="4495"/>
                    </a:moveTo>
                    <a:cubicBezTo>
                      <a:pt x="13134" y="4495"/>
                      <a:pt x="14923" y="5353"/>
                      <a:pt x="14923" y="5814"/>
                    </a:cubicBezTo>
                    <a:lnTo>
                      <a:pt x="14923" y="7457"/>
                    </a:lnTo>
                    <a:lnTo>
                      <a:pt x="10802" y="7457"/>
                    </a:lnTo>
                    <a:cubicBezTo>
                      <a:pt x="10920" y="7262"/>
                      <a:pt x="10989" y="7035"/>
                      <a:pt x="10989" y="6791"/>
                    </a:cubicBezTo>
                    <a:cubicBezTo>
                      <a:pt x="10989" y="6086"/>
                      <a:pt x="10415" y="5514"/>
                      <a:pt x="9712" y="5514"/>
                    </a:cubicBezTo>
                    <a:cubicBezTo>
                      <a:pt x="9009" y="5514"/>
                      <a:pt x="8435" y="6087"/>
                      <a:pt x="8435" y="6791"/>
                    </a:cubicBezTo>
                    <a:cubicBezTo>
                      <a:pt x="8435" y="7034"/>
                      <a:pt x="8505" y="7261"/>
                      <a:pt x="8624" y="7457"/>
                    </a:cubicBezTo>
                    <a:lnTo>
                      <a:pt x="6143" y="7457"/>
                    </a:lnTo>
                    <a:cubicBezTo>
                      <a:pt x="5976" y="7457"/>
                      <a:pt x="5840" y="7592"/>
                      <a:pt x="5840" y="7759"/>
                    </a:cubicBezTo>
                    <a:cubicBezTo>
                      <a:pt x="5840" y="7928"/>
                      <a:pt x="5976" y="8064"/>
                      <a:pt x="6143" y="8064"/>
                    </a:cubicBezTo>
                    <a:lnTo>
                      <a:pt x="6286" y="8064"/>
                    </a:lnTo>
                    <a:cubicBezTo>
                      <a:pt x="6010" y="8685"/>
                      <a:pt x="5569" y="9402"/>
                      <a:pt x="5008" y="9402"/>
                    </a:cubicBezTo>
                    <a:cubicBezTo>
                      <a:pt x="4829" y="9402"/>
                      <a:pt x="4656" y="9445"/>
                      <a:pt x="4499" y="9525"/>
                    </a:cubicBezTo>
                    <a:lnTo>
                      <a:pt x="4499" y="8064"/>
                    </a:lnTo>
                    <a:lnTo>
                      <a:pt x="4845" y="8064"/>
                    </a:lnTo>
                    <a:cubicBezTo>
                      <a:pt x="5013" y="8064"/>
                      <a:pt x="5149" y="7928"/>
                      <a:pt x="5149" y="7759"/>
                    </a:cubicBezTo>
                    <a:cubicBezTo>
                      <a:pt x="5149" y="7592"/>
                      <a:pt x="5013" y="7457"/>
                      <a:pt x="4846" y="7457"/>
                    </a:cubicBezTo>
                    <a:lnTo>
                      <a:pt x="4501" y="7457"/>
                    </a:lnTo>
                    <a:lnTo>
                      <a:pt x="4501" y="5814"/>
                    </a:lnTo>
                    <a:cubicBezTo>
                      <a:pt x="4501" y="5353"/>
                      <a:pt x="6290" y="4495"/>
                      <a:pt x="9712" y="4495"/>
                    </a:cubicBezTo>
                    <a:close/>
                    <a:moveTo>
                      <a:pt x="12295" y="8064"/>
                    </a:moveTo>
                    <a:cubicBezTo>
                      <a:pt x="12722" y="8441"/>
                      <a:pt x="13058" y="8898"/>
                      <a:pt x="13284" y="9402"/>
                    </a:cubicBezTo>
                    <a:lnTo>
                      <a:pt x="10362" y="9402"/>
                    </a:lnTo>
                    <a:cubicBezTo>
                      <a:pt x="10195" y="9402"/>
                      <a:pt x="10059" y="9537"/>
                      <a:pt x="10059" y="9706"/>
                    </a:cubicBezTo>
                    <a:lnTo>
                      <a:pt x="10059" y="9726"/>
                    </a:lnTo>
                    <a:lnTo>
                      <a:pt x="9366" y="9726"/>
                    </a:lnTo>
                    <a:lnTo>
                      <a:pt x="9366" y="9706"/>
                    </a:lnTo>
                    <a:cubicBezTo>
                      <a:pt x="9366" y="9537"/>
                      <a:pt x="9231" y="9402"/>
                      <a:pt x="9062" y="9402"/>
                    </a:cubicBezTo>
                    <a:lnTo>
                      <a:pt x="6183" y="9402"/>
                    </a:lnTo>
                    <a:cubicBezTo>
                      <a:pt x="6463" y="9080"/>
                      <a:pt x="6718" y="8635"/>
                      <a:pt x="6947" y="8064"/>
                    </a:cubicBezTo>
                    <a:close/>
                    <a:moveTo>
                      <a:pt x="8761" y="10012"/>
                    </a:moveTo>
                    <a:lnTo>
                      <a:pt x="8761" y="10356"/>
                    </a:lnTo>
                    <a:cubicBezTo>
                      <a:pt x="8761" y="10904"/>
                      <a:pt x="8314" y="11350"/>
                      <a:pt x="7767" y="11350"/>
                    </a:cubicBezTo>
                    <a:cubicBezTo>
                      <a:pt x="7218" y="11350"/>
                      <a:pt x="6771" y="10904"/>
                      <a:pt x="6771" y="10356"/>
                    </a:cubicBezTo>
                    <a:lnTo>
                      <a:pt x="6771" y="10012"/>
                    </a:lnTo>
                    <a:lnTo>
                      <a:pt x="7463" y="10012"/>
                    </a:lnTo>
                    <a:lnTo>
                      <a:pt x="7463" y="10384"/>
                    </a:lnTo>
                    <a:cubicBezTo>
                      <a:pt x="7463" y="10551"/>
                      <a:pt x="7598" y="10687"/>
                      <a:pt x="7767" y="10687"/>
                    </a:cubicBezTo>
                    <a:cubicBezTo>
                      <a:pt x="7934" y="10687"/>
                      <a:pt x="8069" y="10551"/>
                      <a:pt x="8069" y="10384"/>
                    </a:cubicBezTo>
                    <a:lnTo>
                      <a:pt x="8069" y="10012"/>
                    </a:lnTo>
                    <a:close/>
                    <a:moveTo>
                      <a:pt x="12652" y="10012"/>
                    </a:moveTo>
                    <a:lnTo>
                      <a:pt x="12652" y="10356"/>
                    </a:lnTo>
                    <a:cubicBezTo>
                      <a:pt x="12652" y="10904"/>
                      <a:pt x="12205" y="11350"/>
                      <a:pt x="11658" y="11350"/>
                    </a:cubicBezTo>
                    <a:cubicBezTo>
                      <a:pt x="11110" y="11350"/>
                      <a:pt x="10663" y="10904"/>
                      <a:pt x="10663" y="10356"/>
                    </a:cubicBezTo>
                    <a:lnTo>
                      <a:pt x="10663" y="10012"/>
                    </a:lnTo>
                    <a:lnTo>
                      <a:pt x="11354" y="10012"/>
                    </a:lnTo>
                    <a:lnTo>
                      <a:pt x="11354" y="10384"/>
                    </a:lnTo>
                    <a:cubicBezTo>
                      <a:pt x="11354" y="10551"/>
                      <a:pt x="11490" y="10687"/>
                      <a:pt x="11658" y="10687"/>
                    </a:cubicBezTo>
                    <a:cubicBezTo>
                      <a:pt x="11826" y="10687"/>
                      <a:pt x="11961" y="10551"/>
                      <a:pt x="11961" y="10384"/>
                    </a:cubicBezTo>
                    <a:lnTo>
                      <a:pt x="11961" y="10012"/>
                    </a:lnTo>
                    <a:close/>
                    <a:moveTo>
                      <a:pt x="13498" y="10012"/>
                    </a:moveTo>
                    <a:cubicBezTo>
                      <a:pt x="13582" y="10333"/>
                      <a:pt x="13626" y="10666"/>
                      <a:pt x="13626" y="11006"/>
                    </a:cubicBezTo>
                    <a:lnTo>
                      <a:pt x="13626" y="11011"/>
                    </a:lnTo>
                    <a:cubicBezTo>
                      <a:pt x="13624" y="13165"/>
                      <a:pt x="11868" y="14919"/>
                      <a:pt x="9712" y="14919"/>
                    </a:cubicBezTo>
                    <a:cubicBezTo>
                      <a:pt x="8719" y="14919"/>
                      <a:pt x="7772" y="14547"/>
                      <a:pt x="7048" y="13870"/>
                    </a:cubicBezTo>
                    <a:cubicBezTo>
                      <a:pt x="6327" y="13198"/>
                      <a:pt x="5889" y="12287"/>
                      <a:pt x="5813" y="11307"/>
                    </a:cubicBezTo>
                    <a:cubicBezTo>
                      <a:pt x="5800" y="11148"/>
                      <a:pt x="5670" y="11027"/>
                      <a:pt x="5512" y="11027"/>
                    </a:cubicBezTo>
                    <a:lnTo>
                      <a:pt x="5055" y="11027"/>
                    </a:lnTo>
                    <a:cubicBezTo>
                      <a:pt x="4770" y="11027"/>
                      <a:pt x="4529" y="10827"/>
                      <a:pt x="4505" y="10571"/>
                    </a:cubicBezTo>
                    <a:cubicBezTo>
                      <a:pt x="4491" y="10426"/>
                      <a:pt x="4535" y="10286"/>
                      <a:pt x="4633" y="10179"/>
                    </a:cubicBezTo>
                    <a:cubicBezTo>
                      <a:pt x="4729" y="10073"/>
                      <a:pt x="4868" y="10012"/>
                      <a:pt x="5010" y="10012"/>
                    </a:cubicBezTo>
                    <a:lnTo>
                      <a:pt x="6164" y="10012"/>
                    </a:lnTo>
                    <a:lnTo>
                      <a:pt x="6164" y="10356"/>
                    </a:lnTo>
                    <a:cubicBezTo>
                      <a:pt x="6164" y="11240"/>
                      <a:pt x="6884" y="11957"/>
                      <a:pt x="7767" y="11957"/>
                    </a:cubicBezTo>
                    <a:cubicBezTo>
                      <a:pt x="8648" y="11957"/>
                      <a:pt x="9368" y="11240"/>
                      <a:pt x="9368" y="10356"/>
                    </a:cubicBezTo>
                    <a:lnTo>
                      <a:pt x="9368" y="10334"/>
                    </a:lnTo>
                    <a:lnTo>
                      <a:pt x="10057" y="10334"/>
                    </a:lnTo>
                    <a:lnTo>
                      <a:pt x="10057" y="10356"/>
                    </a:lnTo>
                    <a:cubicBezTo>
                      <a:pt x="10057" y="11240"/>
                      <a:pt x="10776" y="11957"/>
                      <a:pt x="11660" y="11957"/>
                    </a:cubicBezTo>
                    <a:cubicBezTo>
                      <a:pt x="12542" y="11957"/>
                      <a:pt x="13261" y="11240"/>
                      <a:pt x="13261" y="10356"/>
                    </a:cubicBezTo>
                    <a:lnTo>
                      <a:pt x="13261" y="10012"/>
                    </a:lnTo>
                    <a:close/>
                    <a:moveTo>
                      <a:pt x="14922" y="8064"/>
                    </a:moveTo>
                    <a:lnTo>
                      <a:pt x="14922" y="11003"/>
                    </a:lnTo>
                    <a:cubicBezTo>
                      <a:pt x="14923" y="11891"/>
                      <a:pt x="15040" y="13096"/>
                      <a:pt x="15600" y="13808"/>
                    </a:cubicBezTo>
                    <a:cubicBezTo>
                      <a:pt x="15704" y="13942"/>
                      <a:pt x="15687" y="14142"/>
                      <a:pt x="15557" y="14263"/>
                    </a:cubicBezTo>
                    <a:cubicBezTo>
                      <a:pt x="15285" y="14518"/>
                      <a:pt x="14984" y="14645"/>
                      <a:pt x="14659" y="14645"/>
                    </a:cubicBezTo>
                    <a:cubicBezTo>
                      <a:pt x="14551" y="14645"/>
                      <a:pt x="14440" y="14631"/>
                      <a:pt x="14326" y="14603"/>
                    </a:cubicBezTo>
                    <a:cubicBezTo>
                      <a:pt x="14302" y="14597"/>
                      <a:pt x="14276" y="14594"/>
                      <a:pt x="14252" y="14594"/>
                    </a:cubicBezTo>
                    <a:cubicBezTo>
                      <a:pt x="14188" y="14594"/>
                      <a:pt x="14125" y="14614"/>
                      <a:pt x="14073" y="14653"/>
                    </a:cubicBezTo>
                    <a:cubicBezTo>
                      <a:pt x="14001" y="14706"/>
                      <a:pt x="13955" y="14792"/>
                      <a:pt x="13951" y="14882"/>
                    </a:cubicBezTo>
                    <a:cubicBezTo>
                      <a:pt x="13948" y="14922"/>
                      <a:pt x="13891" y="15838"/>
                      <a:pt x="12904" y="16045"/>
                    </a:cubicBezTo>
                    <a:cubicBezTo>
                      <a:pt x="12838" y="15988"/>
                      <a:pt x="12761" y="15946"/>
                      <a:pt x="12677" y="15918"/>
                    </a:cubicBezTo>
                    <a:cubicBezTo>
                      <a:pt x="12617" y="15900"/>
                      <a:pt x="12554" y="15890"/>
                      <a:pt x="12492" y="15890"/>
                    </a:cubicBezTo>
                    <a:cubicBezTo>
                      <a:pt x="12386" y="15890"/>
                      <a:pt x="12281" y="15917"/>
                      <a:pt x="12187" y="15970"/>
                    </a:cubicBezTo>
                    <a:lnTo>
                      <a:pt x="11960" y="16094"/>
                    </a:lnTo>
                    <a:lnTo>
                      <a:pt x="11960" y="14923"/>
                    </a:lnTo>
                    <a:cubicBezTo>
                      <a:pt x="13317" y="14142"/>
                      <a:pt x="14231" y="12678"/>
                      <a:pt x="14231" y="11003"/>
                    </a:cubicBezTo>
                    <a:lnTo>
                      <a:pt x="14231" y="10994"/>
                    </a:lnTo>
                    <a:cubicBezTo>
                      <a:pt x="14229" y="9907"/>
                      <a:pt x="13839" y="8873"/>
                      <a:pt x="13144" y="8064"/>
                    </a:cubicBezTo>
                    <a:close/>
                    <a:moveTo>
                      <a:pt x="4489" y="11491"/>
                    </a:moveTo>
                    <a:cubicBezTo>
                      <a:pt x="4658" y="11582"/>
                      <a:pt x="4850" y="11634"/>
                      <a:pt x="5055" y="11634"/>
                    </a:cubicBezTo>
                    <a:lnTo>
                      <a:pt x="5240" y="11634"/>
                    </a:lnTo>
                    <a:cubicBezTo>
                      <a:pt x="5383" y="12661"/>
                      <a:pt x="5872" y="13603"/>
                      <a:pt x="6636" y="14315"/>
                    </a:cubicBezTo>
                    <a:cubicBezTo>
                      <a:pt x="6890" y="14550"/>
                      <a:pt x="7168" y="14756"/>
                      <a:pt x="7464" y="14926"/>
                    </a:cubicBezTo>
                    <a:lnTo>
                      <a:pt x="7464" y="16097"/>
                    </a:lnTo>
                    <a:lnTo>
                      <a:pt x="7237" y="15971"/>
                    </a:lnTo>
                    <a:cubicBezTo>
                      <a:pt x="7144" y="15920"/>
                      <a:pt x="7037" y="15893"/>
                      <a:pt x="6930" y="15893"/>
                    </a:cubicBezTo>
                    <a:cubicBezTo>
                      <a:pt x="6868" y="15893"/>
                      <a:pt x="6806" y="15902"/>
                      <a:pt x="6747" y="15920"/>
                    </a:cubicBezTo>
                    <a:cubicBezTo>
                      <a:pt x="6663" y="15947"/>
                      <a:pt x="6586" y="15990"/>
                      <a:pt x="6520" y="16047"/>
                    </a:cubicBezTo>
                    <a:cubicBezTo>
                      <a:pt x="6127" y="15964"/>
                      <a:pt x="5836" y="15763"/>
                      <a:pt x="5654" y="15446"/>
                    </a:cubicBezTo>
                    <a:cubicBezTo>
                      <a:pt x="5492" y="15161"/>
                      <a:pt x="5475" y="14884"/>
                      <a:pt x="5475" y="14883"/>
                    </a:cubicBezTo>
                    <a:cubicBezTo>
                      <a:pt x="5470" y="14792"/>
                      <a:pt x="5425" y="14707"/>
                      <a:pt x="5353" y="14654"/>
                    </a:cubicBezTo>
                    <a:cubicBezTo>
                      <a:pt x="5300" y="14616"/>
                      <a:pt x="5237" y="14594"/>
                      <a:pt x="5173" y="14594"/>
                    </a:cubicBezTo>
                    <a:cubicBezTo>
                      <a:pt x="5148" y="14594"/>
                      <a:pt x="5123" y="14598"/>
                      <a:pt x="5097" y="14604"/>
                    </a:cubicBezTo>
                    <a:cubicBezTo>
                      <a:pt x="4983" y="14633"/>
                      <a:pt x="4872" y="14647"/>
                      <a:pt x="4763" y="14647"/>
                    </a:cubicBezTo>
                    <a:cubicBezTo>
                      <a:pt x="4438" y="14647"/>
                      <a:pt x="4139" y="14519"/>
                      <a:pt x="3868" y="14265"/>
                    </a:cubicBezTo>
                    <a:cubicBezTo>
                      <a:pt x="3736" y="14143"/>
                      <a:pt x="3719" y="13943"/>
                      <a:pt x="3825" y="13809"/>
                    </a:cubicBezTo>
                    <a:cubicBezTo>
                      <a:pt x="4286" y="13221"/>
                      <a:pt x="4448" y="12294"/>
                      <a:pt x="4489" y="11491"/>
                    </a:cubicBezTo>
                    <a:close/>
                    <a:moveTo>
                      <a:pt x="17821" y="15204"/>
                    </a:moveTo>
                    <a:cubicBezTo>
                      <a:pt x="18009" y="15204"/>
                      <a:pt x="18165" y="15360"/>
                      <a:pt x="18165" y="15550"/>
                    </a:cubicBezTo>
                    <a:lnTo>
                      <a:pt x="18165" y="17192"/>
                    </a:lnTo>
                    <a:lnTo>
                      <a:pt x="17475" y="17192"/>
                    </a:lnTo>
                    <a:lnTo>
                      <a:pt x="17475" y="15550"/>
                    </a:lnTo>
                    <a:cubicBezTo>
                      <a:pt x="17475" y="15360"/>
                      <a:pt x="17631" y="15204"/>
                      <a:pt x="17821" y="15204"/>
                    </a:cubicBezTo>
                    <a:close/>
                    <a:moveTo>
                      <a:pt x="11354" y="15214"/>
                    </a:moveTo>
                    <a:lnTo>
                      <a:pt x="11354" y="16433"/>
                    </a:lnTo>
                    <a:lnTo>
                      <a:pt x="9712" y="17344"/>
                    </a:lnTo>
                    <a:lnTo>
                      <a:pt x="9205" y="17062"/>
                    </a:lnTo>
                    <a:cubicBezTo>
                      <a:pt x="9158" y="17036"/>
                      <a:pt x="9108" y="17023"/>
                      <a:pt x="9058" y="17023"/>
                    </a:cubicBezTo>
                    <a:cubicBezTo>
                      <a:pt x="8952" y="17023"/>
                      <a:pt x="8848" y="17081"/>
                      <a:pt x="8792" y="17181"/>
                    </a:cubicBezTo>
                    <a:cubicBezTo>
                      <a:pt x="8712" y="17328"/>
                      <a:pt x="8764" y="17514"/>
                      <a:pt x="8911" y="17595"/>
                    </a:cubicBezTo>
                    <a:lnTo>
                      <a:pt x="9182" y="17746"/>
                    </a:lnTo>
                    <a:lnTo>
                      <a:pt x="7540" y="19153"/>
                    </a:lnTo>
                    <a:cubicBezTo>
                      <a:pt x="7538" y="19154"/>
                      <a:pt x="7534" y="19159"/>
                      <a:pt x="7525" y="19159"/>
                    </a:cubicBezTo>
                    <a:cubicBezTo>
                      <a:pt x="7524" y="19159"/>
                      <a:pt x="7522" y="19159"/>
                      <a:pt x="7521" y="19159"/>
                    </a:cubicBezTo>
                    <a:cubicBezTo>
                      <a:pt x="7513" y="19156"/>
                      <a:pt x="7507" y="19152"/>
                      <a:pt x="7507" y="19147"/>
                    </a:cubicBezTo>
                    <a:lnTo>
                      <a:pt x="6486" y="17359"/>
                    </a:lnTo>
                    <a:lnTo>
                      <a:pt x="6911" y="16510"/>
                    </a:lnTo>
                    <a:cubicBezTo>
                      <a:pt x="6913" y="16507"/>
                      <a:pt x="6914" y="16500"/>
                      <a:pt x="6924" y="16498"/>
                    </a:cubicBezTo>
                    <a:cubicBezTo>
                      <a:pt x="6927" y="16498"/>
                      <a:pt x="6929" y="16498"/>
                      <a:pt x="6931" y="16498"/>
                    </a:cubicBezTo>
                    <a:cubicBezTo>
                      <a:pt x="6936" y="16498"/>
                      <a:pt x="6939" y="16499"/>
                      <a:pt x="6940" y="16500"/>
                    </a:cubicBezTo>
                    <a:lnTo>
                      <a:pt x="7821" y="16989"/>
                    </a:lnTo>
                    <a:cubicBezTo>
                      <a:pt x="7868" y="17015"/>
                      <a:pt x="7919" y="17028"/>
                      <a:pt x="7969" y="17028"/>
                    </a:cubicBezTo>
                    <a:cubicBezTo>
                      <a:pt x="8076" y="17028"/>
                      <a:pt x="8179" y="16971"/>
                      <a:pt x="8234" y="16871"/>
                    </a:cubicBezTo>
                    <a:cubicBezTo>
                      <a:pt x="8314" y="16725"/>
                      <a:pt x="8262" y="16540"/>
                      <a:pt x="8115" y="16458"/>
                    </a:cubicBezTo>
                    <a:lnTo>
                      <a:pt x="8068" y="16433"/>
                    </a:lnTo>
                    <a:lnTo>
                      <a:pt x="8068" y="15214"/>
                    </a:lnTo>
                    <a:cubicBezTo>
                      <a:pt x="8585" y="15416"/>
                      <a:pt x="9142" y="15523"/>
                      <a:pt x="9712" y="15523"/>
                    </a:cubicBezTo>
                    <a:cubicBezTo>
                      <a:pt x="10290" y="15523"/>
                      <a:pt x="10846" y="15414"/>
                      <a:pt x="11354" y="15214"/>
                    </a:cubicBezTo>
                    <a:close/>
                    <a:moveTo>
                      <a:pt x="12490" y="16498"/>
                    </a:moveTo>
                    <a:cubicBezTo>
                      <a:pt x="12492" y="16498"/>
                      <a:pt x="12494" y="16498"/>
                      <a:pt x="12497" y="16498"/>
                    </a:cubicBezTo>
                    <a:cubicBezTo>
                      <a:pt x="12505" y="16500"/>
                      <a:pt x="12510" y="16507"/>
                      <a:pt x="12510" y="16510"/>
                    </a:cubicBezTo>
                    <a:lnTo>
                      <a:pt x="12934" y="17359"/>
                    </a:lnTo>
                    <a:lnTo>
                      <a:pt x="11913" y="19147"/>
                    </a:lnTo>
                    <a:cubicBezTo>
                      <a:pt x="11911" y="19149"/>
                      <a:pt x="11908" y="19156"/>
                      <a:pt x="11898" y="19159"/>
                    </a:cubicBezTo>
                    <a:cubicBezTo>
                      <a:pt x="11897" y="19159"/>
                      <a:pt x="11897" y="19159"/>
                      <a:pt x="11896" y="19159"/>
                    </a:cubicBezTo>
                    <a:cubicBezTo>
                      <a:pt x="11888" y="19159"/>
                      <a:pt x="11883" y="19154"/>
                      <a:pt x="11881" y="19153"/>
                    </a:cubicBezTo>
                    <a:lnTo>
                      <a:pt x="10239" y="17746"/>
                    </a:lnTo>
                    <a:lnTo>
                      <a:pt x="12481" y="16500"/>
                    </a:lnTo>
                    <a:cubicBezTo>
                      <a:pt x="12482" y="16499"/>
                      <a:pt x="12485" y="16498"/>
                      <a:pt x="12490" y="16498"/>
                    </a:cubicBezTo>
                    <a:close/>
                    <a:moveTo>
                      <a:pt x="9712" y="1"/>
                    </a:moveTo>
                    <a:cubicBezTo>
                      <a:pt x="9294" y="1"/>
                      <a:pt x="8877" y="109"/>
                      <a:pt x="8505" y="324"/>
                    </a:cubicBezTo>
                    <a:lnTo>
                      <a:pt x="477" y="4986"/>
                    </a:lnTo>
                    <a:cubicBezTo>
                      <a:pt x="179" y="5159"/>
                      <a:pt x="0" y="5467"/>
                      <a:pt x="0" y="5814"/>
                    </a:cubicBezTo>
                    <a:cubicBezTo>
                      <a:pt x="0" y="6160"/>
                      <a:pt x="179" y="6470"/>
                      <a:pt x="477" y="6643"/>
                    </a:cubicBezTo>
                    <a:lnTo>
                      <a:pt x="3894" y="8626"/>
                    </a:lnTo>
                    <a:lnTo>
                      <a:pt x="3894" y="11004"/>
                    </a:lnTo>
                    <a:cubicBezTo>
                      <a:pt x="3894" y="11650"/>
                      <a:pt x="3822" y="12826"/>
                      <a:pt x="3347" y="13432"/>
                    </a:cubicBezTo>
                    <a:cubicBezTo>
                      <a:pt x="3048" y="13812"/>
                      <a:pt x="3094" y="14370"/>
                      <a:pt x="3451" y="14706"/>
                    </a:cubicBezTo>
                    <a:cubicBezTo>
                      <a:pt x="3835" y="15066"/>
                      <a:pt x="4281" y="15251"/>
                      <a:pt x="4757" y="15251"/>
                    </a:cubicBezTo>
                    <a:cubicBezTo>
                      <a:pt x="4811" y="15251"/>
                      <a:pt x="4866" y="15249"/>
                      <a:pt x="4920" y="15244"/>
                    </a:cubicBezTo>
                    <a:cubicBezTo>
                      <a:pt x="5046" y="15728"/>
                      <a:pt x="5406" y="16344"/>
                      <a:pt x="6196" y="16587"/>
                    </a:cubicBezTo>
                    <a:lnTo>
                      <a:pt x="5899" y="17178"/>
                    </a:lnTo>
                    <a:lnTo>
                      <a:pt x="3449" y="18042"/>
                    </a:lnTo>
                    <a:cubicBezTo>
                      <a:pt x="2551" y="18361"/>
                      <a:pt x="1948" y="19212"/>
                      <a:pt x="1948" y="20164"/>
                    </a:cubicBezTo>
                    <a:lnTo>
                      <a:pt x="1948" y="20413"/>
                    </a:lnTo>
                    <a:cubicBezTo>
                      <a:pt x="1948" y="20581"/>
                      <a:pt x="2084" y="20717"/>
                      <a:pt x="2251" y="20717"/>
                    </a:cubicBezTo>
                    <a:cubicBezTo>
                      <a:pt x="2420" y="20717"/>
                      <a:pt x="2555" y="20581"/>
                      <a:pt x="2555" y="20413"/>
                    </a:cubicBezTo>
                    <a:lnTo>
                      <a:pt x="2555" y="20164"/>
                    </a:lnTo>
                    <a:cubicBezTo>
                      <a:pt x="2555" y="19469"/>
                      <a:pt x="2995" y="18848"/>
                      <a:pt x="3651" y="18615"/>
                    </a:cubicBezTo>
                    <a:lnTo>
                      <a:pt x="5877" y="17829"/>
                    </a:lnTo>
                    <a:lnTo>
                      <a:pt x="6169" y="20447"/>
                    </a:lnTo>
                    <a:cubicBezTo>
                      <a:pt x="6184" y="20603"/>
                      <a:pt x="6316" y="20717"/>
                      <a:pt x="6470" y="20717"/>
                    </a:cubicBezTo>
                    <a:cubicBezTo>
                      <a:pt x="6480" y="20717"/>
                      <a:pt x="6493" y="20717"/>
                      <a:pt x="6504" y="20714"/>
                    </a:cubicBezTo>
                    <a:cubicBezTo>
                      <a:pt x="6670" y="20697"/>
                      <a:pt x="6791" y="20547"/>
                      <a:pt x="6771" y="20378"/>
                    </a:cubicBezTo>
                    <a:lnTo>
                      <a:pt x="6591" y="18758"/>
                    </a:lnTo>
                    <a:lnTo>
                      <a:pt x="6984" y="19446"/>
                    </a:lnTo>
                    <a:cubicBezTo>
                      <a:pt x="7077" y="19607"/>
                      <a:pt x="7237" y="19720"/>
                      <a:pt x="7421" y="19753"/>
                    </a:cubicBezTo>
                    <a:cubicBezTo>
                      <a:pt x="7457" y="19757"/>
                      <a:pt x="7493" y="19762"/>
                      <a:pt x="7530" y="19762"/>
                    </a:cubicBezTo>
                    <a:cubicBezTo>
                      <a:pt x="7678" y="19762"/>
                      <a:pt x="7822" y="19707"/>
                      <a:pt x="7940" y="19610"/>
                    </a:cubicBezTo>
                    <a:lnTo>
                      <a:pt x="9411" y="18348"/>
                    </a:lnTo>
                    <a:lnTo>
                      <a:pt x="9411" y="20410"/>
                    </a:lnTo>
                    <a:cubicBezTo>
                      <a:pt x="9411" y="20577"/>
                      <a:pt x="9546" y="20713"/>
                      <a:pt x="9713" y="20713"/>
                    </a:cubicBezTo>
                    <a:cubicBezTo>
                      <a:pt x="9882" y="20713"/>
                      <a:pt x="10017" y="20577"/>
                      <a:pt x="10017" y="20410"/>
                    </a:cubicBezTo>
                    <a:lnTo>
                      <a:pt x="10017" y="18348"/>
                    </a:lnTo>
                    <a:lnTo>
                      <a:pt x="11490" y="19610"/>
                    </a:lnTo>
                    <a:cubicBezTo>
                      <a:pt x="11604" y="19707"/>
                      <a:pt x="11748" y="19762"/>
                      <a:pt x="11898" y="19762"/>
                    </a:cubicBezTo>
                    <a:cubicBezTo>
                      <a:pt x="11934" y="19762"/>
                      <a:pt x="11970" y="19757"/>
                      <a:pt x="12005" y="19753"/>
                    </a:cubicBezTo>
                    <a:cubicBezTo>
                      <a:pt x="12191" y="19720"/>
                      <a:pt x="12350" y="19607"/>
                      <a:pt x="12443" y="19446"/>
                    </a:cubicBezTo>
                    <a:lnTo>
                      <a:pt x="12835" y="18758"/>
                    </a:lnTo>
                    <a:lnTo>
                      <a:pt x="12655" y="20378"/>
                    </a:lnTo>
                    <a:cubicBezTo>
                      <a:pt x="12638" y="20547"/>
                      <a:pt x="12757" y="20697"/>
                      <a:pt x="12924" y="20714"/>
                    </a:cubicBezTo>
                    <a:cubicBezTo>
                      <a:pt x="12934" y="20717"/>
                      <a:pt x="12947" y="20717"/>
                      <a:pt x="12957" y="20717"/>
                    </a:cubicBezTo>
                    <a:cubicBezTo>
                      <a:pt x="13111" y="20717"/>
                      <a:pt x="13241" y="20603"/>
                      <a:pt x="13259" y="20447"/>
                    </a:cubicBezTo>
                    <a:lnTo>
                      <a:pt x="13548" y="17829"/>
                    </a:lnTo>
                    <a:lnTo>
                      <a:pt x="15774" y="18615"/>
                    </a:lnTo>
                    <a:cubicBezTo>
                      <a:pt x="16430" y="18846"/>
                      <a:pt x="16870" y="19469"/>
                      <a:pt x="16870" y="20164"/>
                    </a:cubicBezTo>
                    <a:lnTo>
                      <a:pt x="16870" y="20413"/>
                    </a:lnTo>
                    <a:cubicBezTo>
                      <a:pt x="16870" y="20581"/>
                      <a:pt x="17005" y="20717"/>
                      <a:pt x="17174" y="20717"/>
                    </a:cubicBezTo>
                    <a:cubicBezTo>
                      <a:pt x="17341" y="20717"/>
                      <a:pt x="17477" y="20581"/>
                      <a:pt x="17477" y="20413"/>
                    </a:cubicBezTo>
                    <a:lnTo>
                      <a:pt x="17477" y="20164"/>
                    </a:lnTo>
                    <a:cubicBezTo>
                      <a:pt x="17477" y="19213"/>
                      <a:pt x="16874" y="18361"/>
                      <a:pt x="15976" y="18042"/>
                    </a:cubicBezTo>
                    <a:lnTo>
                      <a:pt x="13526" y="17178"/>
                    </a:lnTo>
                    <a:lnTo>
                      <a:pt x="13231" y="16587"/>
                    </a:lnTo>
                    <a:cubicBezTo>
                      <a:pt x="14018" y="16344"/>
                      <a:pt x="14378" y="15728"/>
                      <a:pt x="14503" y="15244"/>
                    </a:cubicBezTo>
                    <a:cubicBezTo>
                      <a:pt x="14558" y="15249"/>
                      <a:pt x="14613" y="15251"/>
                      <a:pt x="14667" y="15251"/>
                    </a:cubicBezTo>
                    <a:cubicBezTo>
                      <a:pt x="15142" y="15251"/>
                      <a:pt x="15586" y="15066"/>
                      <a:pt x="15973" y="14706"/>
                    </a:cubicBezTo>
                    <a:cubicBezTo>
                      <a:pt x="16330" y="14370"/>
                      <a:pt x="16376" y="13812"/>
                      <a:pt x="16077" y="13432"/>
                    </a:cubicBezTo>
                    <a:cubicBezTo>
                      <a:pt x="15602" y="12826"/>
                      <a:pt x="15530" y="11650"/>
                      <a:pt x="15530" y="11004"/>
                    </a:cubicBezTo>
                    <a:lnTo>
                      <a:pt x="15530" y="8626"/>
                    </a:lnTo>
                    <a:lnTo>
                      <a:pt x="17518" y="7471"/>
                    </a:lnTo>
                    <a:lnTo>
                      <a:pt x="17518" y="14647"/>
                    </a:lnTo>
                    <a:cubicBezTo>
                      <a:pt x="17141" y="14774"/>
                      <a:pt x="16868" y="15131"/>
                      <a:pt x="16868" y="15550"/>
                    </a:cubicBezTo>
                    <a:lnTo>
                      <a:pt x="16868" y="17496"/>
                    </a:lnTo>
                    <a:cubicBezTo>
                      <a:pt x="16868" y="17664"/>
                      <a:pt x="17004" y="17799"/>
                      <a:pt x="17173" y="17799"/>
                    </a:cubicBezTo>
                    <a:lnTo>
                      <a:pt x="18469" y="17799"/>
                    </a:lnTo>
                    <a:cubicBezTo>
                      <a:pt x="18638" y="17799"/>
                      <a:pt x="18774" y="17664"/>
                      <a:pt x="18774" y="17496"/>
                    </a:cubicBezTo>
                    <a:lnTo>
                      <a:pt x="18774" y="15550"/>
                    </a:lnTo>
                    <a:cubicBezTo>
                      <a:pt x="18774" y="15131"/>
                      <a:pt x="18502" y="14774"/>
                      <a:pt x="18124" y="14647"/>
                    </a:cubicBezTo>
                    <a:lnTo>
                      <a:pt x="18124" y="7120"/>
                    </a:lnTo>
                    <a:lnTo>
                      <a:pt x="18945" y="6643"/>
                    </a:lnTo>
                    <a:cubicBezTo>
                      <a:pt x="19243" y="6470"/>
                      <a:pt x="19422" y="6160"/>
                      <a:pt x="19422" y="5814"/>
                    </a:cubicBezTo>
                    <a:cubicBezTo>
                      <a:pt x="19423" y="5470"/>
                      <a:pt x="19245" y="5159"/>
                      <a:pt x="18946" y="4986"/>
                    </a:cubicBezTo>
                    <a:lnTo>
                      <a:pt x="10919" y="324"/>
                    </a:lnTo>
                    <a:cubicBezTo>
                      <a:pt x="10547" y="109"/>
                      <a:pt x="10129" y="1"/>
                      <a:pt x="97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41" name="Google Shape;426;p9"/>
            <p:cNvGrpSpPr/>
            <p:nvPr/>
          </p:nvGrpSpPr>
          <p:grpSpPr>
            <a:xfrm>
              <a:off x="17640" y="1886040"/>
              <a:ext cx="536760" cy="685440"/>
              <a:chOff x="17640" y="1886040"/>
              <a:chExt cx="536760" cy="685440"/>
            </a:xfrm>
          </p:grpSpPr>
          <p:sp>
            <p:nvSpPr>
              <p:cNvPr id="1642" name="Google Shape;427;p9"/>
              <p:cNvSpPr/>
              <p:nvPr/>
            </p:nvSpPr>
            <p:spPr>
              <a:xfrm>
                <a:off x="21168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3" name="Google Shape;428;p9"/>
              <p:cNvSpPr/>
              <p:nvPr/>
            </p:nvSpPr>
            <p:spPr>
              <a:xfrm>
                <a:off x="340920" y="213300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3" y="932"/>
                    </a:cubicBezTo>
                    <a:cubicBezTo>
                      <a:pt x="471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4" name="Google Shape;429;p9"/>
              <p:cNvSpPr/>
              <p:nvPr/>
            </p:nvSpPr>
            <p:spPr>
              <a:xfrm>
                <a:off x="243000" y="22078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4" h="931">
                    <a:moveTo>
                      <a:pt x="334" y="0"/>
                    </a:moveTo>
                    <a:cubicBezTo>
                      <a:pt x="256" y="0"/>
                      <a:pt x="177" y="30"/>
                      <a:pt x="118" y="89"/>
                    </a:cubicBezTo>
                    <a:cubicBezTo>
                      <a:pt x="1" y="209"/>
                      <a:pt x="2" y="402"/>
                      <a:pt x="121" y="518"/>
                    </a:cubicBezTo>
                    <a:cubicBezTo>
                      <a:pt x="381" y="778"/>
                      <a:pt x="825" y="930"/>
                      <a:pt x="1308" y="930"/>
                    </a:cubicBezTo>
                    <a:cubicBezTo>
                      <a:pt x="1789" y="930"/>
                      <a:pt x="2232" y="778"/>
                      <a:pt x="2493" y="518"/>
                    </a:cubicBezTo>
                    <a:cubicBezTo>
                      <a:pt x="2613" y="401"/>
                      <a:pt x="2613" y="209"/>
                      <a:pt x="2496" y="89"/>
                    </a:cubicBezTo>
                    <a:cubicBezTo>
                      <a:pt x="2437" y="30"/>
                      <a:pt x="2359" y="1"/>
                      <a:pt x="2281" y="1"/>
                    </a:cubicBezTo>
                    <a:cubicBezTo>
                      <a:pt x="2204" y="1"/>
                      <a:pt x="2127" y="30"/>
                      <a:pt x="2067" y="88"/>
                    </a:cubicBezTo>
                    <a:cubicBezTo>
                      <a:pt x="1958" y="196"/>
                      <a:pt x="1692" y="325"/>
                      <a:pt x="1308" y="325"/>
                    </a:cubicBezTo>
                    <a:cubicBezTo>
                      <a:pt x="924" y="325"/>
                      <a:pt x="658" y="199"/>
                      <a:pt x="547" y="88"/>
                    </a:cubicBezTo>
                    <a:cubicBezTo>
                      <a:pt x="488" y="29"/>
                      <a:pt x="411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5" name="Google Shape;430;p9"/>
              <p:cNvSpPr/>
              <p:nvPr/>
            </p:nvSpPr>
            <p:spPr>
              <a:xfrm>
                <a:off x="20088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2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6" name="Google Shape;431;p9"/>
              <p:cNvSpPr/>
              <p:nvPr/>
            </p:nvSpPr>
            <p:spPr>
              <a:xfrm>
                <a:off x="330120" y="21006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0" y="136"/>
                      <a:pt x="0" y="303"/>
                    </a:cubicBezTo>
                    <a:cubicBezTo>
                      <a:pt x="0" y="472"/>
                      <a:pt x="136" y="607"/>
                      <a:pt x="305" y="607"/>
                    </a:cubicBezTo>
                    <a:lnTo>
                      <a:pt x="954" y="607"/>
                    </a:lnTo>
                    <a:cubicBezTo>
                      <a:pt x="1122" y="607"/>
                      <a:pt x="1257" y="472"/>
                      <a:pt x="1257" y="303"/>
                    </a:cubicBezTo>
                    <a:cubicBezTo>
                      <a:pt x="1257" y="136"/>
                      <a:pt x="1122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7" name="Google Shape;432;p9"/>
              <p:cNvSpPr/>
              <p:nvPr/>
            </p:nvSpPr>
            <p:spPr>
              <a:xfrm>
                <a:off x="243720" y="1928880"/>
                <a:ext cx="84600" cy="10548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480"/>
                  <a:gd name="textAreaBottom" fmla="*/ 105840 h 105480"/>
                </a:gdLst>
                <a:ahLst/>
                <a:cxnLst/>
                <a:rect l="textAreaLeft" t="textAreaTop" r="textAreaRight" b="textAreaBottom"/>
                <a:pathLst>
                  <a:path w="2555" h="3203">
                    <a:moveTo>
                      <a:pt x="1278" y="609"/>
                    </a:moveTo>
                    <a:cubicBezTo>
                      <a:pt x="1640" y="609"/>
                      <a:pt x="1948" y="1065"/>
                      <a:pt x="1948" y="1603"/>
                    </a:cubicBezTo>
                    <a:cubicBezTo>
                      <a:pt x="1948" y="2143"/>
                      <a:pt x="1640" y="2597"/>
                      <a:pt x="1278" y="2597"/>
                    </a:cubicBezTo>
                    <a:cubicBezTo>
                      <a:pt x="915" y="2597"/>
                      <a:pt x="608" y="2143"/>
                      <a:pt x="608" y="1603"/>
                    </a:cubicBezTo>
                    <a:cubicBezTo>
                      <a:pt x="608" y="1065"/>
                      <a:pt x="915" y="609"/>
                      <a:pt x="1278" y="609"/>
                    </a:cubicBezTo>
                    <a:close/>
                    <a:moveTo>
                      <a:pt x="1278" y="1"/>
                    </a:moveTo>
                    <a:cubicBezTo>
                      <a:pt x="574" y="1"/>
                      <a:pt x="1" y="718"/>
                      <a:pt x="1" y="1602"/>
                    </a:cubicBezTo>
                    <a:cubicBezTo>
                      <a:pt x="1" y="2486"/>
                      <a:pt x="574" y="3203"/>
                      <a:pt x="1278" y="3203"/>
                    </a:cubicBezTo>
                    <a:cubicBezTo>
                      <a:pt x="1980" y="3203"/>
                      <a:pt x="2554" y="2486"/>
                      <a:pt x="2554" y="1602"/>
                    </a:cubicBezTo>
                    <a:cubicBezTo>
                      <a:pt x="2554" y="718"/>
                      <a:pt x="1980" y="1"/>
                      <a:pt x="1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48" name="Google Shape;433;p9"/>
              <p:cNvSpPr/>
              <p:nvPr/>
            </p:nvSpPr>
            <p:spPr>
              <a:xfrm>
                <a:off x="176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4">
                    <a:moveTo>
                      <a:pt x="5515" y="1666"/>
                    </a:moveTo>
                    <a:lnTo>
                      <a:pt x="5515" y="5192"/>
                    </a:lnTo>
                    <a:lnTo>
                      <a:pt x="3548" y="5192"/>
                    </a:lnTo>
                    <a:cubicBezTo>
                      <a:pt x="3444" y="5192"/>
                      <a:pt x="3343" y="5198"/>
                      <a:pt x="3241" y="5208"/>
                    </a:cubicBezTo>
                    <a:cubicBezTo>
                      <a:pt x="3425" y="3745"/>
                      <a:pt x="4265" y="2443"/>
                      <a:pt x="5515" y="1666"/>
                    </a:cubicBezTo>
                    <a:close/>
                    <a:moveTo>
                      <a:pt x="9388" y="609"/>
                    </a:moveTo>
                    <a:cubicBezTo>
                      <a:pt x="9756" y="609"/>
                      <a:pt x="10056" y="909"/>
                      <a:pt x="10056" y="1279"/>
                    </a:cubicBezTo>
                    <a:lnTo>
                      <a:pt x="10056" y="3224"/>
                    </a:lnTo>
                    <a:cubicBezTo>
                      <a:pt x="10056" y="3393"/>
                      <a:pt x="10192" y="3528"/>
                      <a:pt x="10360" y="3528"/>
                    </a:cubicBezTo>
                    <a:cubicBezTo>
                      <a:pt x="10528" y="3528"/>
                      <a:pt x="10663" y="3393"/>
                      <a:pt x="10663" y="3224"/>
                    </a:cubicBezTo>
                    <a:lnTo>
                      <a:pt x="10663" y="1666"/>
                    </a:lnTo>
                    <a:cubicBezTo>
                      <a:pt x="11913" y="2443"/>
                      <a:pt x="12754" y="3745"/>
                      <a:pt x="12938" y="5209"/>
                    </a:cubicBezTo>
                    <a:cubicBezTo>
                      <a:pt x="12838" y="5199"/>
                      <a:pt x="12734" y="5194"/>
                      <a:pt x="12631" y="5194"/>
                    </a:cubicBezTo>
                    <a:lnTo>
                      <a:pt x="10663" y="5194"/>
                    </a:lnTo>
                    <a:lnTo>
                      <a:pt x="10663" y="4524"/>
                    </a:lnTo>
                    <a:cubicBezTo>
                      <a:pt x="10663" y="4357"/>
                      <a:pt x="10528" y="4221"/>
                      <a:pt x="10360" y="4221"/>
                    </a:cubicBezTo>
                    <a:cubicBezTo>
                      <a:pt x="10192" y="4221"/>
                      <a:pt x="10056" y="4357"/>
                      <a:pt x="10056" y="4524"/>
                    </a:cubicBezTo>
                    <a:lnTo>
                      <a:pt x="10056" y="5194"/>
                    </a:lnTo>
                    <a:lnTo>
                      <a:pt x="6122" y="5194"/>
                    </a:lnTo>
                    <a:lnTo>
                      <a:pt x="6122" y="1280"/>
                    </a:lnTo>
                    <a:cubicBezTo>
                      <a:pt x="6122" y="909"/>
                      <a:pt x="6422" y="609"/>
                      <a:pt x="6792" y="609"/>
                    </a:cubicBezTo>
                    <a:close/>
                    <a:moveTo>
                      <a:pt x="4219" y="5799"/>
                    </a:moveTo>
                    <a:cubicBezTo>
                      <a:pt x="4219" y="5806"/>
                      <a:pt x="4218" y="5813"/>
                      <a:pt x="4218" y="5820"/>
                    </a:cubicBezTo>
                    <a:lnTo>
                      <a:pt x="4218" y="6793"/>
                    </a:lnTo>
                    <a:cubicBezTo>
                      <a:pt x="4218" y="6984"/>
                      <a:pt x="4062" y="7137"/>
                      <a:pt x="3872" y="7137"/>
                    </a:cubicBezTo>
                    <a:lnTo>
                      <a:pt x="3527" y="7137"/>
                    </a:lnTo>
                    <a:lnTo>
                      <a:pt x="3527" y="5799"/>
                    </a:lnTo>
                    <a:cubicBezTo>
                      <a:pt x="3529" y="5800"/>
                      <a:pt x="3532" y="5800"/>
                      <a:pt x="3534" y="5800"/>
                    </a:cubicBezTo>
                    <a:cubicBezTo>
                      <a:pt x="3539" y="5800"/>
                      <a:pt x="3543" y="5799"/>
                      <a:pt x="3548" y="5799"/>
                    </a:cubicBezTo>
                    <a:close/>
                    <a:moveTo>
                      <a:pt x="12654" y="5800"/>
                    </a:moveTo>
                    <a:lnTo>
                      <a:pt x="12654" y="7140"/>
                    </a:lnTo>
                    <a:lnTo>
                      <a:pt x="12308" y="7140"/>
                    </a:lnTo>
                    <a:cubicBezTo>
                      <a:pt x="12117" y="7140"/>
                      <a:pt x="11963" y="6984"/>
                      <a:pt x="11963" y="6794"/>
                    </a:cubicBezTo>
                    <a:lnTo>
                      <a:pt x="11963" y="5822"/>
                    </a:lnTo>
                    <a:cubicBezTo>
                      <a:pt x="11963" y="5815"/>
                      <a:pt x="11961" y="5808"/>
                      <a:pt x="11961" y="5800"/>
                    </a:cubicBezTo>
                    <a:close/>
                    <a:moveTo>
                      <a:pt x="2920" y="5888"/>
                    </a:moveTo>
                    <a:lnTo>
                      <a:pt x="2920" y="7256"/>
                    </a:lnTo>
                    <a:cubicBezTo>
                      <a:pt x="2570" y="7421"/>
                      <a:pt x="2314" y="7751"/>
                      <a:pt x="2277" y="8140"/>
                    </a:cubicBezTo>
                    <a:cubicBezTo>
                      <a:pt x="2244" y="8454"/>
                      <a:pt x="2349" y="8768"/>
                      <a:pt x="2558" y="9000"/>
                    </a:cubicBezTo>
                    <a:cubicBezTo>
                      <a:pt x="2770" y="9234"/>
                      <a:pt x="3071" y="9368"/>
                      <a:pt x="3385" y="9368"/>
                    </a:cubicBezTo>
                    <a:lnTo>
                      <a:pt x="3612" y="9368"/>
                    </a:lnTo>
                    <a:cubicBezTo>
                      <a:pt x="3662" y="9721"/>
                      <a:pt x="3751" y="10061"/>
                      <a:pt x="3878" y="10382"/>
                    </a:cubicBezTo>
                    <a:lnTo>
                      <a:pt x="3548" y="10382"/>
                    </a:lnTo>
                    <a:lnTo>
                      <a:pt x="3548" y="10383"/>
                    </a:lnTo>
                    <a:cubicBezTo>
                      <a:pt x="2284" y="10383"/>
                      <a:pt x="1256" y="9355"/>
                      <a:pt x="1256" y="8091"/>
                    </a:cubicBezTo>
                    <a:cubicBezTo>
                      <a:pt x="1256" y="7044"/>
                      <a:pt x="1961" y="6162"/>
                      <a:pt x="2920" y="5888"/>
                    </a:cubicBezTo>
                    <a:close/>
                    <a:moveTo>
                      <a:pt x="13260" y="5888"/>
                    </a:moveTo>
                    <a:cubicBezTo>
                      <a:pt x="14218" y="6162"/>
                      <a:pt x="14923" y="7044"/>
                      <a:pt x="14923" y="8091"/>
                    </a:cubicBezTo>
                    <a:cubicBezTo>
                      <a:pt x="14923" y="9355"/>
                      <a:pt x="13895" y="10383"/>
                      <a:pt x="12631" y="10383"/>
                    </a:cubicBezTo>
                    <a:lnTo>
                      <a:pt x="12301" y="10383"/>
                    </a:lnTo>
                    <a:cubicBezTo>
                      <a:pt x="12427" y="10062"/>
                      <a:pt x="12517" y="9721"/>
                      <a:pt x="12567" y="9368"/>
                    </a:cubicBezTo>
                    <a:lnTo>
                      <a:pt x="12747" y="9368"/>
                    </a:lnTo>
                    <a:cubicBezTo>
                      <a:pt x="13338" y="9368"/>
                      <a:pt x="13845" y="8928"/>
                      <a:pt x="13902" y="8368"/>
                    </a:cubicBezTo>
                    <a:cubicBezTo>
                      <a:pt x="13934" y="8054"/>
                      <a:pt x="13831" y="7740"/>
                      <a:pt x="13620" y="7507"/>
                    </a:cubicBezTo>
                    <a:cubicBezTo>
                      <a:pt x="13518" y="7394"/>
                      <a:pt x="13395" y="7306"/>
                      <a:pt x="13260" y="7243"/>
                    </a:cubicBezTo>
                    <a:lnTo>
                      <a:pt x="13260" y="5888"/>
                    </a:lnTo>
                    <a:close/>
                    <a:moveTo>
                      <a:pt x="11353" y="5800"/>
                    </a:moveTo>
                    <a:cubicBezTo>
                      <a:pt x="11353" y="5808"/>
                      <a:pt x="11350" y="5815"/>
                      <a:pt x="11350" y="5822"/>
                    </a:cubicBezTo>
                    <a:lnTo>
                      <a:pt x="11350" y="6794"/>
                    </a:lnTo>
                    <a:cubicBezTo>
                      <a:pt x="11350" y="7320"/>
                      <a:pt x="11777" y="7747"/>
                      <a:pt x="12303" y="7747"/>
                    </a:cubicBezTo>
                    <a:lnTo>
                      <a:pt x="12790" y="7747"/>
                    </a:lnTo>
                    <a:cubicBezTo>
                      <a:pt x="12933" y="7747"/>
                      <a:pt x="13070" y="7807"/>
                      <a:pt x="13167" y="7914"/>
                    </a:cubicBezTo>
                    <a:cubicBezTo>
                      <a:pt x="13263" y="8021"/>
                      <a:pt x="13310" y="8163"/>
                      <a:pt x="13295" y="8307"/>
                    </a:cubicBezTo>
                    <a:cubicBezTo>
                      <a:pt x="13270" y="8561"/>
                      <a:pt x="13027" y="8761"/>
                      <a:pt x="12744" y="8761"/>
                    </a:cubicBezTo>
                    <a:lnTo>
                      <a:pt x="12606" y="8761"/>
                    </a:lnTo>
                    <a:lnTo>
                      <a:pt x="12606" y="8742"/>
                    </a:lnTo>
                    <a:cubicBezTo>
                      <a:pt x="12606" y="8575"/>
                      <a:pt x="12470" y="8440"/>
                      <a:pt x="12303" y="8440"/>
                    </a:cubicBezTo>
                    <a:cubicBezTo>
                      <a:pt x="12134" y="8440"/>
                      <a:pt x="11999" y="8575"/>
                      <a:pt x="11999" y="8742"/>
                    </a:cubicBezTo>
                    <a:cubicBezTo>
                      <a:pt x="12001" y="10899"/>
                      <a:pt x="10246" y="12654"/>
                      <a:pt x="8090" y="12654"/>
                    </a:cubicBezTo>
                    <a:cubicBezTo>
                      <a:pt x="5932" y="12654"/>
                      <a:pt x="4177" y="10899"/>
                      <a:pt x="4177" y="8741"/>
                    </a:cubicBezTo>
                    <a:cubicBezTo>
                      <a:pt x="4177" y="8573"/>
                      <a:pt x="4041" y="8437"/>
                      <a:pt x="3872" y="8437"/>
                    </a:cubicBezTo>
                    <a:cubicBezTo>
                      <a:pt x="3705" y="8437"/>
                      <a:pt x="3570" y="8573"/>
                      <a:pt x="3570" y="8741"/>
                    </a:cubicBezTo>
                    <a:lnTo>
                      <a:pt x="3570" y="8761"/>
                    </a:lnTo>
                    <a:lnTo>
                      <a:pt x="3385" y="8761"/>
                    </a:lnTo>
                    <a:cubicBezTo>
                      <a:pt x="3243" y="8761"/>
                      <a:pt x="3105" y="8700"/>
                      <a:pt x="3008" y="8594"/>
                    </a:cubicBezTo>
                    <a:cubicBezTo>
                      <a:pt x="2913" y="8487"/>
                      <a:pt x="2866" y="8347"/>
                      <a:pt x="2880" y="8200"/>
                    </a:cubicBezTo>
                    <a:cubicBezTo>
                      <a:pt x="2906" y="7944"/>
                      <a:pt x="3148" y="7747"/>
                      <a:pt x="3430" y="7747"/>
                    </a:cubicBezTo>
                    <a:lnTo>
                      <a:pt x="3871" y="7747"/>
                    </a:lnTo>
                    <a:cubicBezTo>
                      <a:pt x="4397" y="7747"/>
                      <a:pt x="4822" y="7320"/>
                      <a:pt x="4822" y="6794"/>
                    </a:cubicBezTo>
                    <a:lnTo>
                      <a:pt x="4822" y="5822"/>
                    </a:lnTo>
                    <a:cubicBezTo>
                      <a:pt x="4822" y="5815"/>
                      <a:pt x="4822" y="5808"/>
                      <a:pt x="4821" y="5800"/>
                    </a:cubicBezTo>
                    <a:close/>
                    <a:moveTo>
                      <a:pt x="10056" y="12806"/>
                    </a:moveTo>
                    <a:lnTo>
                      <a:pt x="10056" y="15004"/>
                    </a:lnTo>
                    <a:cubicBezTo>
                      <a:pt x="9559" y="15573"/>
                      <a:pt x="8848" y="15898"/>
                      <a:pt x="8090" y="15898"/>
                    </a:cubicBezTo>
                    <a:cubicBezTo>
                      <a:pt x="7921" y="15898"/>
                      <a:pt x="7786" y="16033"/>
                      <a:pt x="7786" y="16202"/>
                    </a:cubicBezTo>
                    <a:cubicBezTo>
                      <a:pt x="7786" y="16369"/>
                      <a:pt x="7921" y="16504"/>
                      <a:pt x="8090" y="16504"/>
                    </a:cubicBezTo>
                    <a:cubicBezTo>
                      <a:pt x="8811" y="16504"/>
                      <a:pt x="9498" y="16266"/>
                      <a:pt x="10056" y="15833"/>
                    </a:cubicBezTo>
                    <a:lnTo>
                      <a:pt x="10056" y="16660"/>
                    </a:lnTo>
                    <a:cubicBezTo>
                      <a:pt x="9459" y="17010"/>
                      <a:pt x="8782" y="17194"/>
                      <a:pt x="8090" y="17194"/>
                    </a:cubicBezTo>
                    <a:cubicBezTo>
                      <a:pt x="7397" y="17194"/>
                      <a:pt x="6720" y="17010"/>
                      <a:pt x="6122" y="16660"/>
                    </a:cubicBezTo>
                    <a:lnTo>
                      <a:pt x="6122" y="15832"/>
                    </a:lnTo>
                    <a:cubicBezTo>
                      <a:pt x="6276" y="15949"/>
                      <a:pt x="6439" y="16055"/>
                      <a:pt x="6613" y="16145"/>
                    </a:cubicBezTo>
                    <a:cubicBezTo>
                      <a:pt x="6657" y="16167"/>
                      <a:pt x="6704" y="16177"/>
                      <a:pt x="6753" y="16177"/>
                    </a:cubicBezTo>
                    <a:cubicBezTo>
                      <a:pt x="6862" y="16177"/>
                      <a:pt x="6969" y="16119"/>
                      <a:pt x="7021" y="16013"/>
                    </a:cubicBezTo>
                    <a:cubicBezTo>
                      <a:pt x="7099" y="15863"/>
                      <a:pt x="7040" y="15682"/>
                      <a:pt x="6891" y="15605"/>
                    </a:cubicBezTo>
                    <a:cubicBezTo>
                      <a:pt x="6597" y="15453"/>
                      <a:pt x="6340" y="15249"/>
                      <a:pt x="6122" y="15002"/>
                    </a:cubicBezTo>
                    <a:lnTo>
                      <a:pt x="6122" y="12807"/>
                    </a:lnTo>
                    <a:cubicBezTo>
                      <a:pt x="6717" y="13097"/>
                      <a:pt x="7384" y="13257"/>
                      <a:pt x="8090" y="13257"/>
                    </a:cubicBezTo>
                    <a:cubicBezTo>
                      <a:pt x="8795" y="13257"/>
                      <a:pt x="9462" y="13095"/>
                      <a:pt x="10056" y="12806"/>
                    </a:cubicBezTo>
                    <a:close/>
                    <a:moveTo>
                      <a:pt x="6790" y="1"/>
                    </a:moveTo>
                    <a:cubicBezTo>
                      <a:pt x="6203" y="1"/>
                      <a:pt x="5706" y="401"/>
                      <a:pt x="5558" y="942"/>
                    </a:cubicBezTo>
                    <a:cubicBezTo>
                      <a:pt x="3890" y="1809"/>
                      <a:pt x="2776" y="3474"/>
                      <a:pt x="2614" y="5345"/>
                    </a:cubicBezTo>
                    <a:cubicBezTo>
                      <a:pt x="1472" y="5735"/>
                      <a:pt x="648" y="6816"/>
                      <a:pt x="648" y="8090"/>
                    </a:cubicBezTo>
                    <a:cubicBezTo>
                      <a:pt x="648" y="9686"/>
                      <a:pt x="1949" y="10989"/>
                      <a:pt x="3547" y="10989"/>
                    </a:cubicBezTo>
                    <a:lnTo>
                      <a:pt x="4168" y="10989"/>
                    </a:lnTo>
                    <a:cubicBezTo>
                      <a:pt x="4308" y="11233"/>
                      <a:pt x="4471" y="11463"/>
                      <a:pt x="4655" y="11676"/>
                    </a:cubicBezTo>
                    <a:lnTo>
                      <a:pt x="2314" y="13814"/>
                    </a:lnTo>
                    <a:cubicBezTo>
                      <a:pt x="2100" y="14010"/>
                      <a:pt x="1990" y="14285"/>
                      <a:pt x="2006" y="14575"/>
                    </a:cubicBezTo>
                    <a:cubicBezTo>
                      <a:pt x="2023" y="14854"/>
                      <a:pt x="2159" y="15106"/>
                      <a:pt x="2379" y="15275"/>
                    </a:cubicBezTo>
                    <a:lnTo>
                      <a:pt x="1849" y="15431"/>
                    </a:lnTo>
                    <a:cubicBezTo>
                      <a:pt x="759" y="15749"/>
                      <a:pt x="1" y="16766"/>
                      <a:pt x="1" y="17901"/>
                    </a:cubicBezTo>
                    <a:lnTo>
                      <a:pt x="1" y="20418"/>
                    </a:lnTo>
                    <a:cubicBezTo>
                      <a:pt x="1" y="20586"/>
                      <a:pt x="136" y="20722"/>
                      <a:pt x="305" y="20722"/>
                    </a:cubicBezTo>
                    <a:cubicBezTo>
                      <a:pt x="472" y="20722"/>
                      <a:pt x="608" y="20586"/>
                      <a:pt x="608" y="20418"/>
                    </a:cubicBezTo>
                    <a:lnTo>
                      <a:pt x="608" y="17901"/>
                    </a:lnTo>
                    <a:cubicBezTo>
                      <a:pt x="608" y="17034"/>
                      <a:pt x="1187" y="16259"/>
                      <a:pt x="2020" y="16013"/>
                    </a:cubicBezTo>
                    <a:lnTo>
                      <a:pt x="3005" y="15725"/>
                    </a:lnTo>
                    <a:lnTo>
                      <a:pt x="3351" y="15973"/>
                    </a:lnTo>
                    <a:lnTo>
                      <a:pt x="2871" y="16897"/>
                    </a:lnTo>
                    <a:cubicBezTo>
                      <a:pt x="2673" y="17277"/>
                      <a:pt x="2680" y="17731"/>
                      <a:pt x="2890" y="18105"/>
                    </a:cubicBezTo>
                    <a:lnTo>
                      <a:pt x="4257" y="20568"/>
                    </a:lnTo>
                    <a:cubicBezTo>
                      <a:pt x="4312" y="20668"/>
                      <a:pt x="4415" y="20723"/>
                      <a:pt x="4522" y="20723"/>
                    </a:cubicBezTo>
                    <a:cubicBezTo>
                      <a:pt x="4572" y="20723"/>
                      <a:pt x="4622" y="20710"/>
                      <a:pt x="4671" y="20685"/>
                    </a:cubicBezTo>
                    <a:cubicBezTo>
                      <a:pt x="4818" y="20603"/>
                      <a:pt x="4869" y="20419"/>
                      <a:pt x="4789" y="20273"/>
                    </a:cubicBezTo>
                    <a:lnTo>
                      <a:pt x="3421" y="17811"/>
                    </a:lnTo>
                    <a:cubicBezTo>
                      <a:pt x="3313" y="17614"/>
                      <a:pt x="3308" y="17377"/>
                      <a:pt x="3413" y="17177"/>
                    </a:cubicBezTo>
                    <a:lnTo>
                      <a:pt x="4014" y="16019"/>
                    </a:lnTo>
                    <a:cubicBezTo>
                      <a:pt x="4084" y="15885"/>
                      <a:pt x="4044" y="15719"/>
                      <a:pt x="3921" y="15632"/>
                    </a:cubicBezTo>
                    <a:lnTo>
                      <a:pt x="2757" y="14799"/>
                    </a:lnTo>
                    <a:cubicBezTo>
                      <a:pt x="2671" y="14739"/>
                      <a:pt x="2620" y="14645"/>
                      <a:pt x="2613" y="14539"/>
                    </a:cubicBezTo>
                    <a:cubicBezTo>
                      <a:pt x="2607" y="14434"/>
                      <a:pt x="2648" y="14334"/>
                      <a:pt x="2726" y="14262"/>
                    </a:cubicBezTo>
                    <a:lnTo>
                      <a:pt x="5082" y="12111"/>
                    </a:lnTo>
                    <a:cubicBezTo>
                      <a:pt x="5219" y="12234"/>
                      <a:pt x="5363" y="12349"/>
                      <a:pt x="5518" y="12454"/>
                    </a:cubicBezTo>
                    <a:lnTo>
                      <a:pt x="5518" y="20418"/>
                    </a:lnTo>
                    <a:cubicBezTo>
                      <a:pt x="5518" y="20586"/>
                      <a:pt x="5653" y="20722"/>
                      <a:pt x="5820" y="20722"/>
                    </a:cubicBezTo>
                    <a:cubicBezTo>
                      <a:pt x="5987" y="20722"/>
                      <a:pt x="6125" y="20586"/>
                      <a:pt x="6125" y="20418"/>
                    </a:cubicBezTo>
                    <a:lnTo>
                      <a:pt x="6125" y="17347"/>
                    </a:lnTo>
                    <a:cubicBezTo>
                      <a:pt x="6736" y="17646"/>
                      <a:pt x="7407" y="17801"/>
                      <a:pt x="8091" y="17801"/>
                    </a:cubicBezTo>
                    <a:cubicBezTo>
                      <a:pt x="8775" y="17801"/>
                      <a:pt x="9446" y="17644"/>
                      <a:pt x="10058" y="17347"/>
                    </a:cubicBezTo>
                    <a:lnTo>
                      <a:pt x="10058" y="20418"/>
                    </a:lnTo>
                    <a:cubicBezTo>
                      <a:pt x="10058" y="20586"/>
                      <a:pt x="10195" y="20722"/>
                      <a:pt x="10362" y="20722"/>
                    </a:cubicBezTo>
                    <a:cubicBezTo>
                      <a:pt x="10529" y="20722"/>
                      <a:pt x="10665" y="20586"/>
                      <a:pt x="10665" y="20418"/>
                    </a:cubicBezTo>
                    <a:lnTo>
                      <a:pt x="10665" y="12454"/>
                    </a:lnTo>
                    <a:cubicBezTo>
                      <a:pt x="10817" y="12349"/>
                      <a:pt x="10962" y="12234"/>
                      <a:pt x="11099" y="12111"/>
                    </a:cubicBezTo>
                    <a:lnTo>
                      <a:pt x="13458" y="14262"/>
                    </a:lnTo>
                    <a:cubicBezTo>
                      <a:pt x="13534" y="14332"/>
                      <a:pt x="13575" y="14434"/>
                      <a:pt x="13570" y="14538"/>
                    </a:cubicBezTo>
                    <a:cubicBezTo>
                      <a:pt x="13562" y="14642"/>
                      <a:pt x="13511" y="14736"/>
                      <a:pt x="13425" y="14798"/>
                    </a:cubicBezTo>
                    <a:lnTo>
                      <a:pt x="12261" y="15630"/>
                    </a:lnTo>
                    <a:cubicBezTo>
                      <a:pt x="12139" y="15718"/>
                      <a:pt x="12099" y="15883"/>
                      <a:pt x="12169" y="16017"/>
                    </a:cubicBezTo>
                    <a:lnTo>
                      <a:pt x="12770" y="17176"/>
                    </a:lnTo>
                    <a:cubicBezTo>
                      <a:pt x="12874" y="17376"/>
                      <a:pt x="12870" y="17613"/>
                      <a:pt x="12761" y="17810"/>
                    </a:cubicBezTo>
                    <a:lnTo>
                      <a:pt x="11394" y="20271"/>
                    </a:lnTo>
                    <a:cubicBezTo>
                      <a:pt x="11312" y="20418"/>
                      <a:pt x="11364" y="20603"/>
                      <a:pt x="11512" y="20683"/>
                    </a:cubicBezTo>
                    <a:cubicBezTo>
                      <a:pt x="11559" y="20710"/>
                      <a:pt x="11609" y="20722"/>
                      <a:pt x="11659" y="20722"/>
                    </a:cubicBezTo>
                    <a:cubicBezTo>
                      <a:pt x="11766" y="20722"/>
                      <a:pt x="11869" y="20666"/>
                      <a:pt x="11924" y="20566"/>
                    </a:cubicBezTo>
                    <a:lnTo>
                      <a:pt x="13291" y="18104"/>
                    </a:lnTo>
                    <a:cubicBezTo>
                      <a:pt x="13501" y="17730"/>
                      <a:pt x="13505" y="17276"/>
                      <a:pt x="13307" y="16896"/>
                    </a:cubicBezTo>
                    <a:lnTo>
                      <a:pt x="12827" y="15970"/>
                    </a:lnTo>
                    <a:lnTo>
                      <a:pt x="13174" y="15725"/>
                    </a:lnTo>
                    <a:lnTo>
                      <a:pt x="14159" y="16013"/>
                    </a:lnTo>
                    <a:cubicBezTo>
                      <a:pt x="14991" y="16259"/>
                      <a:pt x="15572" y="17034"/>
                      <a:pt x="15572" y="17901"/>
                    </a:cubicBezTo>
                    <a:lnTo>
                      <a:pt x="15572" y="20418"/>
                    </a:lnTo>
                    <a:cubicBezTo>
                      <a:pt x="15572" y="20586"/>
                      <a:pt x="15708" y="20722"/>
                      <a:pt x="15875" y="20722"/>
                    </a:cubicBezTo>
                    <a:cubicBezTo>
                      <a:pt x="16042" y="20722"/>
                      <a:pt x="16179" y="20586"/>
                      <a:pt x="16179" y="20418"/>
                    </a:cubicBezTo>
                    <a:lnTo>
                      <a:pt x="16179" y="17901"/>
                    </a:lnTo>
                    <a:cubicBezTo>
                      <a:pt x="16179" y="16766"/>
                      <a:pt x="15418" y="15749"/>
                      <a:pt x="14331" y="15431"/>
                    </a:cubicBezTo>
                    <a:lnTo>
                      <a:pt x="13801" y="15273"/>
                    </a:lnTo>
                    <a:cubicBezTo>
                      <a:pt x="14022" y="15105"/>
                      <a:pt x="14158" y="14852"/>
                      <a:pt x="14174" y="14574"/>
                    </a:cubicBezTo>
                    <a:cubicBezTo>
                      <a:pt x="14191" y="14285"/>
                      <a:pt x="14079" y="14007"/>
                      <a:pt x="13865" y="13812"/>
                    </a:cubicBezTo>
                    <a:lnTo>
                      <a:pt x="11523" y="11676"/>
                    </a:lnTo>
                    <a:cubicBezTo>
                      <a:pt x="11704" y="11463"/>
                      <a:pt x="11867" y="11233"/>
                      <a:pt x="12009" y="10989"/>
                    </a:cubicBezTo>
                    <a:lnTo>
                      <a:pt x="12630" y="10989"/>
                    </a:lnTo>
                    <a:cubicBezTo>
                      <a:pt x="14227" y="10989"/>
                      <a:pt x="15529" y="9689"/>
                      <a:pt x="15529" y="8090"/>
                    </a:cubicBezTo>
                    <a:cubicBezTo>
                      <a:pt x="15529" y="6816"/>
                      <a:pt x="14704" y="5735"/>
                      <a:pt x="13561" y="5345"/>
                    </a:cubicBezTo>
                    <a:cubicBezTo>
                      <a:pt x="13401" y="3474"/>
                      <a:pt x="12287" y="1809"/>
                      <a:pt x="10618" y="942"/>
                    </a:cubicBezTo>
                    <a:cubicBezTo>
                      <a:pt x="10469" y="401"/>
                      <a:pt x="9975" y="1"/>
                      <a:pt x="9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649" name="Google Shape;434;p9"/>
          <p:cNvGrpSpPr/>
          <p:nvPr/>
        </p:nvGrpSpPr>
        <p:grpSpPr>
          <a:xfrm>
            <a:off x="-142920" y="4286160"/>
            <a:ext cx="858240" cy="856800"/>
            <a:chOff x="-142920" y="4286160"/>
            <a:chExt cx="858240" cy="856800"/>
          </a:xfrm>
        </p:grpSpPr>
        <p:sp>
          <p:nvSpPr>
            <p:cNvPr id="1650" name="Google Shape;435;p9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51" name="Google Shape;436;p9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652" name="Google Shape;437;p9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3" name="Google Shape;438;p9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4" name="Google Shape;439;p9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5" name="Google Shape;440;p9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6" name="Google Shape;441;p9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7" name="Google Shape;442;p9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58" name="Google Shape;443;p9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659" name="Google Shape;444;p9"/>
          <p:cNvGrpSpPr/>
          <p:nvPr/>
        </p:nvGrpSpPr>
        <p:grpSpPr>
          <a:xfrm>
            <a:off x="8428320" y="1714680"/>
            <a:ext cx="858240" cy="3428280"/>
            <a:chOff x="8428320" y="1714680"/>
            <a:chExt cx="858240" cy="3428280"/>
          </a:xfrm>
        </p:grpSpPr>
        <p:sp>
          <p:nvSpPr>
            <p:cNvPr id="1660" name="Google Shape;445;p9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61" name="Google Shape;446;p9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62" name="Google Shape;447;p9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63" name="Google Shape;448;p9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64" name="Google Shape;449;p9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665" name="Google Shape;450;p9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6" name="Google Shape;451;p9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7" name="Google Shape;452;p9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8" name="Google Shape;453;p9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9" name="Google Shape;454;p9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70" name="Google Shape;455;p9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671" name="Google Shape;456;p9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2" name="Google Shape;457;p9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3" name="Google Shape;458;p9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4" name="Google Shape;459;p9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5" name="Google Shape;460;p9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6" name="Google Shape;461;p9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77" name="Google Shape;462;p9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678" name="Google Shape;463;p9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9" name="Google Shape;464;p9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0" name="Google Shape;465;p9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681" name="PlaceHolder 1"/>
          <p:cNvSpPr>
            <a:spLocks noGrp="1"/>
          </p:cNvSpPr>
          <p:nvPr>
            <p:ph type="title"/>
          </p:nvPr>
        </p:nvSpPr>
        <p:spPr>
          <a:xfrm>
            <a:off x="2556000" y="1332720"/>
            <a:ext cx="4031640" cy="81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3" name="Google Shape;469;p10"/>
          <p:cNvGrpSpPr/>
          <p:nvPr/>
        </p:nvGrpSpPr>
        <p:grpSpPr>
          <a:xfrm>
            <a:off x="-142920" y="3429000"/>
            <a:ext cx="858240" cy="1713960"/>
            <a:chOff x="-142920" y="3429000"/>
            <a:chExt cx="858240" cy="1713960"/>
          </a:xfrm>
        </p:grpSpPr>
        <p:sp>
          <p:nvSpPr>
            <p:cNvPr id="1684" name="Google Shape;470;p10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85" name="Google Shape;471;p10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686" name="Google Shape;472;p10"/>
          <p:cNvGrpSpPr/>
          <p:nvPr/>
        </p:nvGrpSpPr>
        <p:grpSpPr>
          <a:xfrm>
            <a:off x="7571520" y="0"/>
            <a:ext cx="1715040" cy="1713960"/>
            <a:chOff x="7571520" y="0"/>
            <a:chExt cx="1715040" cy="1713960"/>
          </a:xfrm>
        </p:grpSpPr>
        <p:sp>
          <p:nvSpPr>
            <p:cNvPr id="1687" name="Google Shape;473;p10"/>
            <p:cNvSpPr/>
            <p:nvPr/>
          </p:nvSpPr>
          <p:spPr>
            <a:xfrm>
              <a:off x="75715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88" name="Google Shape;474;p10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89" name="Google Shape;475;p10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690" name="PlaceHolder 1"/>
          <p:cNvSpPr>
            <a:spLocks noGrp="1"/>
          </p:cNvSpPr>
          <p:nvPr>
            <p:ph type="title"/>
          </p:nvPr>
        </p:nvSpPr>
        <p:spPr>
          <a:xfrm>
            <a:off x="2472480" y="540000"/>
            <a:ext cx="4199040" cy="1046520"/>
          </a:xfrm>
          <a:prstGeom prst="rect">
            <a:avLst/>
          </a:prstGeom>
          <a:solidFill>
            <a:schemeClr val="accent2"/>
          </a:solidFill>
          <a:ln w="19080">
            <a:solidFill>
              <a:schemeClr val="dk1"/>
            </a:solidFill>
            <a:round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2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693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94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95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96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97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98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699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0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1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2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03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704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5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6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7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8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9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10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711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2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3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4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5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6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7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718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19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720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1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2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3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4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5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726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727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28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29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30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31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732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3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4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5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6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7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38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739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0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1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742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43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44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745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6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7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8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49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0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51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752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3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4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5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6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75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9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760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61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62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63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64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65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766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67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68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69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70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771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2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3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4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5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6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77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778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9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0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1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2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3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4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785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86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787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8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9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0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1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2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793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794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95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96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97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798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799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0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1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2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3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4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05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806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7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8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809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10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11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812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3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4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5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6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7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18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819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0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1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2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3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24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_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827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28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29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30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31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32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833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4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5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6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37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838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9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0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1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2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3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44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845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6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7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8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49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0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1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852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53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854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5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6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7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8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9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860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861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62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63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64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65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866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7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8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9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0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1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72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873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4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5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876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77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78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879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0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1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2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3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4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85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886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7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8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9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90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91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__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3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894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95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96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97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98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99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900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1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2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3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04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905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6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7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8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9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0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11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912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3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4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5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6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7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8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919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20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921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2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3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4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5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26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927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928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29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30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31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32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1933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4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5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6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7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38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39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1940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41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42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943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44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45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1946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47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48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49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0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1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52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1953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4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5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6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57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95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___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0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1961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62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63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64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65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66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1967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68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69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0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71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1972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3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4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5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6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77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78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1979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0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1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2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3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4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5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986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87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1988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9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90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91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92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93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994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1995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96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97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98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99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2000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1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2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3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4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5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06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2007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8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09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2010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11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12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2013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14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15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16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17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18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19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2020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21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22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23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24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02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______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7" name="Google Shape;221;p6"/>
          <p:cNvGrpSpPr/>
          <p:nvPr/>
        </p:nvGrpSpPr>
        <p:grpSpPr>
          <a:xfrm>
            <a:off x="-142920" y="0"/>
            <a:ext cx="858240" cy="5142960"/>
            <a:chOff x="-142920" y="0"/>
            <a:chExt cx="858240" cy="5142960"/>
          </a:xfrm>
        </p:grpSpPr>
        <p:sp>
          <p:nvSpPr>
            <p:cNvPr id="2028" name="Google Shape;222;p6"/>
            <p:cNvSpPr/>
            <p:nvPr/>
          </p:nvSpPr>
          <p:spPr>
            <a:xfrm>
              <a:off x="-142920" y="171468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29" name="Google Shape;223;p6"/>
            <p:cNvSpPr/>
            <p:nvPr/>
          </p:nvSpPr>
          <p:spPr>
            <a:xfrm>
              <a:off x="-142920" y="2571840"/>
              <a:ext cx="858240" cy="856800"/>
            </a:xfrm>
            <a:prstGeom prst="rect">
              <a:avLst/>
            </a:prstGeom>
            <a:solidFill>
              <a:schemeClr val="dk1"/>
            </a:solidFill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30" name="Google Shape;224;p6"/>
            <p:cNvSpPr/>
            <p:nvPr/>
          </p:nvSpPr>
          <p:spPr>
            <a:xfrm>
              <a:off x="-142920" y="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31" name="Google Shape;225;p6"/>
            <p:cNvSpPr/>
            <p:nvPr/>
          </p:nvSpPr>
          <p:spPr>
            <a:xfrm>
              <a:off x="-1429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32" name="Google Shape;226;p6"/>
            <p:cNvSpPr/>
            <p:nvPr/>
          </p:nvSpPr>
          <p:spPr>
            <a:xfrm>
              <a:off x="-1429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33" name="Google Shape;227;p6"/>
            <p:cNvGrpSpPr/>
            <p:nvPr/>
          </p:nvGrpSpPr>
          <p:grpSpPr>
            <a:xfrm>
              <a:off x="17640" y="171360"/>
              <a:ext cx="536760" cy="685440"/>
              <a:chOff x="17640" y="171360"/>
              <a:chExt cx="536760" cy="685440"/>
            </a:xfrm>
          </p:grpSpPr>
          <p:sp>
            <p:nvSpPr>
              <p:cNvPr id="2034" name="Google Shape;228;p6"/>
              <p:cNvSpPr/>
              <p:nvPr/>
            </p:nvSpPr>
            <p:spPr>
              <a:xfrm>
                <a:off x="17640" y="171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9" h="20722">
                    <a:moveTo>
                      <a:pt x="3568" y="6120"/>
                    </a:moveTo>
                    <a:lnTo>
                      <a:pt x="3568" y="8110"/>
                    </a:lnTo>
                    <a:lnTo>
                      <a:pt x="2899" y="8110"/>
                    </a:lnTo>
                    <a:cubicBezTo>
                      <a:pt x="2710" y="8110"/>
                      <a:pt x="2554" y="7954"/>
                      <a:pt x="2554" y="7763"/>
                    </a:cubicBezTo>
                    <a:lnTo>
                      <a:pt x="2554" y="6467"/>
                    </a:lnTo>
                    <a:cubicBezTo>
                      <a:pt x="2554" y="6276"/>
                      <a:pt x="2710" y="6120"/>
                      <a:pt x="2899" y="6120"/>
                    </a:cubicBezTo>
                    <a:close/>
                    <a:moveTo>
                      <a:pt x="13279" y="6122"/>
                    </a:moveTo>
                    <a:cubicBezTo>
                      <a:pt x="13471" y="6122"/>
                      <a:pt x="13626" y="6277"/>
                      <a:pt x="13626" y="6469"/>
                    </a:cubicBezTo>
                    <a:lnTo>
                      <a:pt x="13626" y="7764"/>
                    </a:lnTo>
                    <a:lnTo>
                      <a:pt x="13625" y="7764"/>
                    </a:lnTo>
                    <a:cubicBezTo>
                      <a:pt x="13625" y="7955"/>
                      <a:pt x="13469" y="8111"/>
                      <a:pt x="13278" y="8111"/>
                    </a:cubicBezTo>
                    <a:lnTo>
                      <a:pt x="12611" y="8111"/>
                    </a:lnTo>
                    <a:lnTo>
                      <a:pt x="12611" y="6122"/>
                    </a:lnTo>
                    <a:close/>
                    <a:moveTo>
                      <a:pt x="9062" y="606"/>
                    </a:moveTo>
                    <a:cubicBezTo>
                      <a:pt x="11220" y="606"/>
                      <a:pt x="12974" y="2363"/>
                      <a:pt x="12974" y="4519"/>
                    </a:cubicBezTo>
                    <a:lnTo>
                      <a:pt x="12974" y="5513"/>
                    </a:lnTo>
                    <a:lnTo>
                      <a:pt x="6790" y="5513"/>
                    </a:lnTo>
                    <a:cubicBezTo>
                      <a:pt x="6623" y="5513"/>
                      <a:pt x="6487" y="5649"/>
                      <a:pt x="6487" y="5816"/>
                    </a:cubicBezTo>
                    <a:cubicBezTo>
                      <a:pt x="6487" y="5985"/>
                      <a:pt x="6623" y="6120"/>
                      <a:pt x="6790" y="6120"/>
                    </a:cubicBezTo>
                    <a:lnTo>
                      <a:pt x="12004" y="6120"/>
                    </a:lnTo>
                    <a:lnTo>
                      <a:pt x="12004" y="7276"/>
                    </a:lnTo>
                    <a:cubicBezTo>
                      <a:pt x="12004" y="7600"/>
                      <a:pt x="11773" y="7877"/>
                      <a:pt x="11454" y="7934"/>
                    </a:cubicBezTo>
                    <a:lnTo>
                      <a:pt x="9608" y="8270"/>
                    </a:lnTo>
                    <a:cubicBezTo>
                      <a:pt x="9580" y="8274"/>
                      <a:pt x="9551" y="8277"/>
                      <a:pt x="9523" y="8277"/>
                    </a:cubicBezTo>
                    <a:cubicBezTo>
                      <a:pt x="9411" y="8277"/>
                      <a:pt x="9302" y="8239"/>
                      <a:pt x="9215" y="8165"/>
                    </a:cubicBezTo>
                    <a:cubicBezTo>
                      <a:pt x="9106" y="8075"/>
                      <a:pt x="9042" y="7941"/>
                      <a:pt x="9042" y="7798"/>
                    </a:cubicBezTo>
                    <a:lnTo>
                      <a:pt x="9042" y="7763"/>
                    </a:lnTo>
                    <a:cubicBezTo>
                      <a:pt x="9042" y="7463"/>
                      <a:pt x="8898" y="7176"/>
                      <a:pt x="8656" y="6997"/>
                    </a:cubicBezTo>
                    <a:cubicBezTo>
                      <a:pt x="8490" y="6874"/>
                      <a:pt x="8294" y="6811"/>
                      <a:pt x="8092" y="6811"/>
                    </a:cubicBezTo>
                    <a:cubicBezTo>
                      <a:pt x="7995" y="6811"/>
                      <a:pt x="7896" y="6825"/>
                      <a:pt x="7798" y="6856"/>
                    </a:cubicBezTo>
                    <a:cubicBezTo>
                      <a:pt x="7410" y="6976"/>
                      <a:pt x="7138" y="7363"/>
                      <a:pt x="7138" y="7798"/>
                    </a:cubicBezTo>
                    <a:cubicBezTo>
                      <a:pt x="7138" y="7941"/>
                      <a:pt x="7077" y="8075"/>
                      <a:pt x="6965" y="8165"/>
                    </a:cubicBezTo>
                    <a:cubicBezTo>
                      <a:pt x="6877" y="8239"/>
                      <a:pt x="6768" y="8277"/>
                      <a:pt x="6657" y="8277"/>
                    </a:cubicBezTo>
                    <a:cubicBezTo>
                      <a:pt x="6629" y="8277"/>
                      <a:pt x="6601" y="8274"/>
                      <a:pt x="6573" y="8270"/>
                    </a:cubicBezTo>
                    <a:lnTo>
                      <a:pt x="4728" y="7934"/>
                    </a:lnTo>
                    <a:cubicBezTo>
                      <a:pt x="4408" y="7877"/>
                      <a:pt x="4178" y="7598"/>
                      <a:pt x="4178" y="7276"/>
                    </a:cubicBezTo>
                    <a:lnTo>
                      <a:pt x="4178" y="6120"/>
                    </a:lnTo>
                    <a:lnTo>
                      <a:pt x="5494" y="6120"/>
                    </a:lnTo>
                    <a:cubicBezTo>
                      <a:pt x="5663" y="6120"/>
                      <a:pt x="5799" y="5985"/>
                      <a:pt x="5799" y="5816"/>
                    </a:cubicBezTo>
                    <a:cubicBezTo>
                      <a:pt x="5799" y="5649"/>
                      <a:pt x="5663" y="5513"/>
                      <a:pt x="5494" y="5513"/>
                    </a:cubicBezTo>
                    <a:lnTo>
                      <a:pt x="3202" y="5513"/>
                    </a:lnTo>
                    <a:lnTo>
                      <a:pt x="3202" y="4521"/>
                    </a:lnTo>
                    <a:cubicBezTo>
                      <a:pt x="3202" y="2363"/>
                      <a:pt x="4959" y="606"/>
                      <a:pt x="7115" y="606"/>
                    </a:cubicBezTo>
                    <a:close/>
                    <a:moveTo>
                      <a:pt x="3669" y="8717"/>
                    </a:moveTo>
                    <a:cubicBezTo>
                      <a:pt x="3768" y="9177"/>
                      <a:pt x="3938" y="9611"/>
                      <a:pt x="4165" y="10005"/>
                    </a:cubicBezTo>
                    <a:cubicBezTo>
                      <a:pt x="3611" y="9852"/>
                      <a:pt x="3202" y="9341"/>
                      <a:pt x="3202" y="8738"/>
                    </a:cubicBezTo>
                    <a:lnTo>
                      <a:pt x="3202" y="8717"/>
                    </a:lnTo>
                    <a:close/>
                    <a:moveTo>
                      <a:pt x="8090" y="7420"/>
                    </a:moveTo>
                    <a:cubicBezTo>
                      <a:pt x="8187" y="7420"/>
                      <a:pt x="8256" y="7459"/>
                      <a:pt x="8295" y="7488"/>
                    </a:cubicBezTo>
                    <a:cubicBezTo>
                      <a:pt x="8385" y="7554"/>
                      <a:pt x="8435" y="7656"/>
                      <a:pt x="8435" y="7767"/>
                    </a:cubicBezTo>
                    <a:lnTo>
                      <a:pt x="8435" y="7803"/>
                    </a:lnTo>
                    <a:cubicBezTo>
                      <a:pt x="8435" y="8125"/>
                      <a:pt x="8578" y="8428"/>
                      <a:pt x="8826" y="8635"/>
                    </a:cubicBezTo>
                    <a:cubicBezTo>
                      <a:pt x="9023" y="8799"/>
                      <a:pt x="9269" y="8888"/>
                      <a:pt x="9520" y="8888"/>
                    </a:cubicBezTo>
                    <a:cubicBezTo>
                      <a:pt x="9585" y="8888"/>
                      <a:pt x="9650" y="8882"/>
                      <a:pt x="9716" y="8869"/>
                    </a:cubicBezTo>
                    <a:lnTo>
                      <a:pt x="11563" y="8534"/>
                    </a:lnTo>
                    <a:cubicBezTo>
                      <a:pt x="11701" y="8510"/>
                      <a:pt x="11834" y="8461"/>
                      <a:pt x="11954" y="8395"/>
                    </a:cubicBezTo>
                    <a:lnTo>
                      <a:pt x="11954" y="8395"/>
                    </a:lnTo>
                    <a:cubicBezTo>
                      <a:pt x="11651" y="10255"/>
                      <a:pt x="10035" y="11680"/>
                      <a:pt x="8091" y="11680"/>
                    </a:cubicBezTo>
                    <a:cubicBezTo>
                      <a:pt x="7080" y="11680"/>
                      <a:pt x="6159" y="11296"/>
                      <a:pt x="5464" y="10666"/>
                    </a:cubicBezTo>
                    <a:lnTo>
                      <a:pt x="6470" y="10666"/>
                    </a:lnTo>
                    <a:cubicBezTo>
                      <a:pt x="6637" y="10666"/>
                      <a:pt x="6773" y="10530"/>
                      <a:pt x="6773" y="10362"/>
                    </a:cubicBezTo>
                    <a:cubicBezTo>
                      <a:pt x="6771" y="10191"/>
                      <a:pt x="6636" y="10055"/>
                      <a:pt x="6467" y="10055"/>
                    </a:cubicBezTo>
                    <a:lnTo>
                      <a:pt x="4920" y="10055"/>
                    </a:lnTo>
                    <a:cubicBezTo>
                      <a:pt x="4570" y="9571"/>
                      <a:pt x="4328" y="9005"/>
                      <a:pt x="4228" y="8392"/>
                    </a:cubicBezTo>
                    <a:lnTo>
                      <a:pt x="4228" y="8392"/>
                    </a:lnTo>
                    <a:cubicBezTo>
                      <a:pt x="4346" y="8460"/>
                      <a:pt x="4478" y="8507"/>
                      <a:pt x="4618" y="8532"/>
                    </a:cubicBezTo>
                    <a:lnTo>
                      <a:pt x="6464" y="8868"/>
                    </a:lnTo>
                    <a:cubicBezTo>
                      <a:pt x="6529" y="8880"/>
                      <a:pt x="6594" y="8885"/>
                      <a:pt x="6659" y="8885"/>
                    </a:cubicBezTo>
                    <a:cubicBezTo>
                      <a:pt x="6911" y="8885"/>
                      <a:pt x="7158" y="8798"/>
                      <a:pt x="7355" y="8634"/>
                    </a:cubicBezTo>
                    <a:cubicBezTo>
                      <a:pt x="7602" y="8427"/>
                      <a:pt x="7745" y="8124"/>
                      <a:pt x="7745" y="7800"/>
                    </a:cubicBezTo>
                    <a:cubicBezTo>
                      <a:pt x="7745" y="7631"/>
                      <a:pt x="7842" y="7478"/>
                      <a:pt x="7974" y="7438"/>
                    </a:cubicBezTo>
                    <a:cubicBezTo>
                      <a:pt x="8016" y="7425"/>
                      <a:pt x="8055" y="7420"/>
                      <a:pt x="8090" y="7420"/>
                    </a:cubicBezTo>
                    <a:close/>
                    <a:moveTo>
                      <a:pt x="10057" y="11833"/>
                    </a:moveTo>
                    <a:lnTo>
                      <a:pt x="10057" y="12811"/>
                    </a:lnTo>
                    <a:lnTo>
                      <a:pt x="8091" y="13904"/>
                    </a:lnTo>
                    <a:lnTo>
                      <a:pt x="6123" y="12811"/>
                    </a:lnTo>
                    <a:lnTo>
                      <a:pt x="6123" y="11833"/>
                    </a:lnTo>
                    <a:cubicBezTo>
                      <a:pt x="6717" y="12123"/>
                      <a:pt x="7385" y="12284"/>
                      <a:pt x="8091" y="12284"/>
                    </a:cubicBezTo>
                    <a:cubicBezTo>
                      <a:pt x="8795" y="12284"/>
                      <a:pt x="9463" y="12123"/>
                      <a:pt x="10057" y="11833"/>
                    </a:cubicBezTo>
                    <a:close/>
                    <a:moveTo>
                      <a:pt x="12977" y="8714"/>
                    </a:moveTo>
                    <a:lnTo>
                      <a:pt x="12977" y="14054"/>
                    </a:lnTo>
                    <a:lnTo>
                      <a:pt x="11904" y="13738"/>
                    </a:lnTo>
                    <a:lnTo>
                      <a:pt x="11433" y="12795"/>
                    </a:lnTo>
                    <a:cubicBezTo>
                      <a:pt x="11356" y="12645"/>
                      <a:pt x="11219" y="12527"/>
                      <a:pt x="11056" y="12477"/>
                    </a:cubicBezTo>
                    <a:cubicBezTo>
                      <a:pt x="10995" y="12459"/>
                      <a:pt x="10933" y="12450"/>
                      <a:pt x="10871" y="12450"/>
                    </a:cubicBezTo>
                    <a:cubicBezTo>
                      <a:pt x="10801" y="12450"/>
                      <a:pt x="10730" y="12461"/>
                      <a:pt x="10663" y="12484"/>
                    </a:cubicBezTo>
                    <a:lnTo>
                      <a:pt x="10663" y="11476"/>
                    </a:lnTo>
                    <a:cubicBezTo>
                      <a:pt x="11590" y="10833"/>
                      <a:pt x="12262" y="9853"/>
                      <a:pt x="12508" y="8714"/>
                    </a:cubicBezTo>
                    <a:close/>
                    <a:moveTo>
                      <a:pt x="10870" y="13057"/>
                    </a:moveTo>
                    <a:cubicBezTo>
                      <a:pt x="10872" y="13057"/>
                      <a:pt x="10875" y="13057"/>
                      <a:pt x="10877" y="13058"/>
                    </a:cubicBezTo>
                    <a:cubicBezTo>
                      <a:pt x="10886" y="13061"/>
                      <a:pt x="10890" y="13067"/>
                      <a:pt x="10890" y="13068"/>
                    </a:cubicBezTo>
                    <a:lnTo>
                      <a:pt x="11280" y="13852"/>
                    </a:lnTo>
                    <a:lnTo>
                      <a:pt x="9699" y="15208"/>
                    </a:lnTo>
                    <a:cubicBezTo>
                      <a:pt x="9636" y="15261"/>
                      <a:pt x="9556" y="15290"/>
                      <a:pt x="9474" y="15290"/>
                    </a:cubicBezTo>
                    <a:cubicBezTo>
                      <a:pt x="9463" y="15290"/>
                      <a:pt x="9452" y="15290"/>
                      <a:pt x="9442" y="15289"/>
                    </a:cubicBezTo>
                    <a:cubicBezTo>
                      <a:pt x="9349" y="15280"/>
                      <a:pt x="9263" y="15233"/>
                      <a:pt x="9205" y="15160"/>
                    </a:cubicBezTo>
                    <a:lnTo>
                      <a:pt x="8551" y="14344"/>
                    </a:lnTo>
                    <a:lnTo>
                      <a:pt x="10861" y="13060"/>
                    </a:lnTo>
                    <a:cubicBezTo>
                      <a:pt x="10862" y="13059"/>
                      <a:pt x="10865" y="13057"/>
                      <a:pt x="10870" y="13057"/>
                    </a:cubicBezTo>
                    <a:close/>
                    <a:moveTo>
                      <a:pt x="5309" y="13057"/>
                    </a:moveTo>
                    <a:cubicBezTo>
                      <a:pt x="5313" y="13057"/>
                      <a:pt x="5316" y="13059"/>
                      <a:pt x="5317" y="13060"/>
                    </a:cubicBezTo>
                    <a:lnTo>
                      <a:pt x="7628" y="14344"/>
                    </a:lnTo>
                    <a:lnTo>
                      <a:pt x="6974" y="15160"/>
                    </a:lnTo>
                    <a:cubicBezTo>
                      <a:pt x="6915" y="15233"/>
                      <a:pt x="6831" y="15280"/>
                      <a:pt x="6737" y="15289"/>
                    </a:cubicBezTo>
                    <a:cubicBezTo>
                      <a:pt x="6726" y="15290"/>
                      <a:pt x="6715" y="15290"/>
                      <a:pt x="6704" y="15290"/>
                    </a:cubicBezTo>
                    <a:cubicBezTo>
                      <a:pt x="6622" y="15290"/>
                      <a:pt x="6543" y="15262"/>
                      <a:pt x="6480" y="15208"/>
                    </a:cubicBezTo>
                    <a:lnTo>
                      <a:pt x="4899" y="13852"/>
                    </a:lnTo>
                    <a:lnTo>
                      <a:pt x="5289" y="13068"/>
                    </a:lnTo>
                    <a:cubicBezTo>
                      <a:pt x="5289" y="13067"/>
                      <a:pt x="5293" y="13061"/>
                      <a:pt x="5302" y="13058"/>
                    </a:cubicBezTo>
                    <a:cubicBezTo>
                      <a:pt x="5304" y="13057"/>
                      <a:pt x="5307" y="13057"/>
                      <a:pt x="5309" y="13057"/>
                    </a:cubicBezTo>
                    <a:close/>
                    <a:moveTo>
                      <a:pt x="7117" y="1"/>
                    </a:moveTo>
                    <a:cubicBezTo>
                      <a:pt x="4625" y="1"/>
                      <a:pt x="2597" y="2029"/>
                      <a:pt x="2597" y="4521"/>
                    </a:cubicBezTo>
                    <a:lnTo>
                      <a:pt x="2597" y="5565"/>
                    </a:lnTo>
                    <a:cubicBezTo>
                      <a:pt x="2221" y="5692"/>
                      <a:pt x="1950" y="6049"/>
                      <a:pt x="1950" y="6469"/>
                    </a:cubicBezTo>
                    <a:lnTo>
                      <a:pt x="1950" y="7767"/>
                    </a:lnTo>
                    <a:cubicBezTo>
                      <a:pt x="1950" y="8185"/>
                      <a:pt x="2221" y="8541"/>
                      <a:pt x="2597" y="8670"/>
                    </a:cubicBezTo>
                    <a:lnTo>
                      <a:pt x="2597" y="8741"/>
                    </a:lnTo>
                    <a:cubicBezTo>
                      <a:pt x="2597" y="9803"/>
                      <a:pt x="3461" y="10668"/>
                      <a:pt x="4522" y="10668"/>
                    </a:cubicBezTo>
                    <a:lnTo>
                      <a:pt x="4623" y="10668"/>
                    </a:lnTo>
                    <a:cubicBezTo>
                      <a:pt x="4885" y="10977"/>
                      <a:pt x="5182" y="11250"/>
                      <a:pt x="5516" y="11482"/>
                    </a:cubicBezTo>
                    <a:lnTo>
                      <a:pt x="5516" y="12490"/>
                    </a:lnTo>
                    <a:cubicBezTo>
                      <a:pt x="5448" y="12467"/>
                      <a:pt x="5378" y="12456"/>
                      <a:pt x="5308" y="12456"/>
                    </a:cubicBezTo>
                    <a:cubicBezTo>
                      <a:pt x="5246" y="12456"/>
                      <a:pt x="5183" y="12465"/>
                      <a:pt x="5123" y="12483"/>
                    </a:cubicBezTo>
                    <a:cubicBezTo>
                      <a:pt x="4960" y="12533"/>
                      <a:pt x="4823" y="12648"/>
                      <a:pt x="4746" y="12803"/>
                    </a:cubicBezTo>
                    <a:lnTo>
                      <a:pt x="4275" y="13745"/>
                    </a:lnTo>
                    <a:lnTo>
                      <a:pt x="1616" y="14526"/>
                    </a:lnTo>
                    <a:cubicBezTo>
                      <a:pt x="666" y="14808"/>
                      <a:pt x="0" y="15695"/>
                      <a:pt x="0" y="16686"/>
                    </a:cubicBezTo>
                    <a:lnTo>
                      <a:pt x="0" y="20417"/>
                    </a:lnTo>
                    <a:cubicBezTo>
                      <a:pt x="0" y="20586"/>
                      <a:pt x="136" y="20722"/>
                      <a:pt x="303" y="20722"/>
                    </a:cubicBezTo>
                    <a:cubicBezTo>
                      <a:pt x="472" y="20722"/>
                      <a:pt x="607" y="20586"/>
                      <a:pt x="607" y="20417"/>
                    </a:cubicBezTo>
                    <a:lnTo>
                      <a:pt x="607" y="16686"/>
                    </a:lnTo>
                    <a:cubicBezTo>
                      <a:pt x="607" y="15960"/>
                      <a:pt x="1090" y="15312"/>
                      <a:pt x="1786" y="15109"/>
                    </a:cubicBezTo>
                    <a:lnTo>
                      <a:pt x="4496" y="14311"/>
                    </a:lnTo>
                    <a:lnTo>
                      <a:pt x="6084" y="15672"/>
                    </a:lnTo>
                    <a:cubicBezTo>
                      <a:pt x="6259" y="15822"/>
                      <a:pt x="6474" y="15900"/>
                      <a:pt x="6701" y="15900"/>
                    </a:cubicBezTo>
                    <a:cubicBezTo>
                      <a:pt x="6731" y="15900"/>
                      <a:pt x="6763" y="15897"/>
                      <a:pt x="6793" y="15896"/>
                    </a:cubicBezTo>
                    <a:cubicBezTo>
                      <a:pt x="7051" y="15872"/>
                      <a:pt x="7285" y="15746"/>
                      <a:pt x="7448" y="15543"/>
                    </a:cubicBezTo>
                    <a:lnTo>
                      <a:pt x="7785" y="15122"/>
                    </a:lnTo>
                    <a:lnTo>
                      <a:pt x="7785" y="17500"/>
                    </a:lnTo>
                    <a:cubicBezTo>
                      <a:pt x="7785" y="17667"/>
                      <a:pt x="7921" y="17803"/>
                      <a:pt x="8088" y="17803"/>
                    </a:cubicBezTo>
                    <a:cubicBezTo>
                      <a:pt x="8257" y="17803"/>
                      <a:pt x="8392" y="17667"/>
                      <a:pt x="8392" y="17500"/>
                    </a:cubicBezTo>
                    <a:lnTo>
                      <a:pt x="8392" y="15122"/>
                    </a:lnTo>
                    <a:lnTo>
                      <a:pt x="8729" y="15543"/>
                    </a:lnTo>
                    <a:cubicBezTo>
                      <a:pt x="8892" y="15746"/>
                      <a:pt x="9123" y="15872"/>
                      <a:pt x="9385" y="15896"/>
                    </a:cubicBezTo>
                    <a:cubicBezTo>
                      <a:pt x="9415" y="15900"/>
                      <a:pt x="9445" y="15900"/>
                      <a:pt x="9476" y="15900"/>
                    </a:cubicBezTo>
                    <a:cubicBezTo>
                      <a:pt x="9702" y="15900"/>
                      <a:pt x="9919" y="15819"/>
                      <a:pt x="10093" y="15672"/>
                    </a:cubicBezTo>
                    <a:lnTo>
                      <a:pt x="11680" y="14311"/>
                    </a:lnTo>
                    <a:lnTo>
                      <a:pt x="14392" y="15109"/>
                    </a:lnTo>
                    <a:cubicBezTo>
                      <a:pt x="15086" y="15312"/>
                      <a:pt x="15572" y="15960"/>
                      <a:pt x="15572" y="16686"/>
                    </a:cubicBezTo>
                    <a:lnTo>
                      <a:pt x="15572" y="20417"/>
                    </a:lnTo>
                    <a:cubicBezTo>
                      <a:pt x="15572" y="20586"/>
                      <a:pt x="15707" y="20722"/>
                      <a:pt x="15876" y="20722"/>
                    </a:cubicBezTo>
                    <a:cubicBezTo>
                      <a:pt x="16043" y="20722"/>
                      <a:pt x="16179" y="20586"/>
                      <a:pt x="16179" y="20417"/>
                    </a:cubicBezTo>
                    <a:lnTo>
                      <a:pt x="16179" y="16686"/>
                    </a:lnTo>
                    <a:cubicBezTo>
                      <a:pt x="16179" y="15689"/>
                      <a:pt x="15514" y="14802"/>
                      <a:pt x="14563" y="14524"/>
                    </a:cubicBezTo>
                    <a:lnTo>
                      <a:pt x="13584" y="14236"/>
                    </a:lnTo>
                    <a:lnTo>
                      <a:pt x="13584" y="8668"/>
                    </a:lnTo>
                    <a:cubicBezTo>
                      <a:pt x="13961" y="8541"/>
                      <a:pt x="14233" y="8184"/>
                      <a:pt x="14233" y="7764"/>
                    </a:cubicBezTo>
                    <a:lnTo>
                      <a:pt x="14233" y="6467"/>
                    </a:lnTo>
                    <a:cubicBezTo>
                      <a:pt x="14233" y="6047"/>
                      <a:pt x="13962" y="5692"/>
                      <a:pt x="13584" y="5563"/>
                    </a:cubicBezTo>
                    <a:lnTo>
                      <a:pt x="13584" y="4521"/>
                    </a:lnTo>
                    <a:cubicBezTo>
                      <a:pt x="13584" y="2029"/>
                      <a:pt x="11556" y="1"/>
                      <a:pt x="9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35" name="Google Shape;229;p6"/>
              <p:cNvSpPr/>
              <p:nvPr/>
            </p:nvSpPr>
            <p:spPr>
              <a:xfrm>
                <a:off x="21168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5" y="1"/>
                    </a:moveTo>
                    <a:cubicBezTo>
                      <a:pt x="136" y="1"/>
                      <a:pt x="1" y="137"/>
                      <a:pt x="1" y="305"/>
                    </a:cubicBezTo>
                    <a:lnTo>
                      <a:pt x="1" y="629"/>
                    </a:lnTo>
                    <a:cubicBezTo>
                      <a:pt x="1" y="798"/>
                      <a:pt x="136" y="933"/>
                      <a:pt x="305" y="933"/>
                    </a:cubicBezTo>
                    <a:cubicBezTo>
                      <a:pt x="472" y="933"/>
                      <a:pt x="608" y="798"/>
                      <a:pt x="608" y="629"/>
                    </a:cubicBezTo>
                    <a:lnTo>
                      <a:pt x="608" y="305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36" name="Google Shape;230;p6"/>
              <p:cNvSpPr/>
              <p:nvPr/>
            </p:nvSpPr>
            <p:spPr>
              <a:xfrm>
                <a:off x="340920" y="3859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4">
                    <a:moveTo>
                      <a:pt x="303" y="1"/>
                    </a:moveTo>
                    <a:cubicBezTo>
                      <a:pt x="136" y="1"/>
                      <a:pt x="0" y="137"/>
                      <a:pt x="0" y="305"/>
                    </a:cubicBezTo>
                    <a:lnTo>
                      <a:pt x="0" y="629"/>
                    </a:lnTo>
                    <a:cubicBezTo>
                      <a:pt x="0" y="798"/>
                      <a:pt x="136" y="933"/>
                      <a:pt x="303" y="933"/>
                    </a:cubicBezTo>
                    <a:cubicBezTo>
                      <a:pt x="472" y="933"/>
                      <a:pt x="607" y="798"/>
                      <a:pt x="607" y="629"/>
                    </a:cubicBezTo>
                    <a:lnTo>
                      <a:pt x="607" y="305"/>
                    </a:lnTo>
                    <a:cubicBezTo>
                      <a:pt x="607" y="137"/>
                      <a:pt x="47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37" name="Google Shape;231;p6"/>
              <p:cNvSpPr/>
              <p:nvPr/>
            </p:nvSpPr>
            <p:spPr>
              <a:xfrm>
                <a:off x="254520" y="4827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5" y="0"/>
                    </a:moveTo>
                    <a:cubicBezTo>
                      <a:pt x="137" y="0"/>
                      <a:pt x="1" y="136"/>
                      <a:pt x="1" y="305"/>
                    </a:cubicBezTo>
                    <a:cubicBezTo>
                      <a:pt x="1" y="472"/>
                      <a:pt x="137" y="607"/>
                      <a:pt x="305" y="607"/>
                    </a:cubicBezTo>
                    <a:lnTo>
                      <a:pt x="1602" y="607"/>
                    </a:lnTo>
                    <a:cubicBezTo>
                      <a:pt x="1770" y="607"/>
                      <a:pt x="1906" y="472"/>
                      <a:pt x="1906" y="305"/>
                    </a:cubicBezTo>
                    <a:cubicBezTo>
                      <a:pt x="1906" y="136"/>
                      <a:pt x="1770" y="0"/>
                      <a:pt x="16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38" name="Google Shape;232;p6"/>
            <p:cNvGrpSpPr/>
            <p:nvPr/>
          </p:nvGrpSpPr>
          <p:grpSpPr>
            <a:xfrm>
              <a:off x="29880" y="1028520"/>
              <a:ext cx="511920" cy="685440"/>
              <a:chOff x="29880" y="1028520"/>
              <a:chExt cx="511920" cy="685440"/>
            </a:xfrm>
          </p:grpSpPr>
          <p:sp>
            <p:nvSpPr>
              <p:cNvPr id="2039" name="Google Shape;233;p6"/>
              <p:cNvSpPr/>
              <p:nvPr/>
            </p:nvSpPr>
            <p:spPr>
              <a:xfrm>
                <a:off x="21204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0" name="Google Shape;234;p6"/>
              <p:cNvSpPr/>
              <p:nvPr/>
            </p:nvSpPr>
            <p:spPr>
              <a:xfrm>
                <a:off x="340200" y="126576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3" y="0"/>
                    </a:moveTo>
                    <a:cubicBezTo>
                      <a:pt x="136" y="0"/>
                      <a:pt x="0" y="136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1"/>
                      <a:pt x="303" y="931"/>
                    </a:cubicBezTo>
                    <a:cubicBezTo>
                      <a:pt x="472" y="931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1" name="Google Shape;235;p6"/>
              <p:cNvSpPr/>
              <p:nvPr/>
            </p:nvSpPr>
            <p:spPr>
              <a:xfrm>
                <a:off x="29880" y="1028520"/>
                <a:ext cx="511920" cy="685440"/>
              </a:xfrm>
              <a:custGeom>
                <a:avLst/>
                <a:gdLst>
                  <a:gd name="textAreaLeft" fmla="*/ 0 w 511920"/>
                  <a:gd name="textAreaRight" fmla="*/ 512280 w 51192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5533" h="20721">
                    <a:moveTo>
                      <a:pt x="5400" y="4234"/>
                    </a:moveTo>
                    <a:cubicBezTo>
                      <a:pt x="5720" y="4405"/>
                      <a:pt x="6084" y="4502"/>
                      <a:pt x="6470" y="4502"/>
                    </a:cubicBezTo>
                    <a:lnTo>
                      <a:pt x="7768" y="4502"/>
                    </a:lnTo>
                    <a:cubicBezTo>
                      <a:pt x="9926" y="4502"/>
                      <a:pt x="11681" y="6259"/>
                      <a:pt x="11681" y="8415"/>
                    </a:cubicBezTo>
                    <a:lnTo>
                      <a:pt x="11681" y="8420"/>
                    </a:lnTo>
                    <a:cubicBezTo>
                      <a:pt x="11678" y="10576"/>
                      <a:pt x="9925" y="12330"/>
                      <a:pt x="7768" y="12330"/>
                    </a:cubicBezTo>
                    <a:cubicBezTo>
                      <a:pt x="6775" y="12330"/>
                      <a:pt x="5829" y="11957"/>
                      <a:pt x="5104" y="11282"/>
                    </a:cubicBezTo>
                    <a:cubicBezTo>
                      <a:pt x="4383" y="10609"/>
                      <a:pt x="3943" y="9698"/>
                      <a:pt x="3869" y="8718"/>
                    </a:cubicBezTo>
                    <a:cubicBezTo>
                      <a:pt x="3856" y="8560"/>
                      <a:pt x="3725" y="8438"/>
                      <a:pt x="3568" y="8438"/>
                    </a:cubicBezTo>
                    <a:lnTo>
                      <a:pt x="3111" y="8438"/>
                    </a:lnTo>
                    <a:cubicBezTo>
                      <a:pt x="2827" y="8438"/>
                      <a:pt x="2585" y="8238"/>
                      <a:pt x="2558" y="7984"/>
                    </a:cubicBezTo>
                    <a:cubicBezTo>
                      <a:pt x="2544" y="7836"/>
                      <a:pt x="2589" y="7697"/>
                      <a:pt x="2687" y="7589"/>
                    </a:cubicBezTo>
                    <a:cubicBezTo>
                      <a:pt x="2784" y="7483"/>
                      <a:pt x="2919" y="7423"/>
                      <a:pt x="3064" y="7423"/>
                    </a:cubicBezTo>
                    <a:cubicBezTo>
                      <a:pt x="3803" y="7423"/>
                      <a:pt x="4435" y="6813"/>
                      <a:pt x="4946" y="5616"/>
                    </a:cubicBezTo>
                    <a:cubicBezTo>
                      <a:pt x="5172" y="5082"/>
                      <a:pt x="5322" y="4554"/>
                      <a:pt x="5400" y="4234"/>
                    </a:cubicBezTo>
                    <a:close/>
                    <a:moveTo>
                      <a:pt x="2582" y="8920"/>
                    </a:moveTo>
                    <a:lnTo>
                      <a:pt x="2582" y="8920"/>
                    </a:lnTo>
                    <a:cubicBezTo>
                      <a:pt x="2742" y="8998"/>
                      <a:pt x="2922" y="9042"/>
                      <a:pt x="3111" y="9042"/>
                    </a:cubicBezTo>
                    <a:lnTo>
                      <a:pt x="3294" y="9042"/>
                    </a:lnTo>
                    <a:cubicBezTo>
                      <a:pt x="3436" y="10069"/>
                      <a:pt x="3926" y="11012"/>
                      <a:pt x="4690" y="11724"/>
                    </a:cubicBezTo>
                    <a:cubicBezTo>
                      <a:pt x="4943" y="11962"/>
                      <a:pt x="5222" y="12166"/>
                      <a:pt x="5517" y="12337"/>
                    </a:cubicBezTo>
                    <a:lnTo>
                      <a:pt x="5517" y="13118"/>
                    </a:lnTo>
                    <a:cubicBezTo>
                      <a:pt x="4713" y="12731"/>
                      <a:pt x="4022" y="12150"/>
                      <a:pt x="3504" y="11412"/>
                    </a:cubicBezTo>
                    <a:cubicBezTo>
                      <a:pt x="2979" y="10669"/>
                      <a:pt x="2668" y="9816"/>
                      <a:pt x="2582" y="8920"/>
                    </a:cubicBezTo>
                    <a:close/>
                    <a:moveTo>
                      <a:pt x="8091" y="611"/>
                    </a:moveTo>
                    <a:cubicBezTo>
                      <a:pt x="10784" y="611"/>
                      <a:pt x="12976" y="2801"/>
                      <a:pt x="12976" y="5498"/>
                    </a:cubicBezTo>
                    <a:cubicBezTo>
                      <a:pt x="12976" y="9804"/>
                      <a:pt x="12294" y="12554"/>
                      <a:pt x="12081" y="13303"/>
                    </a:cubicBezTo>
                    <a:lnTo>
                      <a:pt x="10016" y="13303"/>
                    </a:lnTo>
                    <a:lnTo>
                      <a:pt x="10016" y="12337"/>
                    </a:lnTo>
                    <a:cubicBezTo>
                      <a:pt x="11373" y="11555"/>
                      <a:pt x="12287" y="10091"/>
                      <a:pt x="12287" y="8417"/>
                    </a:cubicBezTo>
                    <a:lnTo>
                      <a:pt x="12287" y="8407"/>
                    </a:lnTo>
                    <a:cubicBezTo>
                      <a:pt x="12282" y="5919"/>
                      <a:pt x="10256" y="3894"/>
                      <a:pt x="7767" y="3894"/>
                    </a:cubicBezTo>
                    <a:lnTo>
                      <a:pt x="6470" y="3894"/>
                    </a:lnTo>
                    <a:cubicBezTo>
                      <a:pt x="5664" y="3894"/>
                      <a:pt x="4983" y="3320"/>
                      <a:pt x="4849" y="2527"/>
                    </a:cubicBezTo>
                    <a:cubicBezTo>
                      <a:pt x="4825" y="2380"/>
                      <a:pt x="4696" y="2274"/>
                      <a:pt x="4551" y="2274"/>
                    </a:cubicBezTo>
                    <a:cubicBezTo>
                      <a:pt x="4535" y="2274"/>
                      <a:pt x="4518" y="2276"/>
                      <a:pt x="4500" y="2279"/>
                    </a:cubicBezTo>
                    <a:cubicBezTo>
                      <a:pt x="4335" y="2306"/>
                      <a:pt x="4225" y="2463"/>
                      <a:pt x="4250" y="2627"/>
                    </a:cubicBezTo>
                    <a:cubicBezTo>
                      <a:pt x="4332" y="3101"/>
                      <a:pt x="4553" y="3518"/>
                      <a:pt x="4870" y="3840"/>
                    </a:cubicBezTo>
                    <a:cubicBezTo>
                      <a:pt x="4840" y="3975"/>
                      <a:pt x="4682" y="4687"/>
                      <a:pt x="4383" y="5386"/>
                    </a:cubicBezTo>
                    <a:cubicBezTo>
                      <a:pt x="4105" y="6039"/>
                      <a:pt x="3651" y="6817"/>
                      <a:pt x="3064" y="6817"/>
                    </a:cubicBezTo>
                    <a:cubicBezTo>
                      <a:pt x="2885" y="6817"/>
                      <a:pt x="2712" y="6860"/>
                      <a:pt x="2557" y="6939"/>
                    </a:cubicBezTo>
                    <a:lnTo>
                      <a:pt x="2557" y="4848"/>
                    </a:lnTo>
                    <a:lnTo>
                      <a:pt x="2555" y="4848"/>
                    </a:lnTo>
                    <a:cubicBezTo>
                      <a:pt x="2555" y="2511"/>
                      <a:pt x="4456" y="611"/>
                      <a:pt x="6793" y="611"/>
                    </a:cubicBezTo>
                    <a:close/>
                    <a:moveTo>
                      <a:pt x="9410" y="12628"/>
                    </a:moveTo>
                    <a:lnTo>
                      <a:pt x="9410" y="13797"/>
                    </a:lnTo>
                    <a:cubicBezTo>
                      <a:pt x="9410" y="13944"/>
                      <a:pt x="9445" y="14085"/>
                      <a:pt x="9506" y="14211"/>
                    </a:cubicBezTo>
                    <a:lnTo>
                      <a:pt x="7768" y="15203"/>
                    </a:lnTo>
                    <a:lnTo>
                      <a:pt x="6029" y="14209"/>
                    </a:lnTo>
                    <a:cubicBezTo>
                      <a:pt x="6090" y="14082"/>
                      <a:pt x="6124" y="13941"/>
                      <a:pt x="6124" y="13795"/>
                    </a:cubicBezTo>
                    <a:lnTo>
                      <a:pt x="6124" y="12628"/>
                    </a:lnTo>
                    <a:cubicBezTo>
                      <a:pt x="6641" y="12830"/>
                      <a:pt x="7198" y="12937"/>
                      <a:pt x="7768" y="12937"/>
                    </a:cubicBezTo>
                    <a:cubicBezTo>
                      <a:pt x="8346" y="12937"/>
                      <a:pt x="8902" y="12828"/>
                      <a:pt x="9410" y="12628"/>
                    </a:cubicBezTo>
                    <a:close/>
                    <a:moveTo>
                      <a:pt x="5584" y="14654"/>
                    </a:moveTo>
                    <a:lnTo>
                      <a:pt x="7274" y="15618"/>
                    </a:lnTo>
                    <a:lnTo>
                      <a:pt x="6618" y="16272"/>
                    </a:lnTo>
                    <a:cubicBezTo>
                      <a:pt x="6428" y="16462"/>
                      <a:pt x="6182" y="16564"/>
                      <a:pt x="5923" y="16564"/>
                    </a:cubicBezTo>
                    <a:cubicBezTo>
                      <a:pt x="5860" y="16564"/>
                      <a:pt x="5798" y="16558"/>
                      <a:pt x="5734" y="16546"/>
                    </a:cubicBezTo>
                    <a:cubicBezTo>
                      <a:pt x="5407" y="16486"/>
                      <a:pt x="5142" y="16276"/>
                      <a:pt x="5007" y="15973"/>
                    </a:cubicBezTo>
                    <a:lnTo>
                      <a:pt x="4582" y="15015"/>
                    </a:lnTo>
                    <a:lnTo>
                      <a:pt x="5490" y="14694"/>
                    </a:lnTo>
                    <a:cubicBezTo>
                      <a:pt x="5522" y="14682"/>
                      <a:pt x="5554" y="14668"/>
                      <a:pt x="5584" y="14654"/>
                    </a:cubicBezTo>
                    <a:close/>
                    <a:moveTo>
                      <a:pt x="9952" y="14652"/>
                    </a:moveTo>
                    <a:cubicBezTo>
                      <a:pt x="9982" y="14666"/>
                      <a:pt x="10013" y="14681"/>
                      <a:pt x="10046" y="14691"/>
                    </a:cubicBezTo>
                    <a:lnTo>
                      <a:pt x="10954" y="15012"/>
                    </a:lnTo>
                    <a:lnTo>
                      <a:pt x="10527" y="15973"/>
                    </a:lnTo>
                    <a:cubicBezTo>
                      <a:pt x="10392" y="16277"/>
                      <a:pt x="10127" y="16486"/>
                      <a:pt x="9802" y="16546"/>
                    </a:cubicBezTo>
                    <a:cubicBezTo>
                      <a:pt x="9738" y="16558"/>
                      <a:pt x="9675" y="16564"/>
                      <a:pt x="9613" y="16564"/>
                    </a:cubicBezTo>
                    <a:cubicBezTo>
                      <a:pt x="9353" y="16564"/>
                      <a:pt x="9107" y="16462"/>
                      <a:pt x="8918" y="16272"/>
                    </a:cubicBezTo>
                    <a:lnTo>
                      <a:pt x="8264" y="15618"/>
                    </a:lnTo>
                    <a:lnTo>
                      <a:pt x="9952" y="14652"/>
                    </a:lnTo>
                    <a:close/>
                    <a:moveTo>
                      <a:pt x="6793" y="1"/>
                    </a:moveTo>
                    <a:cubicBezTo>
                      <a:pt x="4120" y="1"/>
                      <a:pt x="1948" y="2176"/>
                      <a:pt x="1948" y="4846"/>
                    </a:cubicBezTo>
                    <a:lnTo>
                      <a:pt x="1948" y="8414"/>
                    </a:lnTo>
                    <a:cubicBezTo>
                      <a:pt x="1948" y="9619"/>
                      <a:pt x="2314" y="10778"/>
                      <a:pt x="3005" y="11760"/>
                    </a:cubicBezTo>
                    <a:cubicBezTo>
                      <a:pt x="3641" y="12663"/>
                      <a:pt x="4506" y="13358"/>
                      <a:pt x="5514" y="13781"/>
                    </a:cubicBezTo>
                    <a:lnTo>
                      <a:pt x="5514" y="13794"/>
                    </a:lnTo>
                    <a:cubicBezTo>
                      <a:pt x="5514" y="13940"/>
                      <a:pt x="5422" y="14069"/>
                      <a:pt x="5284" y="14118"/>
                    </a:cubicBezTo>
                    <a:lnTo>
                      <a:pt x="1501" y="15453"/>
                    </a:lnTo>
                    <a:cubicBezTo>
                      <a:pt x="603" y="15772"/>
                      <a:pt x="0" y="16623"/>
                      <a:pt x="0" y="17576"/>
                    </a:cubicBezTo>
                    <a:lnTo>
                      <a:pt x="0" y="20416"/>
                    </a:lnTo>
                    <a:cubicBezTo>
                      <a:pt x="0" y="20585"/>
                      <a:pt x="136" y="20720"/>
                      <a:pt x="304" y="20720"/>
                    </a:cubicBezTo>
                    <a:cubicBezTo>
                      <a:pt x="472" y="20720"/>
                      <a:pt x="607" y="20585"/>
                      <a:pt x="607" y="20416"/>
                    </a:cubicBezTo>
                    <a:lnTo>
                      <a:pt x="607" y="17576"/>
                    </a:lnTo>
                    <a:cubicBezTo>
                      <a:pt x="607" y="16882"/>
                      <a:pt x="1049" y="16259"/>
                      <a:pt x="1704" y="16026"/>
                    </a:cubicBezTo>
                    <a:lnTo>
                      <a:pt x="2597" y="15712"/>
                    </a:lnTo>
                    <a:lnTo>
                      <a:pt x="2597" y="20416"/>
                    </a:lnTo>
                    <a:cubicBezTo>
                      <a:pt x="2597" y="20585"/>
                      <a:pt x="2732" y="20720"/>
                      <a:pt x="2899" y="20720"/>
                    </a:cubicBezTo>
                    <a:cubicBezTo>
                      <a:pt x="3068" y="20720"/>
                      <a:pt x="3204" y="20585"/>
                      <a:pt x="3204" y="20416"/>
                    </a:cubicBezTo>
                    <a:lnTo>
                      <a:pt x="3204" y="15498"/>
                    </a:lnTo>
                    <a:lnTo>
                      <a:pt x="3893" y="15255"/>
                    </a:lnTo>
                    <a:lnTo>
                      <a:pt x="3893" y="18147"/>
                    </a:lnTo>
                    <a:cubicBezTo>
                      <a:pt x="3893" y="18672"/>
                      <a:pt x="4320" y="19101"/>
                      <a:pt x="4846" y="19101"/>
                    </a:cubicBezTo>
                    <a:lnTo>
                      <a:pt x="10684" y="19101"/>
                    </a:lnTo>
                    <a:cubicBezTo>
                      <a:pt x="11210" y="19101"/>
                      <a:pt x="11638" y="18672"/>
                      <a:pt x="11638" y="18147"/>
                    </a:cubicBezTo>
                    <a:lnTo>
                      <a:pt x="11638" y="17497"/>
                    </a:lnTo>
                    <a:cubicBezTo>
                      <a:pt x="11638" y="17330"/>
                      <a:pt x="11503" y="17194"/>
                      <a:pt x="11334" y="17194"/>
                    </a:cubicBezTo>
                    <a:cubicBezTo>
                      <a:pt x="11167" y="17194"/>
                      <a:pt x="11031" y="17330"/>
                      <a:pt x="11031" y="17497"/>
                    </a:cubicBezTo>
                    <a:lnTo>
                      <a:pt x="11031" y="18147"/>
                    </a:lnTo>
                    <a:cubicBezTo>
                      <a:pt x="11031" y="18338"/>
                      <a:pt x="10876" y="18494"/>
                      <a:pt x="10684" y="18494"/>
                    </a:cubicBezTo>
                    <a:lnTo>
                      <a:pt x="4846" y="18494"/>
                    </a:lnTo>
                    <a:cubicBezTo>
                      <a:pt x="4655" y="18494"/>
                      <a:pt x="4500" y="18338"/>
                      <a:pt x="4500" y="18147"/>
                    </a:cubicBezTo>
                    <a:lnTo>
                      <a:pt x="4500" y="16323"/>
                    </a:lnTo>
                    <a:cubicBezTo>
                      <a:pt x="4729" y="16752"/>
                      <a:pt x="5140" y="17054"/>
                      <a:pt x="5621" y="17144"/>
                    </a:cubicBezTo>
                    <a:cubicBezTo>
                      <a:pt x="5719" y="17161"/>
                      <a:pt x="5817" y="17171"/>
                      <a:pt x="5914" y="17171"/>
                    </a:cubicBezTo>
                    <a:cubicBezTo>
                      <a:pt x="6336" y="17171"/>
                      <a:pt x="6743" y="17004"/>
                      <a:pt x="7047" y="16702"/>
                    </a:cubicBezTo>
                    <a:lnTo>
                      <a:pt x="7767" y="15980"/>
                    </a:lnTo>
                    <a:lnTo>
                      <a:pt x="8488" y="16702"/>
                    </a:lnTo>
                    <a:cubicBezTo>
                      <a:pt x="8791" y="17004"/>
                      <a:pt x="9199" y="17171"/>
                      <a:pt x="9619" y="17171"/>
                    </a:cubicBezTo>
                    <a:cubicBezTo>
                      <a:pt x="9717" y="17171"/>
                      <a:pt x="9813" y="17161"/>
                      <a:pt x="9912" y="17144"/>
                    </a:cubicBezTo>
                    <a:cubicBezTo>
                      <a:pt x="10432" y="17047"/>
                      <a:pt x="10869" y="16703"/>
                      <a:pt x="11083" y="16219"/>
                    </a:cubicBezTo>
                    <a:lnTo>
                      <a:pt x="11528" y="15216"/>
                    </a:lnTo>
                    <a:lnTo>
                      <a:pt x="12331" y="15498"/>
                    </a:lnTo>
                    <a:lnTo>
                      <a:pt x="12331" y="20416"/>
                    </a:lnTo>
                    <a:cubicBezTo>
                      <a:pt x="12331" y="20585"/>
                      <a:pt x="12467" y="20720"/>
                      <a:pt x="12634" y="20720"/>
                    </a:cubicBezTo>
                    <a:cubicBezTo>
                      <a:pt x="12802" y="20720"/>
                      <a:pt x="12938" y="20585"/>
                      <a:pt x="12938" y="20416"/>
                    </a:cubicBezTo>
                    <a:lnTo>
                      <a:pt x="12938" y="15712"/>
                    </a:lnTo>
                    <a:lnTo>
                      <a:pt x="13831" y="16026"/>
                    </a:lnTo>
                    <a:cubicBezTo>
                      <a:pt x="14485" y="16259"/>
                      <a:pt x="14926" y="16882"/>
                      <a:pt x="14926" y="17576"/>
                    </a:cubicBezTo>
                    <a:lnTo>
                      <a:pt x="14926" y="20416"/>
                    </a:lnTo>
                    <a:cubicBezTo>
                      <a:pt x="14926" y="20585"/>
                      <a:pt x="15062" y="20720"/>
                      <a:pt x="15230" y="20720"/>
                    </a:cubicBezTo>
                    <a:cubicBezTo>
                      <a:pt x="15397" y="20720"/>
                      <a:pt x="15533" y="20585"/>
                      <a:pt x="15533" y="20416"/>
                    </a:cubicBezTo>
                    <a:lnTo>
                      <a:pt x="15533" y="17576"/>
                    </a:lnTo>
                    <a:cubicBezTo>
                      <a:pt x="15531" y="16624"/>
                      <a:pt x="14929" y="15773"/>
                      <a:pt x="14030" y="15456"/>
                    </a:cubicBezTo>
                    <a:lnTo>
                      <a:pt x="10247" y="14119"/>
                    </a:lnTo>
                    <a:cubicBezTo>
                      <a:pt x="10147" y="14084"/>
                      <a:pt x="10070" y="14007"/>
                      <a:pt x="10037" y="13908"/>
                    </a:cubicBezTo>
                    <a:lnTo>
                      <a:pt x="12308" y="13908"/>
                    </a:lnTo>
                    <a:cubicBezTo>
                      <a:pt x="12438" y="13908"/>
                      <a:pt x="12554" y="13824"/>
                      <a:pt x="12595" y="13701"/>
                    </a:cubicBezTo>
                    <a:cubicBezTo>
                      <a:pt x="12605" y="13671"/>
                      <a:pt x="12848" y="12933"/>
                      <a:pt x="13094" y="11549"/>
                    </a:cubicBezTo>
                    <a:cubicBezTo>
                      <a:pt x="13316" y="10281"/>
                      <a:pt x="13583" y="8198"/>
                      <a:pt x="13583" y="5496"/>
                    </a:cubicBezTo>
                    <a:cubicBezTo>
                      <a:pt x="13583" y="2466"/>
                      <a:pt x="11120" y="1"/>
                      <a:pt x="8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2" name="Google Shape;236;p6"/>
              <p:cNvSpPr/>
              <p:nvPr/>
            </p:nvSpPr>
            <p:spPr>
              <a:xfrm>
                <a:off x="20124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2" y="607"/>
                    </a:lnTo>
                    <a:cubicBezTo>
                      <a:pt x="1120" y="607"/>
                      <a:pt x="1256" y="471"/>
                      <a:pt x="1256" y="303"/>
                    </a:cubicBezTo>
                    <a:cubicBezTo>
                      <a:pt x="1256" y="136"/>
                      <a:pt x="1120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3" name="Google Shape;237;p6"/>
              <p:cNvSpPr/>
              <p:nvPr/>
            </p:nvSpPr>
            <p:spPr>
              <a:xfrm>
                <a:off x="329760" y="123264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1"/>
                      <a:pt x="136" y="607"/>
                      <a:pt x="305" y="607"/>
                    </a:cubicBezTo>
                    <a:lnTo>
                      <a:pt x="955" y="607"/>
                    </a:lnTo>
                    <a:cubicBezTo>
                      <a:pt x="1122" y="607"/>
                      <a:pt x="1258" y="471"/>
                      <a:pt x="1258" y="303"/>
                    </a:cubicBezTo>
                    <a:cubicBezTo>
                      <a:pt x="1258" y="136"/>
                      <a:pt x="1122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4" name="Google Shape;238;p6"/>
              <p:cNvSpPr/>
              <p:nvPr/>
            </p:nvSpPr>
            <p:spPr>
              <a:xfrm>
                <a:off x="230400" y="1326600"/>
                <a:ext cx="111240" cy="60120"/>
              </a:xfrm>
              <a:custGeom>
                <a:avLst/>
                <a:gdLst>
                  <a:gd name="textAreaLeft" fmla="*/ 0 w 111240"/>
                  <a:gd name="textAreaRight" fmla="*/ 111600 w 11124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3385" h="1827">
                    <a:moveTo>
                      <a:pt x="2717" y="607"/>
                    </a:moveTo>
                    <a:cubicBezTo>
                      <a:pt x="2568" y="964"/>
                      <a:pt x="2165" y="1220"/>
                      <a:pt x="1693" y="1220"/>
                    </a:cubicBezTo>
                    <a:cubicBezTo>
                      <a:pt x="1218" y="1220"/>
                      <a:pt x="816" y="964"/>
                      <a:pt x="667" y="607"/>
                    </a:cubicBezTo>
                    <a:close/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1143"/>
                      <a:pt x="759" y="1827"/>
                      <a:pt x="1693" y="1827"/>
                    </a:cubicBezTo>
                    <a:cubicBezTo>
                      <a:pt x="2625" y="1827"/>
                      <a:pt x="3385" y="1146"/>
                      <a:pt x="3385" y="304"/>
                    </a:cubicBezTo>
                    <a:cubicBezTo>
                      <a:pt x="3385" y="136"/>
                      <a:pt x="3249" y="0"/>
                      <a:pt x="3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240" bIns="302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45" name="Google Shape;239;p6"/>
            <p:cNvGrpSpPr/>
            <p:nvPr/>
          </p:nvGrpSpPr>
          <p:grpSpPr>
            <a:xfrm>
              <a:off x="17640" y="4457520"/>
              <a:ext cx="536760" cy="685440"/>
              <a:chOff x="17640" y="4457520"/>
              <a:chExt cx="536760" cy="685440"/>
            </a:xfrm>
          </p:grpSpPr>
          <p:sp>
            <p:nvSpPr>
              <p:cNvPr id="2046" name="Google Shape;240;p6"/>
              <p:cNvSpPr/>
              <p:nvPr/>
            </p:nvSpPr>
            <p:spPr>
              <a:xfrm>
                <a:off x="17640" y="4457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1" h="20718">
                    <a:moveTo>
                      <a:pt x="8391" y="625"/>
                    </a:moveTo>
                    <a:cubicBezTo>
                      <a:pt x="8534" y="644"/>
                      <a:pt x="8675" y="678"/>
                      <a:pt x="8812" y="722"/>
                    </a:cubicBezTo>
                    <a:lnTo>
                      <a:pt x="11970" y="1778"/>
                    </a:lnTo>
                    <a:cubicBezTo>
                      <a:pt x="12377" y="1914"/>
                      <a:pt x="12651" y="2292"/>
                      <a:pt x="12651" y="2720"/>
                    </a:cubicBezTo>
                    <a:lnTo>
                      <a:pt x="12651" y="4351"/>
                    </a:lnTo>
                    <a:cubicBezTo>
                      <a:pt x="11463" y="3877"/>
                      <a:pt x="9982" y="3602"/>
                      <a:pt x="8391" y="3570"/>
                    </a:cubicBezTo>
                    <a:lnTo>
                      <a:pt x="8391" y="625"/>
                    </a:lnTo>
                    <a:close/>
                    <a:moveTo>
                      <a:pt x="7786" y="627"/>
                    </a:moveTo>
                    <a:lnTo>
                      <a:pt x="7786" y="3572"/>
                    </a:lnTo>
                    <a:cubicBezTo>
                      <a:pt x="7096" y="3586"/>
                      <a:pt x="6419" y="3646"/>
                      <a:pt x="5770" y="3752"/>
                    </a:cubicBezTo>
                    <a:cubicBezTo>
                      <a:pt x="5606" y="3779"/>
                      <a:pt x="5492" y="3933"/>
                      <a:pt x="5520" y="4100"/>
                    </a:cubicBezTo>
                    <a:cubicBezTo>
                      <a:pt x="5545" y="4248"/>
                      <a:pt x="5673" y="4354"/>
                      <a:pt x="5820" y="4354"/>
                    </a:cubicBezTo>
                    <a:cubicBezTo>
                      <a:pt x="5836" y="4354"/>
                      <a:pt x="5852" y="4353"/>
                      <a:pt x="5869" y="4350"/>
                    </a:cubicBezTo>
                    <a:cubicBezTo>
                      <a:pt x="6579" y="4234"/>
                      <a:pt x="7327" y="4174"/>
                      <a:pt x="8090" y="4174"/>
                    </a:cubicBezTo>
                    <a:cubicBezTo>
                      <a:pt x="9635" y="4174"/>
                      <a:pt x="11120" y="4424"/>
                      <a:pt x="12290" y="4865"/>
                    </a:cubicBezTo>
                    <a:lnTo>
                      <a:pt x="3885" y="4865"/>
                    </a:lnTo>
                    <a:cubicBezTo>
                      <a:pt x="4112" y="4780"/>
                      <a:pt x="4351" y="4701"/>
                      <a:pt x="4605" y="4630"/>
                    </a:cubicBezTo>
                    <a:cubicBezTo>
                      <a:pt x="4765" y="4583"/>
                      <a:pt x="4858" y="4416"/>
                      <a:pt x="4814" y="4254"/>
                    </a:cubicBezTo>
                    <a:cubicBezTo>
                      <a:pt x="4776" y="4121"/>
                      <a:pt x="4654" y="4034"/>
                      <a:pt x="4522" y="4034"/>
                    </a:cubicBezTo>
                    <a:cubicBezTo>
                      <a:pt x="4495" y="4034"/>
                      <a:pt x="4467" y="4038"/>
                      <a:pt x="4439" y="4046"/>
                    </a:cubicBezTo>
                    <a:cubicBezTo>
                      <a:pt x="4118" y="4137"/>
                      <a:pt x="3812" y="4241"/>
                      <a:pt x="3528" y="4356"/>
                    </a:cubicBezTo>
                    <a:lnTo>
                      <a:pt x="3528" y="2720"/>
                    </a:lnTo>
                    <a:lnTo>
                      <a:pt x="3527" y="2720"/>
                    </a:lnTo>
                    <a:cubicBezTo>
                      <a:pt x="3527" y="2292"/>
                      <a:pt x="3800" y="1914"/>
                      <a:pt x="4207" y="1778"/>
                    </a:cubicBezTo>
                    <a:lnTo>
                      <a:pt x="7364" y="724"/>
                    </a:lnTo>
                    <a:cubicBezTo>
                      <a:pt x="7503" y="680"/>
                      <a:pt x="7643" y="647"/>
                      <a:pt x="7786" y="627"/>
                    </a:cubicBezTo>
                    <a:close/>
                    <a:moveTo>
                      <a:pt x="4215" y="5472"/>
                    </a:moveTo>
                    <a:lnTo>
                      <a:pt x="4215" y="6466"/>
                    </a:lnTo>
                    <a:cubicBezTo>
                      <a:pt x="4215" y="6658"/>
                      <a:pt x="4061" y="6812"/>
                      <a:pt x="3871" y="6812"/>
                    </a:cubicBezTo>
                    <a:lnTo>
                      <a:pt x="3527" y="6812"/>
                    </a:lnTo>
                    <a:lnTo>
                      <a:pt x="3527" y="5472"/>
                    </a:lnTo>
                    <a:close/>
                    <a:moveTo>
                      <a:pt x="12653" y="5474"/>
                    </a:moveTo>
                    <a:lnTo>
                      <a:pt x="12653" y="6813"/>
                    </a:lnTo>
                    <a:lnTo>
                      <a:pt x="12306" y="6813"/>
                    </a:lnTo>
                    <a:cubicBezTo>
                      <a:pt x="12116" y="6813"/>
                      <a:pt x="11961" y="6658"/>
                      <a:pt x="11961" y="6469"/>
                    </a:cubicBezTo>
                    <a:lnTo>
                      <a:pt x="11961" y="5474"/>
                    </a:lnTo>
                    <a:close/>
                    <a:moveTo>
                      <a:pt x="11354" y="5472"/>
                    </a:moveTo>
                    <a:lnTo>
                      <a:pt x="11354" y="6466"/>
                    </a:lnTo>
                    <a:cubicBezTo>
                      <a:pt x="11354" y="6992"/>
                      <a:pt x="11783" y="7419"/>
                      <a:pt x="12307" y="7419"/>
                    </a:cubicBezTo>
                    <a:lnTo>
                      <a:pt x="12793" y="7419"/>
                    </a:lnTo>
                    <a:cubicBezTo>
                      <a:pt x="12935" y="7419"/>
                      <a:pt x="13074" y="7479"/>
                      <a:pt x="13170" y="7586"/>
                    </a:cubicBezTo>
                    <a:cubicBezTo>
                      <a:pt x="13268" y="7693"/>
                      <a:pt x="13313" y="7835"/>
                      <a:pt x="13298" y="7980"/>
                    </a:cubicBezTo>
                    <a:cubicBezTo>
                      <a:pt x="13274" y="8235"/>
                      <a:pt x="13031" y="8434"/>
                      <a:pt x="12748" y="8434"/>
                    </a:cubicBezTo>
                    <a:lnTo>
                      <a:pt x="12611" y="8434"/>
                    </a:lnTo>
                    <a:lnTo>
                      <a:pt x="12611" y="8416"/>
                    </a:lnTo>
                    <a:cubicBezTo>
                      <a:pt x="12611" y="8249"/>
                      <a:pt x="12476" y="8113"/>
                      <a:pt x="12307" y="8113"/>
                    </a:cubicBezTo>
                    <a:cubicBezTo>
                      <a:pt x="12140" y="8113"/>
                      <a:pt x="12004" y="8249"/>
                      <a:pt x="12004" y="8416"/>
                    </a:cubicBezTo>
                    <a:cubicBezTo>
                      <a:pt x="12003" y="10572"/>
                      <a:pt x="10248" y="12328"/>
                      <a:pt x="8091" y="12328"/>
                    </a:cubicBezTo>
                    <a:cubicBezTo>
                      <a:pt x="5932" y="12328"/>
                      <a:pt x="4175" y="10571"/>
                      <a:pt x="4175" y="8413"/>
                    </a:cubicBezTo>
                    <a:cubicBezTo>
                      <a:pt x="4175" y="8245"/>
                      <a:pt x="4039" y="8109"/>
                      <a:pt x="3871" y="8109"/>
                    </a:cubicBezTo>
                    <a:cubicBezTo>
                      <a:pt x="3704" y="8109"/>
                      <a:pt x="3568" y="8245"/>
                      <a:pt x="3568" y="8413"/>
                    </a:cubicBezTo>
                    <a:lnTo>
                      <a:pt x="3568" y="8434"/>
                    </a:lnTo>
                    <a:lnTo>
                      <a:pt x="3385" y="8434"/>
                    </a:lnTo>
                    <a:cubicBezTo>
                      <a:pt x="3243" y="8434"/>
                      <a:pt x="3105" y="8373"/>
                      <a:pt x="3008" y="8266"/>
                    </a:cubicBezTo>
                    <a:cubicBezTo>
                      <a:pt x="2910" y="8159"/>
                      <a:pt x="2866" y="8019"/>
                      <a:pt x="2880" y="7872"/>
                    </a:cubicBezTo>
                    <a:cubicBezTo>
                      <a:pt x="2906" y="7619"/>
                      <a:pt x="3148" y="7419"/>
                      <a:pt x="3431" y="7419"/>
                    </a:cubicBezTo>
                    <a:lnTo>
                      <a:pt x="3872" y="7419"/>
                    </a:lnTo>
                    <a:cubicBezTo>
                      <a:pt x="4398" y="7419"/>
                      <a:pt x="4824" y="6992"/>
                      <a:pt x="4824" y="6466"/>
                    </a:cubicBezTo>
                    <a:lnTo>
                      <a:pt x="4824" y="5472"/>
                    </a:lnTo>
                    <a:close/>
                    <a:moveTo>
                      <a:pt x="10055" y="12483"/>
                    </a:moveTo>
                    <a:lnTo>
                      <a:pt x="10055" y="13462"/>
                    </a:lnTo>
                    <a:lnTo>
                      <a:pt x="8088" y="14554"/>
                    </a:lnTo>
                    <a:lnTo>
                      <a:pt x="6120" y="13462"/>
                    </a:lnTo>
                    <a:lnTo>
                      <a:pt x="6120" y="12483"/>
                    </a:lnTo>
                    <a:cubicBezTo>
                      <a:pt x="6717" y="12772"/>
                      <a:pt x="7384" y="12935"/>
                      <a:pt x="8088" y="12935"/>
                    </a:cubicBezTo>
                    <a:cubicBezTo>
                      <a:pt x="8792" y="12935"/>
                      <a:pt x="9461" y="12772"/>
                      <a:pt x="10055" y="12483"/>
                    </a:cubicBezTo>
                    <a:close/>
                    <a:moveTo>
                      <a:pt x="10870" y="13707"/>
                    </a:moveTo>
                    <a:cubicBezTo>
                      <a:pt x="10872" y="13707"/>
                      <a:pt x="10874" y="13707"/>
                      <a:pt x="10876" y="13707"/>
                    </a:cubicBezTo>
                    <a:cubicBezTo>
                      <a:pt x="10885" y="13711"/>
                      <a:pt x="10889" y="13717"/>
                      <a:pt x="10889" y="13719"/>
                    </a:cubicBezTo>
                    <a:lnTo>
                      <a:pt x="11280" y="14503"/>
                    </a:lnTo>
                    <a:lnTo>
                      <a:pt x="9698" y="15857"/>
                    </a:lnTo>
                    <a:cubicBezTo>
                      <a:pt x="9634" y="15911"/>
                      <a:pt x="9555" y="15941"/>
                      <a:pt x="9472" y="15941"/>
                    </a:cubicBezTo>
                    <a:cubicBezTo>
                      <a:pt x="9462" y="15941"/>
                      <a:pt x="9451" y="15940"/>
                      <a:pt x="9441" y="15939"/>
                    </a:cubicBezTo>
                    <a:cubicBezTo>
                      <a:pt x="9347" y="15931"/>
                      <a:pt x="9262" y="15884"/>
                      <a:pt x="9204" y="15811"/>
                    </a:cubicBezTo>
                    <a:lnTo>
                      <a:pt x="8550" y="14993"/>
                    </a:lnTo>
                    <a:lnTo>
                      <a:pt x="10860" y="13710"/>
                    </a:lnTo>
                    <a:cubicBezTo>
                      <a:pt x="10861" y="13708"/>
                      <a:pt x="10865" y="13707"/>
                      <a:pt x="10870" y="13707"/>
                    </a:cubicBezTo>
                    <a:close/>
                    <a:moveTo>
                      <a:pt x="5307" y="13707"/>
                    </a:moveTo>
                    <a:cubicBezTo>
                      <a:pt x="5313" y="13707"/>
                      <a:pt x="5316" y="13708"/>
                      <a:pt x="5318" y="13710"/>
                    </a:cubicBezTo>
                    <a:lnTo>
                      <a:pt x="7626" y="14993"/>
                    </a:lnTo>
                    <a:lnTo>
                      <a:pt x="6974" y="15811"/>
                    </a:lnTo>
                    <a:cubicBezTo>
                      <a:pt x="6914" y="15884"/>
                      <a:pt x="6832" y="15931"/>
                      <a:pt x="6736" y="15939"/>
                    </a:cubicBezTo>
                    <a:cubicBezTo>
                      <a:pt x="6725" y="15940"/>
                      <a:pt x="6714" y="15941"/>
                      <a:pt x="6704" y="15941"/>
                    </a:cubicBezTo>
                    <a:cubicBezTo>
                      <a:pt x="6622" y="15941"/>
                      <a:pt x="6542" y="15912"/>
                      <a:pt x="6479" y="15857"/>
                    </a:cubicBezTo>
                    <a:lnTo>
                      <a:pt x="4898" y="14503"/>
                    </a:lnTo>
                    <a:lnTo>
                      <a:pt x="5289" y="13719"/>
                    </a:lnTo>
                    <a:cubicBezTo>
                      <a:pt x="5291" y="13717"/>
                      <a:pt x="5292" y="13711"/>
                      <a:pt x="5301" y="13707"/>
                    </a:cubicBezTo>
                    <a:cubicBezTo>
                      <a:pt x="5303" y="13707"/>
                      <a:pt x="5305" y="13707"/>
                      <a:pt x="5307" y="13707"/>
                    </a:cubicBezTo>
                    <a:close/>
                    <a:moveTo>
                      <a:pt x="8088" y="0"/>
                    </a:moveTo>
                    <a:cubicBezTo>
                      <a:pt x="7778" y="0"/>
                      <a:pt x="7467" y="49"/>
                      <a:pt x="7171" y="147"/>
                    </a:cubicBezTo>
                    <a:lnTo>
                      <a:pt x="4014" y="1201"/>
                    </a:lnTo>
                    <a:cubicBezTo>
                      <a:pt x="3358" y="1418"/>
                      <a:pt x="2920" y="2029"/>
                      <a:pt x="2920" y="2720"/>
                    </a:cubicBezTo>
                    <a:lnTo>
                      <a:pt x="2920" y="4627"/>
                    </a:lnTo>
                    <a:cubicBezTo>
                      <a:pt x="2741" y="4717"/>
                      <a:pt x="2571" y="4813"/>
                      <a:pt x="2413" y="4913"/>
                    </a:cubicBezTo>
                    <a:cubicBezTo>
                      <a:pt x="2299" y="4985"/>
                      <a:pt x="2247" y="5123"/>
                      <a:pt x="2284" y="5253"/>
                    </a:cubicBezTo>
                    <a:cubicBezTo>
                      <a:pt x="2321" y="5384"/>
                      <a:pt x="2441" y="5472"/>
                      <a:pt x="2576" y="5472"/>
                    </a:cubicBezTo>
                    <a:lnTo>
                      <a:pt x="2920" y="5472"/>
                    </a:lnTo>
                    <a:lnTo>
                      <a:pt x="2920" y="6928"/>
                    </a:lnTo>
                    <a:cubicBezTo>
                      <a:pt x="2571" y="7093"/>
                      <a:pt x="2316" y="7423"/>
                      <a:pt x="2277" y="7813"/>
                    </a:cubicBezTo>
                    <a:cubicBezTo>
                      <a:pt x="2247" y="8127"/>
                      <a:pt x="2349" y="8442"/>
                      <a:pt x="2558" y="8673"/>
                    </a:cubicBezTo>
                    <a:cubicBezTo>
                      <a:pt x="2770" y="8907"/>
                      <a:pt x="3071" y="9041"/>
                      <a:pt x="3385" y="9041"/>
                    </a:cubicBezTo>
                    <a:lnTo>
                      <a:pt x="3612" y="9041"/>
                    </a:lnTo>
                    <a:cubicBezTo>
                      <a:pt x="3791" y="10318"/>
                      <a:pt x="4504" y="11422"/>
                      <a:pt x="5515" y="12128"/>
                    </a:cubicBezTo>
                    <a:lnTo>
                      <a:pt x="5515" y="13134"/>
                    </a:lnTo>
                    <a:cubicBezTo>
                      <a:pt x="5448" y="13111"/>
                      <a:pt x="5377" y="13099"/>
                      <a:pt x="5305" y="13099"/>
                    </a:cubicBezTo>
                    <a:cubicBezTo>
                      <a:pt x="5243" y="13099"/>
                      <a:pt x="5181" y="13108"/>
                      <a:pt x="5122" y="13127"/>
                    </a:cubicBezTo>
                    <a:cubicBezTo>
                      <a:pt x="4961" y="13177"/>
                      <a:pt x="4822" y="13293"/>
                      <a:pt x="4748" y="13447"/>
                    </a:cubicBezTo>
                    <a:lnTo>
                      <a:pt x="4277" y="14390"/>
                    </a:lnTo>
                    <a:lnTo>
                      <a:pt x="1616" y="15171"/>
                    </a:lnTo>
                    <a:cubicBezTo>
                      <a:pt x="665" y="15452"/>
                      <a:pt x="1" y="16339"/>
                      <a:pt x="1" y="17330"/>
                    </a:cubicBezTo>
                    <a:lnTo>
                      <a:pt x="1" y="20415"/>
                    </a:lnTo>
                    <a:cubicBezTo>
                      <a:pt x="1" y="20582"/>
                      <a:pt x="136" y="20718"/>
                      <a:pt x="305" y="20718"/>
                    </a:cubicBezTo>
                    <a:cubicBezTo>
                      <a:pt x="472" y="20718"/>
                      <a:pt x="608" y="20582"/>
                      <a:pt x="608" y="20415"/>
                    </a:cubicBezTo>
                    <a:lnTo>
                      <a:pt x="608" y="17330"/>
                    </a:lnTo>
                    <a:cubicBezTo>
                      <a:pt x="608" y="16606"/>
                      <a:pt x="1093" y="15959"/>
                      <a:pt x="1787" y="15754"/>
                    </a:cubicBezTo>
                    <a:lnTo>
                      <a:pt x="2921" y="15420"/>
                    </a:lnTo>
                    <a:lnTo>
                      <a:pt x="2921" y="20415"/>
                    </a:lnTo>
                    <a:cubicBezTo>
                      <a:pt x="2921" y="20582"/>
                      <a:pt x="3057" y="20718"/>
                      <a:pt x="3225" y="20718"/>
                    </a:cubicBezTo>
                    <a:cubicBezTo>
                      <a:pt x="3393" y="20718"/>
                      <a:pt x="3528" y="20582"/>
                      <a:pt x="3528" y="20415"/>
                    </a:cubicBezTo>
                    <a:lnTo>
                      <a:pt x="3528" y="15241"/>
                    </a:lnTo>
                    <a:lnTo>
                      <a:pt x="4219" y="15038"/>
                    </a:lnTo>
                    <a:lnTo>
                      <a:pt x="4219" y="18144"/>
                    </a:lnTo>
                    <a:cubicBezTo>
                      <a:pt x="4219" y="18669"/>
                      <a:pt x="4646" y="19097"/>
                      <a:pt x="5171" y="19097"/>
                    </a:cubicBezTo>
                    <a:lnTo>
                      <a:pt x="11010" y="19097"/>
                    </a:lnTo>
                    <a:cubicBezTo>
                      <a:pt x="11534" y="19097"/>
                      <a:pt x="11961" y="18670"/>
                      <a:pt x="11961" y="18144"/>
                    </a:cubicBezTo>
                    <a:lnTo>
                      <a:pt x="11961" y="16198"/>
                    </a:lnTo>
                    <a:cubicBezTo>
                      <a:pt x="11961" y="16031"/>
                      <a:pt x="11826" y="15895"/>
                      <a:pt x="11659" y="15895"/>
                    </a:cubicBezTo>
                    <a:cubicBezTo>
                      <a:pt x="11490" y="15895"/>
                      <a:pt x="11354" y="16031"/>
                      <a:pt x="11354" y="16198"/>
                    </a:cubicBezTo>
                    <a:lnTo>
                      <a:pt x="11354" y="18144"/>
                    </a:lnTo>
                    <a:cubicBezTo>
                      <a:pt x="11354" y="18334"/>
                      <a:pt x="11199" y="18490"/>
                      <a:pt x="11010" y="18490"/>
                    </a:cubicBezTo>
                    <a:lnTo>
                      <a:pt x="5171" y="18490"/>
                    </a:lnTo>
                    <a:cubicBezTo>
                      <a:pt x="4979" y="18490"/>
                      <a:pt x="4826" y="18334"/>
                      <a:pt x="4826" y="18144"/>
                    </a:cubicBezTo>
                    <a:lnTo>
                      <a:pt x="4826" y="15235"/>
                    </a:lnTo>
                    <a:lnTo>
                      <a:pt x="6086" y="16316"/>
                    </a:lnTo>
                    <a:cubicBezTo>
                      <a:pt x="6262" y="16466"/>
                      <a:pt x="6477" y="16546"/>
                      <a:pt x="6704" y="16546"/>
                    </a:cubicBezTo>
                    <a:cubicBezTo>
                      <a:pt x="6734" y="16546"/>
                      <a:pt x="6764" y="16545"/>
                      <a:pt x="6796" y="16541"/>
                    </a:cubicBezTo>
                    <a:cubicBezTo>
                      <a:pt x="7054" y="16516"/>
                      <a:pt x="7289" y="16391"/>
                      <a:pt x="7448" y="16188"/>
                    </a:cubicBezTo>
                    <a:lnTo>
                      <a:pt x="8090" y="15385"/>
                    </a:lnTo>
                    <a:lnTo>
                      <a:pt x="8731" y="16188"/>
                    </a:lnTo>
                    <a:cubicBezTo>
                      <a:pt x="8892" y="16391"/>
                      <a:pt x="9125" y="16516"/>
                      <a:pt x="9385" y="16541"/>
                    </a:cubicBezTo>
                    <a:cubicBezTo>
                      <a:pt x="9416" y="16545"/>
                      <a:pt x="9446" y="16546"/>
                      <a:pt x="9476" y="16546"/>
                    </a:cubicBezTo>
                    <a:cubicBezTo>
                      <a:pt x="9704" y="16546"/>
                      <a:pt x="9919" y="16466"/>
                      <a:pt x="10095" y="16316"/>
                    </a:cubicBezTo>
                    <a:lnTo>
                      <a:pt x="11682" y="14955"/>
                    </a:lnTo>
                    <a:lnTo>
                      <a:pt x="12653" y="15241"/>
                    </a:lnTo>
                    <a:lnTo>
                      <a:pt x="12653" y="20415"/>
                    </a:lnTo>
                    <a:cubicBezTo>
                      <a:pt x="12653" y="20582"/>
                      <a:pt x="12788" y="20718"/>
                      <a:pt x="12955" y="20718"/>
                    </a:cubicBezTo>
                    <a:cubicBezTo>
                      <a:pt x="13124" y="20718"/>
                      <a:pt x="13260" y="20582"/>
                      <a:pt x="13260" y="20415"/>
                    </a:cubicBezTo>
                    <a:lnTo>
                      <a:pt x="13260" y="15420"/>
                    </a:lnTo>
                    <a:lnTo>
                      <a:pt x="14394" y="15754"/>
                    </a:lnTo>
                    <a:cubicBezTo>
                      <a:pt x="15088" y="15957"/>
                      <a:pt x="15573" y="16606"/>
                      <a:pt x="15573" y="17330"/>
                    </a:cubicBezTo>
                    <a:lnTo>
                      <a:pt x="15573" y="20415"/>
                    </a:lnTo>
                    <a:cubicBezTo>
                      <a:pt x="15573" y="20582"/>
                      <a:pt x="15709" y="20718"/>
                      <a:pt x="15876" y="20718"/>
                    </a:cubicBezTo>
                    <a:cubicBezTo>
                      <a:pt x="16045" y="20718"/>
                      <a:pt x="16180" y="20582"/>
                      <a:pt x="16180" y="20415"/>
                    </a:cubicBezTo>
                    <a:lnTo>
                      <a:pt x="16180" y="17330"/>
                    </a:lnTo>
                    <a:cubicBezTo>
                      <a:pt x="16179" y="16341"/>
                      <a:pt x="15515" y="15452"/>
                      <a:pt x="14562" y="15174"/>
                    </a:cubicBezTo>
                    <a:lnTo>
                      <a:pt x="11903" y="14391"/>
                    </a:lnTo>
                    <a:lnTo>
                      <a:pt x="11432" y="13449"/>
                    </a:lnTo>
                    <a:cubicBezTo>
                      <a:pt x="11354" y="13297"/>
                      <a:pt x="11219" y="13179"/>
                      <a:pt x="11055" y="13129"/>
                    </a:cubicBezTo>
                    <a:cubicBezTo>
                      <a:pt x="10994" y="13111"/>
                      <a:pt x="10932" y="13102"/>
                      <a:pt x="10870" y="13102"/>
                    </a:cubicBezTo>
                    <a:cubicBezTo>
                      <a:pt x="10800" y="13102"/>
                      <a:pt x="10729" y="13113"/>
                      <a:pt x="10662" y="13136"/>
                    </a:cubicBezTo>
                    <a:lnTo>
                      <a:pt x="10662" y="12128"/>
                    </a:lnTo>
                    <a:cubicBezTo>
                      <a:pt x="11674" y="11425"/>
                      <a:pt x="12387" y="10318"/>
                      <a:pt x="12566" y="9041"/>
                    </a:cubicBezTo>
                    <a:lnTo>
                      <a:pt x="12746" y="9041"/>
                    </a:lnTo>
                    <a:cubicBezTo>
                      <a:pt x="13337" y="9041"/>
                      <a:pt x="13844" y="8602"/>
                      <a:pt x="13901" y="8040"/>
                    </a:cubicBezTo>
                    <a:cubicBezTo>
                      <a:pt x="13932" y="7726"/>
                      <a:pt x="13829" y="7412"/>
                      <a:pt x="13618" y="7179"/>
                    </a:cubicBezTo>
                    <a:cubicBezTo>
                      <a:pt x="13517" y="7066"/>
                      <a:pt x="13394" y="6978"/>
                      <a:pt x="13258" y="6915"/>
                    </a:cubicBezTo>
                    <a:lnTo>
                      <a:pt x="13258" y="5472"/>
                    </a:lnTo>
                    <a:lnTo>
                      <a:pt x="13602" y="5472"/>
                    </a:lnTo>
                    <a:cubicBezTo>
                      <a:pt x="13738" y="5472"/>
                      <a:pt x="13855" y="5384"/>
                      <a:pt x="13894" y="5253"/>
                    </a:cubicBezTo>
                    <a:cubicBezTo>
                      <a:pt x="13931" y="5123"/>
                      <a:pt x="13877" y="4985"/>
                      <a:pt x="13765" y="4913"/>
                    </a:cubicBezTo>
                    <a:cubicBezTo>
                      <a:pt x="13605" y="4813"/>
                      <a:pt x="13437" y="4716"/>
                      <a:pt x="13258" y="4627"/>
                    </a:cubicBezTo>
                    <a:lnTo>
                      <a:pt x="13258" y="2720"/>
                    </a:lnTo>
                    <a:cubicBezTo>
                      <a:pt x="13258" y="2029"/>
                      <a:pt x="12817" y="1418"/>
                      <a:pt x="12163" y="1201"/>
                    </a:cubicBezTo>
                    <a:lnTo>
                      <a:pt x="9005" y="147"/>
                    </a:lnTo>
                    <a:cubicBezTo>
                      <a:pt x="8710" y="49"/>
                      <a:pt x="8399" y="0"/>
                      <a:pt x="8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7" name="Google Shape;241;p6"/>
              <p:cNvSpPr/>
              <p:nvPr/>
            </p:nvSpPr>
            <p:spPr>
              <a:xfrm>
                <a:off x="276120" y="50158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3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1"/>
                      <a:pt x="139" y="607"/>
                      <a:pt x="306" y="607"/>
                    </a:cubicBezTo>
                    <a:cubicBezTo>
                      <a:pt x="475" y="607"/>
                      <a:pt x="610" y="471"/>
                      <a:pt x="610" y="304"/>
                    </a:cubicBezTo>
                    <a:cubicBezTo>
                      <a:pt x="610" y="136"/>
                      <a:pt x="475" y="0"/>
                      <a:pt x="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8" name="Google Shape;242;p6"/>
              <p:cNvSpPr/>
              <p:nvPr/>
            </p:nvSpPr>
            <p:spPr>
              <a:xfrm>
                <a:off x="21168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4" y="0"/>
                    </a:moveTo>
                    <a:cubicBezTo>
                      <a:pt x="137" y="0"/>
                      <a:pt x="1" y="136"/>
                      <a:pt x="1" y="304"/>
                    </a:cubicBezTo>
                    <a:lnTo>
                      <a:pt x="1" y="629"/>
                    </a:lnTo>
                    <a:cubicBezTo>
                      <a:pt x="1" y="797"/>
                      <a:pt x="137" y="933"/>
                      <a:pt x="304" y="933"/>
                    </a:cubicBezTo>
                    <a:cubicBezTo>
                      <a:pt x="472" y="933"/>
                      <a:pt x="608" y="797"/>
                      <a:pt x="608" y="629"/>
                    </a:cubicBezTo>
                    <a:lnTo>
                      <a:pt x="608" y="304"/>
                    </a:lnTo>
                    <a:cubicBezTo>
                      <a:pt x="608" y="136"/>
                      <a:pt x="472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49" name="Google Shape;243;p6"/>
              <p:cNvSpPr/>
              <p:nvPr/>
            </p:nvSpPr>
            <p:spPr>
              <a:xfrm>
                <a:off x="340920" y="4694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3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lnTo>
                      <a:pt x="0" y="629"/>
                    </a:lnTo>
                    <a:cubicBezTo>
                      <a:pt x="0" y="797"/>
                      <a:pt x="136" y="933"/>
                      <a:pt x="303" y="933"/>
                    </a:cubicBezTo>
                    <a:cubicBezTo>
                      <a:pt x="471" y="933"/>
                      <a:pt x="607" y="797"/>
                      <a:pt x="607" y="629"/>
                    </a:cubicBezTo>
                    <a:lnTo>
                      <a:pt x="607" y="304"/>
                    </a:lnTo>
                    <a:cubicBezTo>
                      <a:pt x="607" y="136"/>
                      <a:pt x="471" y="0"/>
                      <a:pt x="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0" name="Google Shape;244;p6"/>
              <p:cNvSpPr/>
              <p:nvPr/>
            </p:nvSpPr>
            <p:spPr>
              <a:xfrm>
                <a:off x="242640" y="476892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3">
                    <a:moveTo>
                      <a:pt x="2280" y="1"/>
                    </a:moveTo>
                    <a:cubicBezTo>
                      <a:pt x="2203" y="1"/>
                      <a:pt x="2126" y="30"/>
                      <a:pt x="2067" y="90"/>
                    </a:cubicBezTo>
                    <a:cubicBezTo>
                      <a:pt x="1957" y="199"/>
                      <a:pt x="1690" y="327"/>
                      <a:pt x="1307" y="327"/>
                    </a:cubicBezTo>
                    <a:cubicBezTo>
                      <a:pt x="923" y="327"/>
                      <a:pt x="657" y="200"/>
                      <a:pt x="546" y="90"/>
                    </a:cubicBezTo>
                    <a:cubicBezTo>
                      <a:pt x="486" y="31"/>
                      <a:pt x="410" y="2"/>
                      <a:pt x="333" y="2"/>
                    </a:cubicBezTo>
                    <a:cubicBezTo>
                      <a:pt x="255" y="2"/>
                      <a:pt x="177" y="32"/>
                      <a:pt x="118" y="91"/>
                    </a:cubicBezTo>
                    <a:cubicBezTo>
                      <a:pt x="1" y="210"/>
                      <a:pt x="2" y="401"/>
                      <a:pt x="122" y="520"/>
                    </a:cubicBezTo>
                    <a:cubicBezTo>
                      <a:pt x="382" y="777"/>
                      <a:pt x="826" y="933"/>
                      <a:pt x="1307" y="933"/>
                    </a:cubicBezTo>
                    <a:cubicBezTo>
                      <a:pt x="1789" y="933"/>
                      <a:pt x="2231" y="778"/>
                      <a:pt x="2494" y="520"/>
                    </a:cubicBezTo>
                    <a:cubicBezTo>
                      <a:pt x="2614" y="401"/>
                      <a:pt x="2614" y="210"/>
                      <a:pt x="2496" y="91"/>
                    </a:cubicBezTo>
                    <a:cubicBezTo>
                      <a:pt x="2437" y="31"/>
                      <a:pt x="2359" y="1"/>
                      <a:pt x="2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1" name="Google Shape;245;p6"/>
              <p:cNvSpPr/>
              <p:nvPr/>
            </p:nvSpPr>
            <p:spPr>
              <a:xfrm>
                <a:off x="20088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8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4" y="608"/>
                    </a:lnTo>
                    <a:cubicBezTo>
                      <a:pt x="1121" y="608"/>
                      <a:pt x="1257" y="472"/>
                      <a:pt x="1257" y="303"/>
                    </a:cubicBezTo>
                    <a:cubicBezTo>
                      <a:pt x="1257" y="136"/>
                      <a:pt x="1121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2" name="Google Shape;246;p6"/>
              <p:cNvSpPr/>
              <p:nvPr/>
            </p:nvSpPr>
            <p:spPr>
              <a:xfrm>
                <a:off x="330120" y="466164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3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3" y="608"/>
                    </a:lnTo>
                    <a:cubicBezTo>
                      <a:pt x="1120" y="608"/>
                      <a:pt x="1256" y="472"/>
                      <a:pt x="1256" y="303"/>
                    </a:cubicBezTo>
                    <a:cubicBezTo>
                      <a:pt x="1256" y="136"/>
                      <a:pt x="1120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2053" name="Google Shape;247;p6"/>
            <p:cNvSpPr/>
            <p:nvPr/>
          </p:nvSpPr>
          <p:spPr>
            <a:xfrm>
              <a:off x="-142920" y="342900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54" name="Google Shape;248;p6"/>
            <p:cNvGrpSpPr/>
            <p:nvPr/>
          </p:nvGrpSpPr>
          <p:grpSpPr>
            <a:xfrm>
              <a:off x="17640" y="3600360"/>
              <a:ext cx="536760" cy="685440"/>
              <a:chOff x="17640" y="3600360"/>
              <a:chExt cx="536760" cy="685440"/>
            </a:xfrm>
          </p:grpSpPr>
          <p:sp>
            <p:nvSpPr>
              <p:cNvPr id="2055" name="Google Shape;249;p6"/>
              <p:cNvSpPr/>
              <p:nvPr/>
            </p:nvSpPr>
            <p:spPr>
              <a:xfrm>
                <a:off x="17640" y="360036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82" h="20723">
                    <a:moveTo>
                      <a:pt x="8089" y="609"/>
                    </a:moveTo>
                    <a:cubicBezTo>
                      <a:pt x="8335" y="609"/>
                      <a:pt x="8580" y="647"/>
                      <a:pt x="8814" y="725"/>
                    </a:cubicBezTo>
                    <a:lnTo>
                      <a:pt x="9572" y="978"/>
                    </a:lnTo>
                    <a:cubicBezTo>
                      <a:pt x="9328" y="1185"/>
                      <a:pt x="9022" y="1298"/>
                      <a:pt x="8698" y="1298"/>
                    </a:cubicBezTo>
                    <a:lnTo>
                      <a:pt x="6142" y="1298"/>
                    </a:lnTo>
                    <a:cubicBezTo>
                      <a:pt x="6054" y="1298"/>
                      <a:pt x="5972" y="1264"/>
                      <a:pt x="5912" y="1208"/>
                    </a:cubicBezTo>
                    <a:lnTo>
                      <a:pt x="7364" y="725"/>
                    </a:lnTo>
                    <a:cubicBezTo>
                      <a:pt x="7598" y="647"/>
                      <a:pt x="7844" y="609"/>
                      <a:pt x="8089" y="609"/>
                    </a:cubicBezTo>
                    <a:close/>
                    <a:moveTo>
                      <a:pt x="10239" y="1199"/>
                    </a:moveTo>
                    <a:lnTo>
                      <a:pt x="11771" y="1709"/>
                    </a:lnTo>
                    <a:cubicBezTo>
                      <a:pt x="11554" y="1924"/>
                      <a:pt x="11286" y="2192"/>
                      <a:pt x="11282" y="2198"/>
                    </a:cubicBezTo>
                    <a:cubicBezTo>
                      <a:pt x="11024" y="2455"/>
                      <a:pt x="10683" y="2595"/>
                      <a:pt x="10320" y="2595"/>
                    </a:cubicBezTo>
                    <a:lnTo>
                      <a:pt x="8090" y="2595"/>
                    </a:lnTo>
                    <a:cubicBezTo>
                      <a:pt x="7898" y="2595"/>
                      <a:pt x="7743" y="2440"/>
                      <a:pt x="7743" y="2251"/>
                    </a:cubicBezTo>
                    <a:cubicBezTo>
                      <a:pt x="7743" y="2061"/>
                      <a:pt x="7898" y="1905"/>
                      <a:pt x="8090" y="1905"/>
                    </a:cubicBezTo>
                    <a:lnTo>
                      <a:pt x="8699" y="1905"/>
                    </a:lnTo>
                    <a:cubicBezTo>
                      <a:pt x="9225" y="1905"/>
                      <a:pt x="9718" y="1699"/>
                      <a:pt x="10089" y="1328"/>
                    </a:cubicBezTo>
                    <a:cubicBezTo>
                      <a:pt x="10135" y="1282"/>
                      <a:pt x="10185" y="1239"/>
                      <a:pt x="10239" y="1199"/>
                    </a:cubicBezTo>
                    <a:close/>
                    <a:moveTo>
                      <a:pt x="5309" y="1411"/>
                    </a:moveTo>
                    <a:cubicBezTo>
                      <a:pt x="5473" y="1706"/>
                      <a:pt x="5790" y="1905"/>
                      <a:pt x="6143" y="1905"/>
                    </a:cubicBezTo>
                    <a:lnTo>
                      <a:pt x="7201" y="1905"/>
                    </a:lnTo>
                    <a:cubicBezTo>
                      <a:pt x="7161" y="2012"/>
                      <a:pt x="7137" y="2128"/>
                      <a:pt x="7137" y="2249"/>
                    </a:cubicBezTo>
                    <a:cubicBezTo>
                      <a:pt x="7137" y="2775"/>
                      <a:pt x="7564" y="3203"/>
                      <a:pt x="8088" y="3203"/>
                    </a:cubicBezTo>
                    <a:lnTo>
                      <a:pt x="10320" y="3203"/>
                    </a:lnTo>
                    <a:cubicBezTo>
                      <a:pt x="10845" y="3203"/>
                      <a:pt x="11339" y="2997"/>
                      <a:pt x="11709" y="2626"/>
                    </a:cubicBezTo>
                    <a:cubicBezTo>
                      <a:pt x="11770" y="2565"/>
                      <a:pt x="12160" y="2179"/>
                      <a:pt x="12341" y="1999"/>
                    </a:cubicBezTo>
                    <a:cubicBezTo>
                      <a:pt x="12534" y="2183"/>
                      <a:pt x="12650" y="2440"/>
                      <a:pt x="12650" y="2719"/>
                    </a:cubicBezTo>
                    <a:lnTo>
                      <a:pt x="12650" y="4350"/>
                    </a:lnTo>
                    <a:cubicBezTo>
                      <a:pt x="11387" y="3846"/>
                      <a:pt x="9791" y="3567"/>
                      <a:pt x="8087" y="3567"/>
                    </a:cubicBezTo>
                    <a:cubicBezTo>
                      <a:pt x="7707" y="3567"/>
                      <a:pt x="7328" y="3582"/>
                      <a:pt x="6958" y="3610"/>
                    </a:cubicBezTo>
                    <a:lnTo>
                      <a:pt x="6574" y="3225"/>
                    </a:lnTo>
                    <a:cubicBezTo>
                      <a:pt x="6272" y="2922"/>
                      <a:pt x="5870" y="2755"/>
                      <a:pt x="5443" y="2755"/>
                    </a:cubicBezTo>
                    <a:lnTo>
                      <a:pt x="3528" y="2755"/>
                    </a:lnTo>
                    <a:lnTo>
                      <a:pt x="3528" y="2718"/>
                    </a:lnTo>
                    <a:cubicBezTo>
                      <a:pt x="3527" y="2292"/>
                      <a:pt x="3799" y="1914"/>
                      <a:pt x="4206" y="1778"/>
                    </a:cubicBezTo>
                    <a:lnTo>
                      <a:pt x="5309" y="1411"/>
                    </a:lnTo>
                    <a:close/>
                    <a:moveTo>
                      <a:pt x="5442" y="3365"/>
                    </a:moveTo>
                    <a:cubicBezTo>
                      <a:pt x="5707" y="3365"/>
                      <a:pt x="5957" y="3469"/>
                      <a:pt x="6144" y="3656"/>
                    </a:cubicBezTo>
                    <a:lnTo>
                      <a:pt x="6180" y="3692"/>
                    </a:lnTo>
                    <a:cubicBezTo>
                      <a:pt x="6042" y="3710"/>
                      <a:pt x="5903" y="3729"/>
                      <a:pt x="5767" y="3753"/>
                    </a:cubicBezTo>
                    <a:cubicBezTo>
                      <a:pt x="5602" y="3779"/>
                      <a:pt x="5492" y="3936"/>
                      <a:pt x="5517" y="4100"/>
                    </a:cubicBezTo>
                    <a:cubicBezTo>
                      <a:pt x="5542" y="4247"/>
                      <a:pt x="5669" y="4354"/>
                      <a:pt x="5815" y="4354"/>
                    </a:cubicBezTo>
                    <a:cubicBezTo>
                      <a:pt x="5832" y="4354"/>
                      <a:pt x="5849" y="4353"/>
                      <a:pt x="5866" y="4350"/>
                    </a:cubicBezTo>
                    <a:cubicBezTo>
                      <a:pt x="6579" y="4234"/>
                      <a:pt x="7326" y="4176"/>
                      <a:pt x="8088" y="4176"/>
                    </a:cubicBezTo>
                    <a:cubicBezTo>
                      <a:pt x="9633" y="4176"/>
                      <a:pt x="11120" y="4426"/>
                      <a:pt x="12291" y="4867"/>
                    </a:cubicBezTo>
                    <a:lnTo>
                      <a:pt x="3885" y="4867"/>
                    </a:lnTo>
                    <a:cubicBezTo>
                      <a:pt x="4112" y="4781"/>
                      <a:pt x="4351" y="4703"/>
                      <a:pt x="4603" y="4631"/>
                    </a:cubicBezTo>
                    <a:cubicBezTo>
                      <a:pt x="4765" y="4584"/>
                      <a:pt x="4858" y="4417"/>
                      <a:pt x="4813" y="4256"/>
                    </a:cubicBezTo>
                    <a:cubicBezTo>
                      <a:pt x="4776" y="4123"/>
                      <a:pt x="4654" y="4035"/>
                      <a:pt x="4522" y="4035"/>
                    </a:cubicBezTo>
                    <a:cubicBezTo>
                      <a:pt x="4494" y="4035"/>
                      <a:pt x="4466" y="4039"/>
                      <a:pt x="4438" y="4047"/>
                    </a:cubicBezTo>
                    <a:cubicBezTo>
                      <a:pt x="4116" y="4140"/>
                      <a:pt x="3811" y="4241"/>
                      <a:pt x="3528" y="4356"/>
                    </a:cubicBezTo>
                    <a:lnTo>
                      <a:pt x="3528" y="3365"/>
                    </a:lnTo>
                    <a:close/>
                    <a:moveTo>
                      <a:pt x="4216" y="5474"/>
                    </a:moveTo>
                    <a:lnTo>
                      <a:pt x="4216" y="6468"/>
                    </a:lnTo>
                    <a:cubicBezTo>
                      <a:pt x="4216" y="6659"/>
                      <a:pt x="4061" y="6812"/>
                      <a:pt x="3872" y="6812"/>
                    </a:cubicBezTo>
                    <a:lnTo>
                      <a:pt x="3528" y="6812"/>
                    </a:lnTo>
                    <a:lnTo>
                      <a:pt x="3528" y="5474"/>
                    </a:lnTo>
                    <a:close/>
                    <a:moveTo>
                      <a:pt x="12653" y="5474"/>
                    </a:moveTo>
                    <a:lnTo>
                      <a:pt x="12653" y="6812"/>
                    </a:lnTo>
                    <a:lnTo>
                      <a:pt x="12306" y="6812"/>
                    </a:lnTo>
                    <a:cubicBezTo>
                      <a:pt x="12114" y="6812"/>
                      <a:pt x="11961" y="6656"/>
                      <a:pt x="11961" y="6468"/>
                    </a:cubicBezTo>
                    <a:lnTo>
                      <a:pt x="11961" y="5474"/>
                    </a:lnTo>
                    <a:close/>
                    <a:moveTo>
                      <a:pt x="11351" y="5475"/>
                    </a:moveTo>
                    <a:lnTo>
                      <a:pt x="11351" y="6469"/>
                    </a:lnTo>
                    <a:cubicBezTo>
                      <a:pt x="11351" y="6995"/>
                      <a:pt x="11780" y="7420"/>
                      <a:pt x="12306" y="7420"/>
                    </a:cubicBezTo>
                    <a:lnTo>
                      <a:pt x="12791" y="7420"/>
                    </a:lnTo>
                    <a:cubicBezTo>
                      <a:pt x="12934" y="7420"/>
                      <a:pt x="13071" y="7482"/>
                      <a:pt x="13168" y="7588"/>
                    </a:cubicBezTo>
                    <a:cubicBezTo>
                      <a:pt x="13264" y="7696"/>
                      <a:pt x="13311" y="7835"/>
                      <a:pt x="13297" y="7982"/>
                    </a:cubicBezTo>
                    <a:cubicBezTo>
                      <a:pt x="13271" y="8236"/>
                      <a:pt x="13028" y="8434"/>
                      <a:pt x="12747" y="8434"/>
                    </a:cubicBezTo>
                    <a:lnTo>
                      <a:pt x="12610" y="8434"/>
                    </a:lnTo>
                    <a:lnTo>
                      <a:pt x="12610" y="8417"/>
                    </a:lnTo>
                    <a:cubicBezTo>
                      <a:pt x="12610" y="8249"/>
                      <a:pt x="12474" y="8113"/>
                      <a:pt x="12306" y="8113"/>
                    </a:cubicBezTo>
                    <a:cubicBezTo>
                      <a:pt x="12138" y="8113"/>
                      <a:pt x="12003" y="8249"/>
                      <a:pt x="12003" y="8417"/>
                    </a:cubicBezTo>
                    <a:cubicBezTo>
                      <a:pt x="12000" y="10574"/>
                      <a:pt x="10246" y="12329"/>
                      <a:pt x="8088" y="12329"/>
                    </a:cubicBezTo>
                    <a:cubicBezTo>
                      <a:pt x="5930" y="12329"/>
                      <a:pt x="4174" y="10572"/>
                      <a:pt x="4174" y="8413"/>
                    </a:cubicBezTo>
                    <a:cubicBezTo>
                      <a:pt x="4174" y="8246"/>
                      <a:pt x="4038" y="8110"/>
                      <a:pt x="3871" y="8110"/>
                    </a:cubicBezTo>
                    <a:cubicBezTo>
                      <a:pt x="3702" y="8110"/>
                      <a:pt x="3567" y="8246"/>
                      <a:pt x="3567" y="8413"/>
                    </a:cubicBezTo>
                    <a:lnTo>
                      <a:pt x="3567" y="8434"/>
                    </a:lnTo>
                    <a:lnTo>
                      <a:pt x="3384" y="8434"/>
                    </a:lnTo>
                    <a:cubicBezTo>
                      <a:pt x="3241" y="8434"/>
                      <a:pt x="3102" y="8374"/>
                      <a:pt x="3007" y="8269"/>
                    </a:cubicBezTo>
                    <a:cubicBezTo>
                      <a:pt x="2908" y="8160"/>
                      <a:pt x="2864" y="8020"/>
                      <a:pt x="2878" y="7875"/>
                    </a:cubicBezTo>
                    <a:cubicBezTo>
                      <a:pt x="2903" y="7619"/>
                      <a:pt x="3145" y="7420"/>
                      <a:pt x="3430" y="7420"/>
                    </a:cubicBezTo>
                    <a:lnTo>
                      <a:pt x="3871" y="7420"/>
                    </a:lnTo>
                    <a:cubicBezTo>
                      <a:pt x="4395" y="7420"/>
                      <a:pt x="4822" y="6995"/>
                      <a:pt x="4822" y="6469"/>
                    </a:cubicBezTo>
                    <a:lnTo>
                      <a:pt x="4822" y="5475"/>
                    </a:lnTo>
                    <a:close/>
                    <a:moveTo>
                      <a:pt x="10056" y="12483"/>
                    </a:moveTo>
                    <a:lnTo>
                      <a:pt x="10056" y="13462"/>
                    </a:lnTo>
                    <a:lnTo>
                      <a:pt x="8090" y="14554"/>
                    </a:lnTo>
                    <a:lnTo>
                      <a:pt x="6122" y="13462"/>
                    </a:lnTo>
                    <a:lnTo>
                      <a:pt x="6122" y="12483"/>
                    </a:lnTo>
                    <a:cubicBezTo>
                      <a:pt x="6716" y="12773"/>
                      <a:pt x="7384" y="12936"/>
                      <a:pt x="8090" y="12936"/>
                    </a:cubicBezTo>
                    <a:cubicBezTo>
                      <a:pt x="8794" y="12936"/>
                      <a:pt x="9462" y="12773"/>
                      <a:pt x="10056" y="12483"/>
                    </a:cubicBezTo>
                    <a:close/>
                    <a:moveTo>
                      <a:pt x="10869" y="13706"/>
                    </a:moveTo>
                    <a:cubicBezTo>
                      <a:pt x="10871" y="13706"/>
                      <a:pt x="10873" y="13706"/>
                      <a:pt x="10876" y="13707"/>
                    </a:cubicBezTo>
                    <a:cubicBezTo>
                      <a:pt x="10884" y="13710"/>
                      <a:pt x="10889" y="13716"/>
                      <a:pt x="10889" y="13717"/>
                    </a:cubicBezTo>
                    <a:lnTo>
                      <a:pt x="11279" y="14498"/>
                    </a:lnTo>
                    <a:lnTo>
                      <a:pt x="9698" y="15854"/>
                    </a:lnTo>
                    <a:cubicBezTo>
                      <a:pt x="9633" y="15909"/>
                      <a:pt x="9553" y="15938"/>
                      <a:pt x="9469" y="15938"/>
                    </a:cubicBezTo>
                    <a:cubicBezTo>
                      <a:pt x="9460" y="15938"/>
                      <a:pt x="9450" y="15937"/>
                      <a:pt x="9441" y="15937"/>
                    </a:cubicBezTo>
                    <a:cubicBezTo>
                      <a:pt x="9346" y="15928"/>
                      <a:pt x="9262" y="15881"/>
                      <a:pt x="9204" y="15808"/>
                    </a:cubicBezTo>
                    <a:lnTo>
                      <a:pt x="8549" y="14993"/>
                    </a:lnTo>
                    <a:lnTo>
                      <a:pt x="10860" y="13709"/>
                    </a:lnTo>
                    <a:cubicBezTo>
                      <a:pt x="10861" y="13709"/>
                      <a:pt x="10864" y="13706"/>
                      <a:pt x="10869" y="13706"/>
                    </a:cubicBezTo>
                    <a:close/>
                    <a:moveTo>
                      <a:pt x="5308" y="13707"/>
                    </a:moveTo>
                    <a:cubicBezTo>
                      <a:pt x="5312" y="13707"/>
                      <a:pt x="5315" y="13709"/>
                      <a:pt x="5316" y="13710"/>
                    </a:cubicBezTo>
                    <a:lnTo>
                      <a:pt x="7627" y="14994"/>
                    </a:lnTo>
                    <a:lnTo>
                      <a:pt x="6973" y="15809"/>
                    </a:lnTo>
                    <a:cubicBezTo>
                      <a:pt x="6914" y="15882"/>
                      <a:pt x="6830" y="15929"/>
                      <a:pt x="6736" y="15938"/>
                    </a:cubicBezTo>
                    <a:cubicBezTo>
                      <a:pt x="6725" y="15939"/>
                      <a:pt x="6714" y="15939"/>
                      <a:pt x="6703" y="15939"/>
                    </a:cubicBezTo>
                    <a:cubicBezTo>
                      <a:pt x="6620" y="15939"/>
                      <a:pt x="6542" y="15911"/>
                      <a:pt x="6479" y="15857"/>
                    </a:cubicBezTo>
                    <a:lnTo>
                      <a:pt x="4898" y="14501"/>
                    </a:lnTo>
                    <a:lnTo>
                      <a:pt x="5288" y="13719"/>
                    </a:lnTo>
                    <a:cubicBezTo>
                      <a:pt x="5290" y="13717"/>
                      <a:pt x="5292" y="13711"/>
                      <a:pt x="5300" y="13709"/>
                    </a:cubicBezTo>
                    <a:cubicBezTo>
                      <a:pt x="5303" y="13707"/>
                      <a:pt x="5306" y="13707"/>
                      <a:pt x="5308" y="13707"/>
                    </a:cubicBezTo>
                    <a:close/>
                    <a:moveTo>
                      <a:pt x="11679" y="14958"/>
                    </a:moveTo>
                    <a:lnTo>
                      <a:pt x="12741" y="15271"/>
                    </a:lnTo>
                    <a:cubicBezTo>
                      <a:pt x="12331" y="15332"/>
                      <a:pt x="11954" y="15522"/>
                      <a:pt x="11654" y="15821"/>
                    </a:cubicBezTo>
                    <a:lnTo>
                      <a:pt x="11653" y="15822"/>
                    </a:lnTo>
                    <a:cubicBezTo>
                      <a:pt x="11397" y="16079"/>
                      <a:pt x="11054" y="16221"/>
                      <a:pt x="10692" y="16221"/>
                    </a:cubicBezTo>
                    <a:lnTo>
                      <a:pt x="10206" y="16221"/>
                    </a:lnTo>
                    <a:lnTo>
                      <a:pt x="11679" y="14958"/>
                    </a:lnTo>
                    <a:close/>
                    <a:moveTo>
                      <a:pt x="1279" y="16008"/>
                    </a:moveTo>
                    <a:lnTo>
                      <a:pt x="1889" y="16603"/>
                    </a:lnTo>
                    <a:cubicBezTo>
                      <a:pt x="2251" y="16958"/>
                      <a:pt x="2728" y="17152"/>
                      <a:pt x="3235" y="17152"/>
                    </a:cubicBezTo>
                    <a:lnTo>
                      <a:pt x="4078" y="17152"/>
                    </a:lnTo>
                    <a:cubicBezTo>
                      <a:pt x="4891" y="17152"/>
                      <a:pt x="5592" y="17423"/>
                      <a:pt x="6004" y="17895"/>
                    </a:cubicBezTo>
                    <a:cubicBezTo>
                      <a:pt x="6130" y="18040"/>
                      <a:pt x="6314" y="18124"/>
                      <a:pt x="6507" y="18124"/>
                    </a:cubicBezTo>
                    <a:cubicBezTo>
                      <a:pt x="6943" y="18124"/>
                      <a:pt x="7311" y="18416"/>
                      <a:pt x="7425" y="18816"/>
                    </a:cubicBezTo>
                    <a:lnTo>
                      <a:pt x="6507" y="18816"/>
                    </a:lnTo>
                    <a:cubicBezTo>
                      <a:pt x="6144" y="18816"/>
                      <a:pt x="5805" y="18674"/>
                      <a:pt x="5547" y="18417"/>
                    </a:cubicBezTo>
                    <a:cubicBezTo>
                      <a:pt x="5176" y="18046"/>
                      <a:pt x="4683" y="17843"/>
                      <a:pt x="4158" y="17843"/>
                    </a:cubicBezTo>
                    <a:lnTo>
                      <a:pt x="606" y="17843"/>
                    </a:lnTo>
                    <a:lnTo>
                      <a:pt x="606" y="17332"/>
                    </a:lnTo>
                    <a:cubicBezTo>
                      <a:pt x="606" y="16802"/>
                      <a:pt x="866" y="16314"/>
                      <a:pt x="1279" y="16008"/>
                    </a:cubicBezTo>
                    <a:close/>
                    <a:moveTo>
                      <a:pt x="15560" y="17150"/>
                    </a:moveTo>
                    <a:cubicBezTo>
                      <a:pt x="15567" y="17209"/>
                      <a:pt x="15570" y="17269"/>
                      <a:pt x="15570" y="17330"/>
                    </a:cubicBezTo>
                    <a:lnTo>
                      <a:pt x="15570" y="18349"/>
                    </a:lnTo>
                    <a:cubicBezTo>
                      <a:pt x="15546" y="18372"/>
                      <a:pt x="15520" y="18394"/>
                      <a:pt x="15497" y="18417"/>
                    </a:cubicBezTo>
                    <a:cubicBezTo>
                      <a:pt x="15242" y="18673"/>
                      <a:pt x="14899" y="18816"/>
                      <a:pt x="14538" y="18816"/>
                    </a:cubicBezTo>
                    <a:lnTo>
                      <a:pt x="12306" y="18816"/>
                    </a:lnTo>
                    <a:cubicBezTo>
                      <a:pt x="12114" y="18816"/>
                      <a:pt x="11961" y="18660"/>
                      <a:pt x="11961" y="18470"/>
                    </a:cubicBezTo>
                    <a:cubicBezTo>
                      <a:pt x="11961" y="18280"/>
                      <a:pt x="12117" y="18124"/>
                      <a:pt x="12306" y="18124"/>
                    </a:cubicBezTo>
                    <a:lnTo>
                      <a:pt x="12914" y="18124"/>
                    </a:lnTo>
                    <a:cubicBezTo>
                      <a:pt x="13439" y="18124"/>
                      <a:pt x="13932" y="17920"/>
                      <a:pt x="14303" y="17547"/>
                    </a:cubicBezTo>
                    <a:lnTo>
                      <a:pt x="14305" y="17546"/>
                    </a:lnTo>
                    <a:cubicBezTo>
                      <a:pt x="14561" y="17290"/>
                      <a:pt x="14902" y="17150"/>
                      <a:pt x="15263" y="17150"/>
                    </a:cubicBezTo>
                    <a:close/>
                    <a:moveTo>
                      <a:pt x="4156" y="18449"/>
                    </a:moveTo>
                    <a:cubicBezTo>
                      <a:pt x="4518" y="18449"/>
                      <a:pt x="4859" y="18589"/>
                      <a:pt x="5116" y="18846"/>
                    </a:cubicBezTo>
                    <a:cubicBezTo>
                      <a:pt x="5487" y="19217"/>
                      <a:pt x="5980" y="19421"/>
                      <a:pt x="6506" y="19421"/>
                    </a:cubicBezTo>
                    <a:lnTo>
                      <a:pt x="9385" y="19421"/>
                    </a:lnTo>
                    <a:cubicBezTo>
                      <a:pt x="9576" y="19423"/>
                      <a:pt x="9732" y="19578"/>
                      <a:pt x="9732" y="19767"/>
                    </a:cubicBezTo>
                    <a:cubicBezTo>
                      <a:pt x="9732" y="19957"/>
                      <a:pt x="9576" y="20112"/>
                      <a:pt x="9385" y="20112"/>
                    </a:cubicBezTo>
                    <a:lnTo>
                      <a:pt x="4883" y="20112"/>
                    </a:lnTo>
                    <a:cubicBezTo>
                      <a:pt x="4521" y="20112"/>
                      <a:pt x="4181" y="19971"/>
                      <a:pt x="3924" y="19715"/>
                    </a:cubicBezTo>
                    <a:lnTo>
                      <a:pt x="3922" y="19714"/>
                    </a:lnTo>
                    <a:cubicBezTo>
                      <a:pt x="3551" y="19343"/>
                      <a:pt x="3058" y="19138"/>
                      <a:pt x="2534" y="19138"/>
                    </a:cubicBezTo>
                    <a:lnTo>
                      <a:pt x="606" y="19138"/>
                    </a:lnTo>
                    <a:lnTo>
                      <a:pt x="606" y="18449"/>
                    </a:lnTo>
                    <a:close/>
                    <a:moveTo>
                      <a:pt x="8090" y="0"/>
                    </a:moveTo>
                    <a:cubicBezTo>
                      <a:pt x="7779" y="0"/>
                      <a:pt x="7468" y="50"/>
                      <a:pt x="7173" y="148"/>
                    </a:cubicBezTo>
                    <a:lnTo>
                      <a:pt x="4015" y="1201"/>
                    </a:lnTo>
                    <a:cubicBezTo>
                      <a:pt x="3360" y="1419"/>
                      <a:pt x="2921" y="2029"/>
                      <a:pt x="2921" y="2720"/>
                    </a:cubicBezTo>
                    <a:lnTo>
                      <a:pt x="2921" y="4627"/>
                    </a:lnTo>
                    <a:cubicBezTo>
                      <a:pt x="2743" y="4718"/>
                      <a:pt x="2573" y="4813"/>
                      <a:pt x="2414" y="4913"/>
                    </a:cubicBezTo>
                    <a:cubicBezTo>
                      <a:pt x="2300" y="4984"/>
                      <a:pt x="2248" y="5124"/>
                      <a:pt x="2286" y="5254"/>
                    </a:cubicBezTo>
                    <a:cubicBezTo>
                      <a:pt x="2323" y="5384"/>
                      <a:pt x="2443" y="5474"/>
                      <a:pt x="2577" y="5474"/>
                    </a:cubicBezTo>
                    <a:lnTo>
                      <a:pt x="2921" y="5474"/>
                    </a:lnTo>
                    <a:lnTo>
                      <a:pt x="2921" y="6928"/>
                    </a:lnTo>
                    <a:cubicBezTo>
                      <a:pt x="2571" y="7093"/>
                      <a:pt x="2317" y="7425"/>
                      <a:pt x="2278" y="7812"/>
                    </a:cubicBezTo>
                    <a:cubicBezTo>
                      <a:pt x="2246" y="8126"/>
                      <a:pt x="2350" y="8440"/>
                      <a:pt x="2560" y="8673"/>
                    </a:cubicBezTo>
                    <a:cubicBezTo>
                      <a:pt x="2771" y="8906"/>
                      <a:pt x="3072" y="9040"/>
                      <a:pt x="3387" y="9040"/>
                    </a:cubicBezTo>
                    <a:lnTo>
                      <a:pt x="3614" y="9040"/>
                    </a:lnTo>
                    <a:cubicBezTo>
                      <a:pt x="3792" y="10317"/>
                      <a:pt x="4503" y="11422"/>
                      <a:pt x="5516" y="12126"/>
                    </a:cubicBezTo>
                    <a:lnTo>
                      <a:pt x="5516" y="13133"/>
                    </a:lnTo>
                    <a:cubicBezTo>
                      <a:pt x="5450" y="13110"/>
                      <a:pt x="5379" y="13098"/>
                      <a:pt x="5308" y="13098"/>
                    </a:cubicBezTo>
                    <a:cubicBezTo>
                      <a:pt x="5245" y="13098"/>
                      <a:pt x="5183" y="13107"/>
                      <a:pt x="5123" y="13126"/>
                    </a:cubicBezTo>
                    <a:cubicBezTo>
                      <a:pt x="4960" y="13176"/>
                      <a:pt x="4823" y="13293"/>
                      <a:pt x="4746" y="13446"/>
                    </a:cubicBezTo>
                    <a:lnTo>
                      <a:pt x="4275" y="14388"/>
                    </a:lnTo>
                    <a:lnTo>
                      <a:pt x="1616" y="15171"/>
                    </a:lnTo>
                    <a:cubicBezTo>
                      <a:pt x="665" y="15451"/>
                      <a:pt x="1" y="16338"/>
                      <a:pt x="1" y="17329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3" y="20717"/>
                    </a:cubicBezTo>
                    <a:cubicBezTo>
                      <a:pt x="472" y="20717"/>
                      <a:pt x="607" y="20581"/>
                      <a:pt x="607" y="20414"/>
                    </a:cubicBezTo>
                    <a:lnTo>
                      <a:pt x="607" y="19748"/>
                    </a:lnTo>
                    <a:lnTo>
                      <a:pt x="2535" y="19748"/>
                    </a:lnTo>
                    <a:cubicBezTo>
                      <a:pt x="2897" y="19748"/>
                      <a:pt x="3237" y="19888"/>
                      <a:pt x="3494" y="20144"/>
                    </a:cubicBezTo>
                    <a:cubicBezTo>
                      <a:pt x="3494" y="20144"/>
                      <a:pt x="3494" y="20145"/>
                      <a:pt x="3495" y="20145"/>
                    </a:cubicBezTo>
                    <a:cubicBezTo>
                      <a:pt x="3867" y="20517"/>
                      <a:pt x="4359" y="20722"/>
                      <a:pt x="4885" y="20722"/>
                    </a:cubicBezTo>
                    <a:lnTo>
                      <a:pt x="9393" y="20722"/>
                    </a:lnTo>
                    <a:cubicBezTo>
                      <a:pt x="9918" y="20719"/>
                      <a:pt x="10340" y="20294"/>
                      <a:pt x="10340" y="19771"/>
                    </a:cubicBezTo>
                    <a:cubicBezTo>
                      <a:pt x="10340" y="19246"/>
                      <a:pt x="9913" y="18817"/>
                      <a:pt x="9389" y="18817"/>
                    </a:cubicBezTo>
                    <a:lnTo>
                      <a:pt x="8048" y="18817"/>
                    </a:lnTo>
                    <a:cubicBezTo>
                      <a:pt x="7921" y="18082"/>
                      <a:pt x="7280" y="17519"/>
                      <a:pt x="6509" y="17519"/>
                    </a:cubicBezTo>
                    <a:cubicBezTo>
                      <a:pt x="6491" y="17519"/>
                      <a:pt x="6476" y="17512"/>
                      <a:pt x="6463" y="17499"/>
                    </a:cubicBezTo>
                    <a:cubicBezTo>
                      <a:pt x="5929" y="16885"/>
                      <a:pt x="5083" y="16546"/>
                      <a:pt x="4079" y="16546"/>
                    </a:cubicBezTo>
                    <a:lnTo>
                      <a:pt x="3237" y="16546"/>
                    </a:lnTo>
                    <a:cubicBezTo>
                      <a:pt x="2891" y="16546"/>
                      <a:pt x="2564" y="16412"/>
                      <a:pt x="2316" y="16172"/>
                    </a:cubicBezTo>
                    <a:lnTo>
                      <a:pt x="1867" y="15734"/>
                    </a:lnTo>
                    <a:lnTo>
                      <a:pt x="4501" y="14960"/>
                    </a:lnTo>
                    <a:lnTo>
                      <a:pt x="6086" y="16319"/>
                    </a:lnTo>
                    <a:cubicBezTo>
                      <a:pt x="6260" y="16469"/>
                      <a:pt x="6477" y="16551"/>
                      <a:pt x="6703" y="16551"/>
                    </a:cubicBezTo>
                    <a:cubicBezTo>
                      <a:pt x="6734" y="16551"/>
                      <a:pt x="6764" y="16548"/>
                      <a:pt x="6794" y="16545"/>
                    </a:cubicBezTo>
                    <a:cubicBezTo>
                      <a:pt x="7053" y="16522"/>
                      <a:pt x="7286" y="16395"/>
                      <a:pt x="7450" y="16191"/>
                    </a:cubicBezTo>
                    <a:lnTo>
                      <a:pt x="8091" y="15390"/>
                    </a:lnTo>
                    <a:lnTo>
                      <a:pt x="8731" y="16191"/>
                    </a:lnTo>
                    <a:cubicBezTo>
                      <a:pt x="8751" y="16216"/>
                      <a:pt x="8772" y="16239"/>
                      <a:pt x="8794" y="16261"/>
                    </a:cubicBezTo>
                    <a:cubicBezTo>
                      <a:pt x="8399" y="16376"/>
                      <a:pt x="8112" y="16743"/>
                      <a:pt x="8112" y="17173"/>
                    </a:cubicBezTo>
                    <a:cubicBezTo>
                      <a:pt x="8112" y="17697"/>
                      <a:pt x="8538" y="18126"/>
                      <a:pt x="9065" y="18126"/>
                    </a:cubicBezTo>
                    <a:lnTo>
                      <a:pt x="10363" y="18126"/>
                    </a:lnTo>
                    <a:cubicBezTo>
                      <a:pt x="10530" y="18126"/>
                      <a:pt x="10666" y="17990"/>
                      <a:pt x="10666" y="17823"/>
                    </a:cubicBezTo>
                    <a:cubicBezTo>
                      <a:pt x="10666" y="17655"/>
                      <a:pt x="10530" y="17519"/>
                      <a:pt x="10363" y="17519"/>
                    </a:cubicBezTo>
                    <a:lnTo>
                      <a:pt x="9065" y="17519"/>
                    </a:lnTo>
                    <a:cubicBezTo>
                      <a:pt x="8874" y="17519"/>
                      <a:pt x="8719" y="17365"/>
                      <a:pt x="8719" y="17175"/>
                    </a:cubicBezTo>
                    <a:cubicBezTo>
                      <a:pt x="8719" y="16986"/>
                      <a:pt x="8874" y="16829"/>
                      <a:pt x="9065" y="16829"/>
                    </a:cubicBezTo>
                    <a:lnTo>
                      <a:pt x="10695" y="16829"/>
                    </a:lnTo>
                    <a:cubicBezTo>
                      <a:pt x="11220" y="16829"/>
                      <a:pt x="11713" y="16625"/>
                      <a:pt x="12083" y="16255"/>
                    </a:cubicBezTo>
                    <a:lnTo>
                      <a:pt x="12084" y="16254"/>
                    </a:lnTo>
                    <a:cubicBezTo>
                      <a:pt x="12341" y="15997"/>
                      <a:pt x="12683" y="15855"/>
                      <a:pt x="13044" y="15855"/>
                    </a:cubicBezTo>
                    <a:lnTo>
                      <a:pt x="14648" y="15855"/>
                    </a:lnTo>
                    <a:cubicBezTo>
                      <a:pt x="14956" y="16008"/>
                      <a:pt x="15206" y="16251"/>
                      <a:pt x="15369" y="16546"/>
                    </a:cubicBezTo>
                    <a:lnTo>
                      <a:pt x="15268" y="16546"/>
                    </a:lnTo>
                    <a:cubicBezTo>
                      <a:pt x="14742" y="16546"/>
                      <a:pt x="14249" y="16752"/>
                      <a:pt x="13878" y="17122"/>
                    </a:cubicBezTo>
                    <a:cubicBezTo>
                      <a:pt x="13878" y="17123"/>
                      <a:pt x="13876" y="17123"/>
                      <a:pt x="13876" y="17123"/>
                    </a:cubicBezTo>
                    <a:cubicBezTo>
                      <a:pt x="13621" y="17379"/>
                      <a:pt x="13280" y="17519"/>
                      <a:pt x="12918" y="17519"/>
                    </a:cubicBezTo>
                    <a:lnTo>
                      <a:pt x="12308" y="17519"/>
                    </a:lnTo>
                    <a:cubicBezTo>
                      <a:pt x="11784" y="17519"/>
                      <a:pt x="11356" y="17946"/>
                      <a:pt x="11356" y="18472"/>
                    </a:cubicBezTo>
                    <a:cubicBezTo>
                      <a:pt x="11356" y="18996"/>
                      <a:pt x="11784" y="19424"/>
                      <a:pt x="12308" y="19424"/>
                    </a:cubicBezTo>
                    <a:lnTo>
                      <a:pt x="14541" y="19424"/>
                    </a:lnTo>
                    <a:cubicBezTo>
                      <a:pt x="14912" y="19424"/>
                      <a:pt x="15268" y="19323"/>
                      <a:pt x="15575" y="19131"/>
                    </a:cubicBezTo>
                    <a:lnTo>
                      <a:pt x="15575" y="20418"/>
                    </a:lnTo>
                    <a:cubicBezTo>
                      <a:pt x="15575" y="20587"/>
                      <a:pt x="15710" y="20722"/>
                      <a:pt x="15877" y="20722"/>
                    </a:cubicBezTo>
                    <a:cubicBezTo>
                      <a:pt x="16046" y="20722"/>
                      <a:pt x="16182" y="20587"/>
                      <a:pt x="16182" y="20418"/>
                    </a:cubicBezTo>
                    <a:lnTo>
                      <a:pt x="16182" y="17333"/>
                    </a:lnTo>
                    <a:cubicBezTo>
                      <a:pt x="16177" y="16339"/>
                      <a:pt x="15513" y="15452"/>
                      <a:pt x="14562" y="15172"/>
                    </a:cubicBezTo>
                    <a:lnTo>
                      <a:pt x="11903" y="14390"/>
                    </a:lnTo>
                    <a:lnTo>
                      <a:pt x="11431" y="13447"/>
                    </a:lnTo>
                    <a:cubicBezTo>
                      <a:pt x="11356" y="13296"/>
                      <a:pt x="11219" y="13179"/>
                      <a:pt x="11056" y="13129"/>
                    </a:cubicBezTo>
                    <a:cubicBezTo>
                      <a:pt x="10996" y="13110"/>
                      <a:pt x="10934" y="13101"/>
                      <a:pt x="10873" y="13101"/>
                    </a:cubicBezTo>
                    <a:cubicBezTo>
                      <a:pt x="10802" y="13101"/>
                      <a:pt x="10731" y="13113"/>
                      <a:pt x="10663" y="13136"/>
                    </a:cubicBezTo>
                    <a:lnTo>
                      <a:pt x="10663" y="12126"/>
                    </a:lnTo>
                    <a:cubicBezTo>
                      <a:pt x="11676" y="11424"/>
                      <a:pt x="12388" y="10317"/>
                      <a:pt x="12567" y="9040"/>
                    </a:cubicBezTo>
                    <a:lnTo>
                      <a:pt x="12747" y="9040"/>
                    </a:lnTo>
                    <a:cubicBezTo>
                      <a:pt x="13338" y="9040"/>
                      <a:pt x="13845" y="8602"/>
                      <a:pt x="13902" y="8039"/>
                    </a:cubicBezTo>
                    <a:cubicBezTo>
                      <a:pt x="13934" y="7725"/>
                      <a:pt x="13831" y="7410"/>
                      <a:pt x="13619" y="7178"/>
                    </a:cubicBezTo>
                    <a:cubicBezTo>
                      <a:pt x="13518" y="7066"/>
                      <a:pt x="13395" y="6976"/>
                      <a:pt x="13260" y="6913"/>
                    </a:cubicBezTo>
                    <a:lnTo>
                      <a:pt x="13260" y="5474"/>
                    </a:lnTo>
                    <a:lnTo>
                      <a:pt x="13604" y="5474"/>
                    </a:lnTo>
                    <a:cubicBezTo>
                      <a:pt x="13738" y="5474"/>
                      <a:pt x="13856" y="5384"/>
                      <a:pt x="13895" y="5254"/>
                    </a:cubicBezTo>
                    <a:cubicBezTo>
                      <a:pt x="13932" y="5124"/>
                      <a:pt x="13878" y="4985"/>
                      <a:pt x="13767" y="4913"/>
                    </a:cubicBezTo>
                    <a:cubicBezTo>
                      <a:pt x="13607" y="4811"/>
                      <a:pt x="13438" y="4717"/>
                      <a:pt x="13260" y="4627"/>
                    </a:cubicBezTo>
                    <a:lnTo>
                      <a:pt x="13260" y="2720"/>
                    </a:lnTo>
                    <a:cubicBezTo>
                      <a:pt x="13260" y="2029"/>
                      <a:pt x="12818" y="1419"/>
                      <a:pt x="12164" y="1201"/>
                    </a:cubicBezTo>
                    <a:lnTo>
                      <a:pt x="9006" y="148"/>
                    </a:lnTo>
                    <a:cubicBezTo>
                      <a:pt x="8711" y="50"/>
                      <a:pt x="8400" y="0"/>
                      <a:pt x="80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6" name="Google Shape;250;p6"/>
              <p:cNvSpPr/>
              <p:nvPr/>
            </p:nvSpPr>
            <p:spPr>
              <a:xfrm>
                <a:off x="21132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6" y="1"/>
                      <a:pt x="0" y="135"/>
                      <a:pt x="0" y="303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5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3"/>
                    </a:lnTo>
                    <a:cubicBezTo>
                      <a:pt x="607" y="136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7" name="Google Shape;251;p6"/>
              <p:cNvSpPr/>
              <p:nvPr/>
            </p:nvSpPr>
            <p:spPr>
              <a:xfrm>
                <a:off x="340560" y="383652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7" y="1"/>
                      <a:pt x="1" y="135"/>
                      <a:pt x="1" y="303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4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3"/>
                    </a:lnTo>
                    <a:cubicBezTo>
                      <a:pt x="608" y="136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8" name="Google Shape;252;p6"/>
              <p:cNvSpPr/>
              <p:nvPr/>
            </p:nvSpPr>
            <p:spPr>
              <a:xfrm>
                <a:off x="254520" y="3922560"/>
                <a:ext cx="63000" cy="19800"/>
              </a:xfrm>
              <a:custGeom>
                <a:avLst/>
                <a:gdLst>
                  <a:gd name="textAreaLeft" fmla="*/ 0 w 63000"/>
                  <a:gd name="textAreaRight" fmla="*/ 63360 w 630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906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8"/>
                      <a:pt x="303" y="608"/>
                    </a:cubicBezTo>
                    <a:lnTo>
                      <a:pt x="1602" y="608"/>
                    </a:lnTo>
                    <a:cubicBezTo>
                      <a:pt x="1770" y="608"/>
                      <a:pt x="1906" y="472"/>
                      <a:pt x="1906" y="305"/>
                    </a:cubicBezTo>
                    <a:cubicBezTo>
                      <a:pt x="1906" y="136"/>
                      <a:pt x="1770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9" name="Google Shape;253;p6"/>
              <p:cNvSpPr/>
              <p:nvPr/>
            </p:nvSpPr>
            <p:spPr>
              <a:xfrm>
                <a:off x="20088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7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953" y="608"/>
                    </a:lnTo>
                    <a:cubicBezTo>
                      <a:pt x="1121" y="608"/>
                      <a:pt x="1257" y="472"/>
                      <a:pt x="1257" y="305"/>
                    </a:cubicBezTo>
                    <a:cubicBezTo>
                      <a:pt x="1257" y="136"/>
                      <a:pt x="1121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60" name="Google Shape;254;p6"/>
              <p:cNvSpPr/>
              <p:nvPr/>
            </p:nvSpPr>
            <p:spPr>
              <a:xfrm>
                <a:off x="329760" y="380448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6" h="608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5" y="608"/>
                    </a:cubicBezTo>
                    <a:lnTo>
                      <a:pt x="951" y="608"/>
                    </a:lnTo>
                    <a:cubicBezTo>
                      <a:pt x="1120" y="608"/>
                      <a:pt x="1256" y="472"/>
                      <a:pt x="1256" y="305"/>
                    </a:cubicBezTo>
                    <a:cubicBezTo>
                      <a:pt x="1256" y="136"/>
                      <a:pt x="1120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061" name="Google Shape;255;p6"/>
          <p:cNvGrpSpPr/>
          <p:nvPr/>
        </p:nvGrpSpPr>
        <p:grpSpPr>
          <a:xfrm>
            <a:off x="8428320" y="0"/>
            <a:ext cx="858240" cy="5142960"/>
            <a:chOff x="8428320" y="0"/>
            <a:chExt cx="858240" cy="5142960"/>
          </a:xfrm>
        </p:grpSpPr>
        <p:sp>
          <p:nvSpPr>
            <p:cNvPr id="2062" name="Google Shape;256;p6"/>
            <p:cNvSpPr/>
            <p:nvPr/>
          </p:nvSpPr>
          <p:spPr>
            <a:xfrm>
              <a:off x="8428320" y="0"/>
              <a:ext cx="858240" cy="856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DB8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63" name="Google Shape;257;p6"/>
            <p:cNvSpPr/>
            <p:nvPr/>
          </p:nvSpPr>
          <p:spPr>
            <a:xfrm>
              <a:off x="8428320" y="3429000"/>
              <a:ext cx="858240" cy="856800"/>
            </a:xfrm>
            <a:prstGeom prst="rect">
              <a:avLst/>
            </a:prstGeom>
            <a:solidFill>
              <a:schemeClr val="dk2"/>
            </a:solidFill>
            <a:ln w="19050">
              <a:solidFill>
                <a:srgbClr val="B0C1E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64" name="Google Shape;258;p6"/>
            <p:cNvSpPr/>
            <p:nvPr/>
          </p:nvSpPr>
          <p:spPr>
            <a:xfrm>
              <a:off x="8428320" y="857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65" name="Google Shape;259;p6"/>
            <p:cNvSpPr/>
            <p:nvPr/>
          </p:nvSpPr>
          <p:spPr>
            <a:xfrm>
              <a:off x="8428320" y="428616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66" name="Google Shape;260;p6"/>
            <p:cNvGrpSpPr/>
            <p:nvPr/>
          </p:nvGrpSpPr>
          <p:grpSpPr>
            <a:xfrm>
              <a:off x="8589240" y="1028520"/>
              <a:ext cx="536760" cy="685800"/>
              <a:chOff x="8589240" y="1028520"/>
              <a:chExt cx="536760" cy="685800"/>
            </a:xfrm>
          </p:grpSpPr>
          <p:sp>
            <p:nvSpPr>
              <p:cNvPr id="2067" name="Google Shape;261;p6"/>
              <p:cNvSpPr/>
              <p:nvPr/>
            </p:nvSpPr>
            <p:spPr>
              <a:xfrm>
                <a:off x="8847720" y="169452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1" h="608">
                    <a:moveTo>
                      <a:pt x="304" y="1"/>
                    </a:moveTo>
                    <a:cubicBezTo>
                      <a:pt x="135" y="1"/>
                      <a:pt x="1" y="137"/>
                      <a:pt x="1" y="304"/>
                    </a:cubicBezTo>
                    <a:cubicBezTo>
                      <a:pt x="1" y="472"/>
                      <a:pt x="139" y="608"/>
                      <a:pt x="306" y="608"/>
                    </a:cubicBezTo>
                    <a:cubicBezTo>
                      <a:pt x="475" y="608"/>
                      <a:pt x="611" y="472"/>
                      <a:pt x="611" y="304"/>
                    </a:cubicBezTo>
                    <a:cubicBezTo>
                      <a:pt x="611" y="137"/>
                      <a:pt x="475" y="1"/>
                      <a:pt x="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68" name="Google Shape;262;p6"/>
              <p:cNvSpPr/>
              <p:nvPr/>
            </p:nvSpPr>
            <p:spPr>
              <a:xfrm>
                <a:off x="8847720" y="1630080"/>
                <a:ext cx="19800" cy="198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610" h="608">
                    <a:moveTo>
                      <a:pt x="302" y="0"/>
                    </a:moveTo>
                    <a:cubicBezTo>
                      <a:pt x="135" y="0"/>
                      <a:pt x="1" y="136"/>
                      <a:pt x="1" y="304"/>
                    </a:cubicBezTo>
                    <a:cubicBezTo>
                      <a:pt x="1" y="472"/>
                      <a:pt x="138" y="607"/>
                      <a:pt x="307" y="607"/>
                    </a:cubicBezTo>
                    <a:cubicBezTo>
                      <a:pt x="474" y="607"/>
                      <a:pt x="609" y="472"/>
                      <a:pt x="609" y="304"/>
                    </a:cubicBezTo>
                    <a:cubicBezTo>
                      <a:pt x="609" y="136"/>
                      <a:pt x="474" y="0"/>
                      <a:pt x="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69" name="Google Shape;263;p6"/>
              <p:cNvSpPr/>
              <p:nvPr/>
            </p:nvSpPr>
            <p:spPr>
              <a:xfrm>
                <a:off x="877212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5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5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0" name="Google Shape;264;p6"/>
              <p:cNvSpPr/>
              <p:nvPr/>
            </p:nvSpPr>
            <p:spPr>
              <a:xfrm>
                <a:off x="8890560" y="120060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1" h="608">
                    <a:moveTo>
                      <a:pt x="303" y="1"/>
                    </a:moveTo>
                    <a:cubicBezTo>
                      <a:pt x="136" y="1"/>
                      <a:pt x="1" y="136"/>
                      <a:pt x="1" y="305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1277" y="607"/>
                    </a:lnTo>
                    <a:cubicBezTo>
                      <a:pt x="1444" y="607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1" name="Google Shape;265;p6"/>
              <p:cNvSpPr/>
              <p:nvPr/>
            </p:nvSpPr>
            <p:spPr>
              <a:xfrm>
                <a:off x="8814240" y="132948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6" h="933">
                    <a:moveTo>
                      <a:pt x="2281" y="1"/>
                    </a:moveTo>
                    <a:cubicBezTo>
                      <a:pt x="2204" y="1"/>
                      <a:pt x="2127" y="31"/>
                      <a:pt x="2067" y="90"/>
                    </a:cubicBezTo>
                    <a:cubicBezTo>
                      <a:pt x="1956" y="199"/>
                      <a:pt x="1690" y="326"/>
                      <a:pt x="1307" y="326"/>
                    </a:cubicBezTo>
                    <a:cubicBezTo>
                      <a:pt x="924" y="326"/>
                      <a:pt x="659" y="199"/>
                      <a:pt x="547" y="90"/>
                    </a:cubicBezTo>
                    <a:cubicBezTo>
                      <a:pt x="488" y="31"/>
                      <a:pt x="410" y="2"/>
                      <a:pt x="333" y="2"/>
                    </a:cubicBezTo>
                    <a:cubicBezTo>
                      <a:pt x="256" y="2"/>
                      <a:pt x="178" y="32"/>
                      <a:pt x="119" y="92"/>
                    </a:cubicBezTo>
                    <a:cubicBezTo>
                      <a:pt x="0" y="212"/>
                      <a:pt x="3" y="402"/>
                      <a:pt x="122" y="520"/>
                    </a:cubicBezTo>
                    <a:cubicBezTo>
                      <a:pt x="383" y="777"/>
                      <a:pt x="827" y="933"/>
                      <a:pt x="1307" y="933"/>
                    </a:cubicBezTo>
                    <a:cubicBezTo>
                      <a:pt x="1788" y="933"/>
                      <a:pt x="2233" y="779"/>
                      <a:pt x="2493" y="520"/>
                    </a:cubicBezTo>
                    <a:cubicBezTo>
                      <a:pt x="2615" y="402"/>
                      <a:pt x="2615" y="212"/>
                      <a:pt x="2497" y="92"/>
                    </a:cubicBezTo>
                    <a:cubicBezTo>
                      <a:pt x="2437" y="31"/>
                      <a:pt x="2359" y="1"/>
                      <a:pt x="2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2" name="Google Shape;266;p6"/>
              <p:cNvSpPr/>
              <p:nvPr/>
            </p:nvSpPr>
            <p:spPr>
              <a:xfrm>
                <a:off x="8589240" y="102852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8" h="20719">
                    <a:moveTo>
                      <a:pt x="4241" y="3203"/>
                    </a:moveTo>
                    <a:cubicBezTo>
                      <a:pt x="4226" y="3314"/>
                      <a:pt x="4219" y="3431"/>
                      <a:pt x="4219" y="3547"/>
                    </a:cubicBezTo>
                    <a:lnTo>
                      <a:pt x="4219" y="5702"/>
                    </a:lnTo>
                    <a:cubicBezTo>
                      <a:pt x="4219" y="6119"/>
                      <a:pt x="3892" y="6460"/>
                      <a:pt x="3481" y="6484"/>
                    </a:cubicBezTo>
                    <a:lnTo>
                      <a:pt x="3128" y="4361"/>
                    </a:lnTo>
                    <a:cubicBezTo>
                      <a:pt x="3078" y="4071"/>
                      <a:pt x="3160" y="3777"/>
                      <a:pt x="3350" y="3554"/>
                    </a:cubicBezTo>
                    <a:cubicBezTo>
                      <a:pt x="3538" y="3331"/>
                      <a:pt x="3815" y="3203"/>
                      <a:pt x="4108" y="3203"/>
                    </a:cubicBezTo>
                    <a:close/>
                    <a:moveTo>
                      <a:pt x="12477" y="3288"/>
                    </a:moveTo>
                    <a:cubicBezTo>
                      <a:pt x="12885" y="3468"/>
                      <a:pt x="13128" y="3904"/>
                      <a:pt x="13051" y="4361"/>
                    </a:cubicBezTo>
                    <a:lnTo>
                      <a:pt x="12697" y="6484"/>
                    </a:lnTo>
                    <a:cubicBezTo>
                      <a:pt x="12285" y="6460"/>
                      <a:pt x="11958" y="6119"/>
                      <a:pt x="11958" y="5702"/>
                    </a:cubicBezTo>
                    <a:lnTo>
                      <a:pt x="11958" y="3781"/>
                    </a:lnTo>
                    <a:cubicBezTo>
                      <a:pt x="12157" y="3647"/>
                      <a:pt x="12333" y="3482"/>
                      <a:pt x="12477" y="3288"/>
                    </a:cubicBezTo>
                    <a:close/>
                    <a:moveTo>
                      <a:pt x="12161" y="776"/>
                    </a:moveTo>
                    <a:cubicBezTo>
                      <a:pt x="12434" y="1592"/>
                      <a:pt x="12397" y="2317"/>
                      <a:pt x="12050" y="2843"/>
                    </a:cubicBezTo>
                    <a:cubicBezTo>
                      <a:pt x="11750" y="3298"/>
                      <a:pt x="11240" y="3570"/>
                      <a:pt x="10685" y="3570"/>
                    </a:cubicBezTo>
                    <a:lnTo>
                      <a:pt x="5819" y="3570"/>
                    </a:lnTo>
                    <a:cubicBezTo>
                      <a:pt x="5650" y="3570"/>
                      <a:pt x="5515" y="3705"/>
                      <a:pt x="5515" y="3874"/>
                    </a:cubicBezTo>
                    <a:cubicBezTo>
                      <a:pt x="5515" y="4041"/>
                      <a:pt x="5650" y="4177"/>
                      <a:pt x="5819" y="4177"/>
                    </a:cubicBezTo>
                    <a:lnTo>
                      <a:pt x="10685" y="4177"/>
                    </a:lnTo>
                    <a:cubicBezTo>
                      <a:pt x="10914" y="4177"/>
                      <a:pt x="11140" y="4141"/>
                      <a:pt x="11354" y="4077"/>
                    </a:cubicBezTo>
                    <a:lnTo>
                      <a:pt x="11354" y="5705"/>
                    </a:lnTo>
                    <a:cubicBezTo>
                      <a:pt x="11354" y="5996"/>
                      <a:pt x="11443" y="6267"/>
                      <a:pt x="11597" y="6490"/>
                    </a:cubicBezTo>
                    <a:lnTo>
                      <a:pt x="11311" y="6490"/>
                    </a:lnTo>
                    <a:lnTo>
                      <a:pt x="11311" y="6469"/>
                    </a:lnTo>
                    <a:cubicBezTo>
                      <a:pt x="11311" y="6302"/>
                      <a:pt x="11176" y="6165"/>
                      <a:pt x="11007" y="6165"/>
                    </a:cubicBezTo>
                    <a:lnTo>
                      <a:pt x="8739" y="6165"/>
                    </a:lnTo>
                    <a:cubicBezTo>
                      <a:pt x="8571" y="6165"/>
                      <a:pt x="8435" y="6302"/>
                      <a:pt x="8435" y="6469"/>
                    </a:cubicBezTo>
                    <a:lnTo>
                      <a:pt x="8435" y="6554"/>
                    </a:lnTo>
                    <a:cubicBezTo>
                      <a:pt x="8328" y="6512"/>
                      <a:pt x="8212" y="6490"/>
                      <a:pt x="8091" y="6490"/>
                    </a:cubicBezTo>
                    <a:cubicBezTo>
                      <a:pt x="7970" y="6490"/>
                      <a:pt x="7852" y="6513"/>
                      <a:pt x="7745" y="6554"/>
                    </a:cubicBezTo>
                    <a:lnTo>
                      <a:pt x="7745" y="6469"/>
                    </a:lnTo>
                    <a:cubicBezTo>
                      <a:pt x="7745" y="6302"/>
                      <a:pt x="7610" y="6165"/>
                      <a:pt x="7443" y="6165"/>
                    </a:cubicBezTo>
                    <a:lnTo>
                      <a:pt x="5172" y="6165"/>
                    </a:lnTo>
                    <a:cubicBezTo>
                      <a:pt x="5005" y="6165"/>
                      <a:pt x="4869" y="6302"/>
                      <a:pt x="4869" y="6469"/>
                    </a:cubicBezTo>
                    <a:lnTo>
                      <a:pt x="4869" y="6490"/>
                    </a:lnTo>
                    <a:lnTo>
                      <a:pt x="4583" y="6490"/>
                    </a:lnTo>
                    <a:cubicBezTo>
                      <a:pt x="4735" y="6263"/>
                      <a:pt x="4826" y="5995"/>
                      <a:pt x="4826" y="5703"/>
                    </a:cubicBezTo>
                    <a:lnTo>
                      <a:pt x="4826" y="3548"/>
                    </a:lnTo>
                    <a:cubicBezTo>
                      <a:pt x="4826" y="2284"/>
                      <a:pt x="5855" y="1257"/>
                      <a:pt x="7116" y="1257"/>
                    </a:cubicBezTo>
                    <a:lnTo>
                      <a:pt x="10035" y="1257"/>
                    </a:lnTo>
                    <a:cubicBezTo>
                      <a:pt x="11100" y="1257"/>
                      <a:pt x="11784" y="987"/>
                      <a:pt x="12161" y="776"/>
                    </a:cubicBezTo>
                    <a:close/>
                    <a:moveTo>
                      <a:pt x="7138" y="6770"/>
                    </a:moveTo>
                    <a:lnTo>
                      <a:pt x="7138" y="7440"/>
                    </a:lnTo>
                    <a:lnTo>
                      <a:pt x="7137" y="7440"/>
                    </a:lnTo>
                    <a:cubicBezTo>
                      <a:pt x="7137" y="7631"/>
                      <a:pt x="6983" y="7787"/>
                      <a:pt x="6793" y="7787"/>
                    </a:cubicBezTo>
                    <a:lnTo>
                      <a:pt x="5820" y="7787"/>
                    </a:lnTo>
                    <a:cubicBezTo>
                      <a:pt x="5630" y="7787"/>
                      <a:pt x="5476" y="7631"/>
                      <a:pt x="5476" y="7440"/>
                    </a:cubicBezTo>
                    <a:lnTo>
                      <a:pt x="5476" y="6770"/>
                    </a:lnTo>
                    <a:lnTo>
                      <a:pt x="6004" y="6770"/>
                    </a:lnTo>
                    <a:lnTo>
                      <a:pt x="6004" y="7117"/>
                    </a:lnTo>
                    <a:cubicBezTo>
                      <a:pt x="6004" y="7284"/>
                      <a:pt x="6139" y="7420"/>
                      <a:pt x="6307" y="7420"/>
                    </a:cubicBezTo>
                    <a:cubicBezTo>
                      <a:pt x="6476" y="7420"/>
                      <a:pt x="6611" y="7284"/>
                      <a:pt x="6611" y="7117"/>
                    </a:cubicBezTo>
                    <a:lnTo>
                      <a:pt x="6611" y="6770"/>
                    </a:lnTo>
                    <a:close/>
                    <a:moveTo>
                      <a:pt x="10705" y="6770"/>
                    </a:moveTo>
                    <a:lnTo>
                      <a:pt x="10705" y="7440"/>
                    </a:lnTo>
                    <a:lnTo>
                      <a:pt x="10706" y="7440"/>
                    </a:lnTo>
                    <a:cubicBezTo>
                      <a:pt x="10706" y="7631"/>
                      <a:pt x="10550" y="7787"/>
                      <a:pt x="10360" y="7787"/>
                    </a:cubicBezTo>
                    <a:lnTo>
                      <a:pt x="9386" y="7787"/>
                    </a:lnTo>
                    <a:cubicBezTo>
                      <a:pt x="9196" y="7787"/>
                      <a:pt x="9041" y="7631"/>
                      <a:pt x="9041" y="7440"/>
                    </a:cubicBezTo>
                    <a:lnTo>
                      <a:pt x="9041" y="6770"/>
                    </a:lnTo>
                    <a:lnTo>
                      <a:pt x="9569" y="6770"/>
                    </a:lnTo>
                    <a:lnTo>
                      <a:pt x="9569" y="7117"/>
                    </a:lnTo>
                    <a:cubicBezTo>
                      <a:pt x="9569" y="7284"/>
                      <a:pt x="9705" y="7420"/>
                      <a:pt x="9872" y="7420"/>
                    </a:cubicBezTo>
                    <a:cubicBezTo>
                      <a:pt x="10040" y="7420"/>
                      <a:pt x="10176" y="7284"/>
                      <a:pt x="10176" y="7117"/>
                    </a:cubicBezTo>
                    <a:lnTo>
                      <a:pt x="10176" y="6770"/>
                    </a:lnTo>
                    <a:close/>
                    <a:moveTo>
                      <a:pt x="12792" y="7096"/>
                    </a:moveTo>
                    <a:cubicBezTo>
                      <a:pt x="12935" y="7096"/>
                      <a:pt x="13074" y="7156"/>
                      <a:pt x="13170" y="7263"/>
                    </a:cubicBezTo>
                    <a:cubicBezTo>
                      <a:pt x="13267" y="7368"/>
                      <a:pt x="13312" y="7510"/>
                      <a:pt x="13298" y="7656"/>
                    </a:cubicBezTo>
                    <a:cubicBezTo>
                      <a:pt x="13274" y="7911"/>
                      <a:pt x="13030" y="8111"/>
                      <a:pt x="12747" y="8111"/>
                    </a:cubicBezTo>
                    <a:lnTo>
                      <a:pt x="12591" y="8111"/>
                    </a:lnTo>
                    <a:cubicBezTo>
                      <a:pt x="12604" y="7997"/>
                      <a:pt x="12611" y="7883"/>
                      <a:pt x="12611" y="7765"/>
                    </a:cubicBezTo>
                    <a:lnTo>
                      <a:pt x="12611" y="7096"/>
                    </a:lnTo>
                    <a:close/>
                    <a:moveTo>
                      <a:pt x="10056" y="12158"/>
                    </a:moveTo>
                    <a:lnTo>
                      <a:pt x="10056" y="13137"/>
                    </a:lnTo>
                    <a:lnTo>
                      <a:pt x="8090" y="14229"/>
                    </a:lnTo>
                    <a:lnTo>
                      <a:pt x="6122" y="13137"/>
                    </a:lnTo>
                    <a:lnTo>
                      <a:pt x="6122" y="12158"/>
                    </a:lnTo>
                    <a:cubicBezTo>
                      <a:pt x="6716" y="12447"/>
                      <a:pt x="7384" y="12608"/>
                      <a:pt x="8090" y="12608"/>
                    </a:cubicBezTo>
                    <a:cubicBezTo>
                      <a:pt x="8775" y="12608"/>
                      <a:pt x="9446" y="12453"/>
                      <a:pt x="10056" y="12158"/>
                    </a:cubicBezTo>
                    <a:close/>
                    <a:moveTo>
                      <a:pt x="10871" y="13380"/>
                    </a:moveTo>
                    <a:cubicBezTo>
                      <a:pt x="10873" y="13380"/>
                      <a:pt x="10875" y="13381"/>
                      <a:pt x="10877" y="13381"/>
                    </a:cubicBezTo>
                    <a:cubicBezTo>
                      <a:pt x="10886" y="13385"/>
                      <a:pt x="10887" y="13390"/>
                      <a:pt x="10890" y="13392"/>
                    </a:cubicBezTo>
                    <a:lnTo>
                      <a:pt x="11280" y="14174"/>
                    </a:lnTo>
                    <a:lnTo>
                      <a:pt x="9699" y="15530"/>
                    </a:lnTo>
                    <a:cubicBezTo>
                      <a:pt x="9635" y="15584"/>
                      <a:pt x="9556" y="15615"/>
                      <a:pt x="9473" y="15615"/>
                    </a:cubicBezTo>
                    <a:cubicBezTo>
                      <a:pt x="9463" y="15615"/>
                      <a:pt x="9452" y="15614"/>
                      <a:pt x="9442" y="15613"/>
                    </a:cubicBezTo>
                    <a:cubicBezTo>
                      <a:pt x="9348" y="15603"/>
                      <a:pt x="9264" y="15559"/>
                      <a:pt x="9205" y="15485"/>
                    </a:cubicBezTo>
                    <a:lnTo>
                      <a:pt x="8551" y="14666"/>
                    </a:lnTo>
                    <a:lnTo>
                      <a:pt x="10862" y="13382"/>
                    </a:lnTo>
                    <a:cubicBezTo>
                      <a:pt x="10863" y="13381"/>
                      <a:pt x="10866" y="13380"/>
                      <a:pt x="10871" y="13380"/>
                    </a:cubicBezTo>
                    <a:close/>
                    <a:moveTo>
                      <a:pt x="5310" y="13382"/>
                    </a:moveTo>
                    <a:cubicBezTo>
                      <a:pt x="5315" y="13382"/>
                      <a:pt x="5318" y="13383"/>
                      <a:pt x="5320" y="13385"/>
                    </a:cubicBezTo>
                    <a:lnTo>
                      <a:pt x="7630" y="14668"/>
                    </a:lnTo>
                    <a:lnTo>
                      <a:pt x="6976" y="15485"/>
                    </a:lnTo>
                    <a:cubicBezTo>
                      <a:pt x="6916" y="15557"/>
                      <a:pt x="6833" y="15603"/>
                      <a:pt x="6737" y="15613"/>
                    </a:cubicBezTo>
                    <a:cubicBezTo>
                      <a:pt x="6726" y="15614"/>
                      <a:pt x="6715" y="15615"/>
                      <a:pt x="6704" y="15615"/>
                    </a:cubicBezTo>
                    <a:cubicBezTo>
                      <a:pt x="6622" y="15615"/>
                      <a:pt x="6543" y="15586"/>
                      <a:pt x="6480" y="15530"/>
                    </a:cubicBezTo>
                    <a:lnTo>
                      <a:pt x="4900" y="14175"/>
                    </a:lnTo>
                    <a:lnTo>
                      <a:pt x="5292" y="13394"/>
                    </a:lnTo>
                    <a:cubicBezTo>
                      <a:pt x="5292" y="13392"/>
                      <a:pt x="5295" y="13387"/>
                      <a:pt x="5303" y="13382"/>
                    </a:cubicBezTo>
                    <a:cubicBezTo>
                      <a:pt x="5306" y="13382"/>
                      <a:pt x="5308" y="13382"/>
                      <a:pt x="5310" y="13382"/>
                    </a:cubicBezTo>
                    <a:close/>
                    <a:moveTo>
                      <a:pt x="12306" y="0"/>
                    </a:moveTo>
                    <a:cubicBezTo>
                      <a:pt x="12227" y="0"/>
                      <a:pt x="12151" y="32"/>
                      <a:pt x="12094" y="89"/>
                    </a:cubicBezTo>
                    <a:cubicBezTo>
                      <a:pt x="12093" y="91"/>
                      <a:pt x="11944" y="229"/>
                      <a:pt x="11620" y="369"/>
                    </a:cubicBezTo>
                    <a:cubicBezTo>
                      <a:pt x="11319" y="498"/>
                      <a:pt x="10799" y="650"/>
                      <a:pt x="10035" y="650"/>
                    </a:cubicBezTo>
                    <a:lnTo>
                      <a:pt x="7116" y="650"/>
                    </a:lnTo>
                    <a:cubicBezTo>
                      <a:pt x="5852" y="650"/>
                      <a:pt x="4773" y="1464"/>
                      <a:pt x="4379" y="2597"/>
                    </a:cubicBezTo>
                    <a:lnTo>
                      <a:pt x="4106" y="2597"/>
                    </a:lnTo>
                    <a:cubicBezTo>
                      <a:pt x="3635" y="2597"/>
                      <a:pt x="3190" y="2804"/>
                      <a:pt x="2885" y="3163"/>
                    </a:cubicBezTo>
                    <a:cubicBezTo>
                      <a:pt x="2580" y="3521"/>
                      <a:pt x="2450" y="3997"/>
                      <a:pt x="2528" y="4461"/>
                    </a:cubicBezTo>
                    <a:lnTo>
                      <a:pt x="2887" y="6620"/>
                    </a:lnTo>
                    <a:cubicBezTo>
                      <a:pt x="2554" y="6791"/>
                      <a:pt x="2314" y="7113"/>
                      <a:pt x="2276" y="7488"/>
                    </a:cubicBezTo>
                    <a:cubicBezTo>
                      <a:pt x="2244" y="7803"/>
                      <a:pt x="2347" y="8117"/>
                      <a:pt x="2558" y="8348"/>
                    </a:cubicBezTo>
                    <a:cubicBezTo>
                      <a:pt x="2768" y="8582"/>
                      <a:pt x="3071" y="8717"/>
                      <a:pt x="3385" y="8717"/>
                    </a:cubicBezTo>
                    <a:lnTo>
                      <a:pt x="3611" y="8717"/>
                    </a:lnTo>
                    <a:cubicBezTo>
                      <a:pt x="3788" y="9991"/>
                      <a:pt x="4502" y="11097"/>
                      <a:pt x="5515" y="11801"/>
                    </a:cubicBezTo>
                    <a:lnTo>
                      <a:pt x="5515" y="12810"/>
                    </a:lnTo>
                    <a:cubicBezTo>
                      <a:pt x="5448" y="12787"/>
                      <a:pt x="5378" y="12776"/>
                      <a:pt x="5307" y="12776"/>
                    </a:cubicBezTo>
                    <a:cubicBezTo>
                      <a:pt x="5245" y="12776"/>
                      <a:pt x="5182" y="12784"/>
                      <a:pt x="5122" y="12803"/>
                    </a:cubicBezTo>
                    <a:cubicBezTo>
                      <a:pt x="4959" y="12853"/>
                      <a:pt x="4822" y="12968"/>
                      <a:pt x="4745" y="13122"/>
                    </a:cubicBezTo>
                    <a:lnTo>
                      <a:pt x="4274" y="14065"/>
                    </a:lnTo>
                    <a:lnTo>
                      <a:pt x="1614" y="14846"/>
                    </a:lnTo>
                    <a:cubicBezTo>
                      <a:pt x="662" y="15128"/>
                      <a:pt x="0" y="16014"/>
                      <a:pt x="0" y="17006"/>
                    </a:cubicBezTo>
                    <a:lnTo>
                      <a:pt x="0" y="20415"/>
                    </a:lnTo>
                    <a:cubicBezTo>
                      <a:pt x="0" y="20583"/>
                      <a:pt x="136" y="20719"/>
                      <a:pt x="303" y="20719"/>
                    </a:cubicBezTo>
                    <a:cubicBezTo>
                      <a:pt x="472" y="20719"/>
                      <a:pt x="607" y="20583"/>
                      <a:pt x="607" y="20415"/>
                    </a:cubicBezTo>
                    <a:lnTo>
                      <a:pt x="607" y="17006"/>
                    </a:lnTo>
                    <a:cubicBezTo>
                      <a:pt x="607" y="16282"/>
                      <a:pt x="1093" y="15632"/>
                      <a:pt x="1787" y="15429"/>
                    </a:cubicBezTo>
                    <a:lnTo>
                      <a:pt x="4235" y="14708"/>
                    </a:lnTo>
                    <a:lnTo>
                      <a:pt x="5196" y="20463"/>
                    </a:lnTo>
                    <a:cubicBezTo>
                      <a:pt x="5222" y="20612"/>
                      <a:pt x="5350" y="20716"/>
                      <a:pt x="5495" y="20716"/>
                    </a:cubicBezTo>
                    <a:cubicBezTo>
                      <a:pt x="5510" y="20716"/>
                      <a:pt x="5529" y="20715"/>
                      <a:pt x="5545" y="20713"/>
                    </a:cubicBezTo>
                    <a:cubicBezTo>
                      <a:pt x="5709" y="20685"/>
                      <a:pt x="5822" y="20529"/>
                      <a:pt x="5793" y="20365"/>
                    </a:cubicBezTo>
                    <a:lnTo>
                      <a:pt x="4892" y="14972"/>
                    </a:lnTo>
                    <a:lnTo>
                      <a:pt x="6080" y="15992"/>
                    </a:lnTo>
                    <a:cubicBezTo>
                      <a:pt x="6256" y="16142"/>
                      <a:pt x="6471" y="16220"/>
                      <a:pt x="6699" y="16220"/>
                    </a:cubicBezTo>
                    <a:cubicBezTo>
                      <a:pt x="6729" y="16220"/>
                      <a:pt x="6759" y="16217"/>
                      <a:pt x="6789" y="16216"/>
                    </a:cubicBezTo>
                    <a:cubicBezTo>
                      <a:pt x="7048" y="16192"/>
                      <a:pt x="7281" y="16066"/>
                      <a:pt x="7444" y="15863"/>
                    </a:cubicBezTo>
                    <a:lnTo>
                      <a:pt x="7781" y="15442"/>
                    </a:lnTo>
                    <a:lnTo>
                      <a:pt x="7781" y="16846"/>
                    </a:lnTo>
                    <a:cubicBezTo>
                      <a:pt x="7781" y="17014"/>
                      <a:pt x="7917" y="17150"/>
                      <a:pt x="8085" y="17150"/>
                    </a:cubicBezTo>
                    <a:cubicBezTo>
                      <a:pt x="8252" y="17150"/>
                      <a:pt x="8388" y="17014"/>
                      <a:pt x="8388" y="16846"/>
                    </a:cubicBezTo>
                    <a:lnTo>
                      <a:pt x="8388" y="15442"/>
                    </a:lnTo>
                    <a:lnTo>
                      <a:pt x="8727" y="15863"/>
                    </a:lnTo>
                    <a:cubicBezTo>
                      <a:pt x="8888" y="16066"/>
                      <a:pt x="9121" y="16192"/>
                      <a:pt x="9381" y="16216"/>
                    </a:cubicBezTo>
                    <a:cubicBezTo>
                      <a:pt x="9412" y="16220"/>
                      <a:pt x="9442" y="16220"/>
                      <a:pt x="9472" y="16220"/>
                    </a:cubicBezTo>
                    <a:cubicBezTo>
                      <a:pt x="9699" y="16220"/>
                      <a:pt x="9915" y="16139"/>
                      <a:pt x="10090" y="15992"/>
                    </a:cubicBezTo>
                    <a:lnTo>
                      <a:pt x="11284" y="14968"/>
                    </a:lnTo>
                    <a:lnTo>
                      <a:pt x="11284" y="14968"/>
                    </a:lnTo>
                    <a:lnTo>
                      <a:pt x="10380" y="20365"/>
                    </a:lnTo>
                    <a:cubicBezTo>
                      <a:pt x="10355" y="20529"/>
                      <a:pt x="10465" y="20686"/>
                      <a:pt x="10630" y="20713"/>
                    </a:cubicBezTo>
                    <a:cubicBezTo>
                      <a:pt x="10649" y="20716"/>
                      <a:pt x="10665" y="20716"/>
                      <a:pt x="10680" y="20716"/>
                    </a:cubicBezTo>
                    <a:cubicBezTo>
                      <a:pt x="10827" y="20716"/>
                      <a:pt x="10956" y="20612"/>
                      <a:pt x="10980" y="20463"/>
                    </a:cubicBezTo>
                    <a:lnTo>
                      <a:pt x="11943" y="14708"/>
                    </a:lnTo>
                    <a:lnTo>
                      <a:pt x="14389" y="15428"/>
                    </a:lnTo>
                    <a:cubicBezTo>
                      <a:pt x="15083" y="15630"/>
                      <a:pt x="15569" y="16279"/>
                      <a:pt x="15569" y="17003"/>
                    </a:cubicBezTo>
                    <a:lnTo>
                      <a:pt x="15569" y="20413"/>
                    </a:lnTo>
                    <a:cubicBezTo>
                      <a:pt x="15569" y="20580"/>
                      <a:pt x="15705" y="20716"/>
                      <a:pt x="15872" y="20716"/>
                    </a:cubicBezTo>
                    <a:cubicBezTo>
                      <a:pt x="16040" y="20716"/>
                      <a:pt x="16176" y="20580"/>
                      <a:pt x="16176" y="20413"/>
                    </a:cubicBezTo>
                    <a:lnTo>
                      <a:pt x="16176" y="17003"/>
                    </a:lnTo>
                    <a:cubicBezTo>
                      <a:pt x="16177" y="16014"/>
                      <a:pt x="15513" y="15128"/>
                      <a:pt x="14562" y="14846"/>
                    </a:cubicBezTo>
                    <a:lnTo>
                      <a:pt x="11903" y="14065"/>
                    </a:lnTo>
                    <a:lnTo>
                      <a:pt x="11431" y="13122"/>
                    </a:lnTo>
                    <a:cubicBezTo>
                      <a:pt x="11356" y="12968"/>
                      <a:pt x="11219" y="12853"/>
                      <a:pt x="11056" y="12803"/>
                    </a:cubicBezTo>
                    <a:cubicBezTo>
                      <a:pt x="10996" y="12784"/>
                      <a:pt x="10933" y="12776"/>
                      <a:pt x="10871" y="12776"/>
                    </a:cubicBezTo>
                    <a:cubicBezTo>
                      <a:pt x="10801" y="12776"/>
                      <a:pt x="10731" y="12787"/>
                      <a:pt x="10663" y="12810"/>
                    </a:cubicBezTo>
                    <a:lnTo>
                      <a:pt x="10663" y="11657"/>
                    </a:lnTo>
                    <a:lnTo>
                      <a:pt x="10663" y="11653"/>
                    </a:lnTo>
                    <a:cubicBezTo>
                      <a:pt x="10665" y="11594"/>
                      <a:pt x="10649" y="11533"/>
                      <a:pt x="10615" y="11480"/>
                    </a:cubicBezTo>
                    <a:cubicBezTo>
                      <a:pt x="10557" y="11390"/>
                      <a:pt x="10459" y="11340"/>
                      <a:pt x="10359" y="11340"/>
                    </a:cubicBezTo>
                    <a:cubicBezTo>
                      <a:pt x="10303" y="11340"/>
                      <a:pt x="10247" y="11356"/>
                      <a:pt x="10196" y="11389"/>
                    </a:cubicBezTo>
                    <a:cubicBezTo>
                      <a:pt x="9568" y="11793"/>
                      <a:pt x="8839" y="12004"/>
                      <a:pt x="8090" y="12004"/>
                    </a:cubicBezTo>
                    <a:cubicBezTo>
                      <a:pt x="5930" y="12004"/>
                      <a:pt x="4176" y="10250"/>
                      <a:pt x="4176" y="8091"/>
                    </a:cubicBezTo>
                    <a:cubicBezTo>
                      <a:pt x="4176" y="7924"/>
                      <a:pt x="4041" y="7788"/>
                      <a:pt x="3872" y="7788"/>
                    </a:cubicBezTo>
                    <a:cubicBezTo>
                      <a:pt x="3705" y="7788"/>
                      <a:pt x="3569" y="7924"/>
                      <a:pt x="3569" y="8091"/>
                    </a:cubicBezTo>
                    <a:lnTo>
                      <a:pt x="3569" y="8113"/>
                    </a:lnTo>
                    <a:lnTo>
                      <a:pt x="3387" y="8113"/>
                    </a:lnTo>
                    <a:cubicBezTo>
                      <a:pt x="3244" y="8113"/>
                      <a:pt x="3107" y="8053"/>
                      <a:pt x="3010" y="7945"/>
                    </a:cubicBezTo>
                    <a:cubicBezTo>
                      <a:pt x="2912" y="7838"/>
                      <a:pt x="2867" y="7697"/>
                      <a:pt x="2881" y="7551"/>
                    </a:cubicBezTo>
                    <a:cubicBezTo>
                      <a:pt x="2907" y="7297"/>
                      <a:pt x="3150" y="7097"/>
                      <a:pt x="3434" y="7097"/>
                    </a:cubicBezTo>
                    <a:lnTo>
                      <a:pt x="4869" y="7097"/>
                    </a:lnTo>
                    <a:lnTo>
                      <a:pt x="4869" y="7444"/>
                    </a:lnTo>
                    <a:cubicBezTo>
                      <a:pt x="4869" y="7968"/>
                      <a:pt x="5295" y="8395"/>
                      <a:pt x="5820" y="8395"/>
                    </a:cubicBezTo>
                    <a:lnTo>
                      <a:pt x="6793" y="8395"/>
                    </a:lnTo>
                    <a:cubicBezTo>
                      <a:pt x="7318" y="8395"/>
                      <a:pt x="7744" y="7968"/>
                      <a:pt x="7744" y="7444"/>
                    </a:cubicBezTo>
                    <a:cubicBezTo>
                      <a:pt x="7744" y="7253"/>
                      <a:pt x="7900" y="7097"/>
                      <a:pt x="8090" y="7097"/>
                    </a:cubicBezTo>
                    <a:cubicBezTo>
                      <a:pt x="8280" y="7097"/>
                      <a:pt x="8434" y="7253"/>
                      <a:pt x="8434" y="7444"/>
                    </a:cubicBezTo>
                    <a:cubicBezTo>
                      <a:pt x="8434" y="7968"/>
                      <a:pt x="8861" y="8395"/>
                      <a:pt x="9386" y="8395"/>
                    </a:cubicBezTo>
                    <a:lnTo>
                      <a:pt x="10360" y="8395"/>
                    </a:lnTo>
                    <a:cubicBezTo>
                      <a:pt x="10884" y="8395"/>
                      <a:pt x="11313" y="7968"/>
                      <a:pt x="11313" y="7444"/>
                    </a:cubicBezTo>
                    <a:lnTo>
                      <a:pt x="11313" y="7097"/>
                    </a:lnTo>
                    <a:lnTo>
                      <a:pt x="12004" y="7097"/>
                    </a:lnTo>
                    <a:lnTo>
                      <a:pt x="12004" y="7767"/>
                    </a:lnTo>
                    <a:cubicBezTo>
                      <a:pt x="12004" y="9209"/>
                      <a:pt x="10829" y="10382"/>
                      <a:pt x="9389" y="10382"/>
                    </a:cubicBezTo>
                    <a:lnTo>
                      <a:pt x="9064" y="10382"/>
                    </a:lnTo>
                    <a:cubicBezTo>
                      <a:pt x="8896" y="10382"/>
                      <a:pt x="8761" y="10518"/>
                      <a:pt x="8761" y="10686"/>
                    </a:cubicBezTo>
                    <a:cubicBezTo>
                      <a:pt x="8761" y="10853"/>
                      <a:pt x="8896" y="10989"/>
                      <a:pt x="9064" y="10989"/>
                    </a:cubicBezTo>
                    <a:lnTo>
                      <a:pt x="9389" y="10989"/>
                    </a:lnTo>
                    <a:cubicBezTo>
                      <a:pt x="10834" y="10989"/>
                      <a:pt x="12060" y="10032"/>
                      <a:pt x="12468" y="8718"/>
                    </a:cubicBezTo>
                    <a:lnTo>
                      <a:pt x="12748" y="8718"/>
                    </a:lnTo>
                    <a:cubicBezTo>
                      <a:pt x="13339" y="8718"/>
                      <a:pt x="13848" y="8280"/>
                      <a:pt x="13904" y="7717"/>
                    </a:cubicBezTo>
                    <a:cubicBezTo>
                      <a:pt x="13935" y="7403"/>
                      <a:pt x="13832" y="7089"/>
                      <a:pt x="13621" y="6856"/>
                    </a:cubicBezTo>
                    <a:cubicBezTo>
                      <a:pt x="13528" y="6753"/>
                      <a:pt x="13418" y="6669"/>
                      <a:pt x="13295" y="6609"/>
                    </a:cubicBezTo>
                    <a:lnTo>
                      <a:pt x="13652" y="4461"/>
                    </a:lnTo>
                    <a:cubicBezTo>
                      <a:pt x="13771" y="3745"/>
                      <a:pt x="13404" y="3061"/>
                      <a:pt x="12775" y="2757"/>
                    </a:cubicBezTo>
                    <a:cubicBezTo>
                      <a:pt x="13058" y="2036"/>
                      <a:pt x="12997" y="1142"/>
                      <a:pt x="12585" y="186"/>
                    </a:cubicBezTo>
                    <a:cubicBezTo>
                      <a:pt x="12547" y="93"/>
                      <a:pt x="12464" y="26"/>
                      <a:pt x="12365" y="6"/>
                    </a:cubicBezTo>
                    <a:cubicBezTo>
                      <a:pt x="12346" y="2"/>
                      <a:pt x="12326" y="0"/>
                      <a:pt x="123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73" name="Google Shape;267;p6"/>
            <p:cNvGrpSpPr/>
            <p:nvPr/>
          </p:nvGrpSpPr>
          <p:grpSpPr>
            <a:xfrm>
              <a:off x="8591400" y="4457520"/>
              <a:ext cx="532440" cy="685440"/>
              <a:chOff x="8591400" y="4457520"/>
              <a:chExt cx="532440" cy="685440"/>
            </a:xfrm>
          </p:grpSpPr>
          <p:sp>
            <p:nvSpPr>
              <p:cNvPr id="2074" name="Google Shape;268;p6"/>
              <p:cNvSpPr/>
              <p:nvPr/>
            </p:nvSpPr>
            <p:spPr>
              <a:xfrm>
                <a:off x="8591400" y="4457520"/>
                <a:ext cx="532440" cy="685440"/>
              </a:xfrm>
              <a:custGeom>
                <a:avLst/>
                <a:gdLst>
                  <a:gd name="textAreaLeft" fmla="*/ 0 w 532440"/>
                  <a:gd name="textAreaRight" fmla="*/ 532800 w 53244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41" h="20721">
                    <a:moveTo>
                      <a:pt x="1529" y="4168"/>
                    </a:moveTo>
                    <a:cubicBezTo>
                      <a:pt x="1375" y="4689"/>
                      <a:pt x="1293" y="5239"/>
                      <a:pt x="1293" y="5806"/>
                    </a:cubicBezTo>
                    <a:lnTo>
                      <a:pt x="1293" y="7446"/>
                    </a:lnTo>
                    <a:lnTo>
                      <a:pt x="1273" y="7446"/>
                    </a:lnTo>
                    <a:cubicBezTo>
                      <a:pt x="906" y="7446"/>
                      <a:pt x="606" y="7146"/>
                      <a:pt x="606" y="6777"/>
                    </a:cubicBezTo>
                    <a:lnTo>
                      <a:pt x="606" y="4835"/>
                    </a:lnTo>
                    <a:cubicBezTo>
                      <a:pt x="606" y="4468"/>
                      <a:pt x="906" y="4168"/>
                      <a:pt x="1273" y="4168"/>
                    </a:cubicBezTo>
                    <a:close/>
                    <a:moveTo>
                      <a:pt x="14863" y="4170"/>
                    </a:moveTo>
                    <a:cubicBezTo>
                      <a:pt x="15232" y="4170"/>
                      <a:pt x="15532" y="4469"/>
                      <a:pt x="15532" y="4836"/>
                    </a:cubicBezTo>
                    <a:lnTo>
                      <a:pt x="15532" y="6780"/>
                    </a:lnTo>
                    <a:cubicBezTo>
                      <a:pt x="15532" y="7147"/>
                      <a:pt x="15232" y="7447"/>
                      <a:pt x="14863" y="7447"/>
                    </a:cubicBezTo>
                    <a:lnTo>
                      <a:pt x="14845" y="7447"/>
                    </a:lnTo>
                    <a:lnTo>
                      <a:pt x="14845" y="5808"/>
                    </a:lnTo>
                    <a:cubicBezTo>
                      <a:pt x="14845" y="5239"/>
                      <a:pt x="14762" y="4691"/>
                      <a:pt x="14609" y="4170"/>
                    </a:cubicBezTo>
                    <a:close/>
                    <a:moveTo>
                      <a:pt x="9041" y="611"/>
                    </a:moveTo>
                    <a:cubicBezTo>
                      <a:pt x="11906" y="611"/>
                      <a:pt x="14238" y="2941"/>
                      <a:pt x="14238" y="5806"/>
                    </a:cubicBezTo>
                    <a:lnTo>
                      <a:pt x="14238" y="8488"/>
                    </a:lnTo>
                    <a:cubicBezTo>
                      <a:pt x="14238" y="9297"/>
                      <a:pt x="13620" y="10074"/>
                      <a:pt x="12503" y="10673"/>
                    </a:cubicBezTo>
                    <a:cubicBezTo>
                      <a:pt x="11325" y="11305"/>
                      <a:pt x="9749" y="11652"/>
                      <a:pt x="8070" y="11652"/>
                    </a:cubicBezTo>
                    <a:cubicBezTo>
                      <a:pt x="6390" y="11652"/>
                      <a:pt x="4815" y="11303"/>
                      <a:pt x="3637" y="10673"/>
                    </a:cubicBezTo>
                    <a:cubicBezTo>
                      <a:pt x="2517" y="10074"/>
                      <a:pt x="1902" y="9297"/>
                      <a:pt x="1902" y="8488"/>
                    </a:cubicBezTo>
                    <a:lnTo>
                      <a:pt x="1902" y="5806"/>
                    </a:lnTo>
                    <a:cubicBezTo>
                      <a:pt x="1902" y="2941"/>
                      <a:pt x="4234" y="611"/>
                      <a:pt x="7099" y="611"/>
                    </a:cubicBezTo>
                    <a:close/>
                    <a:moveTo>
                      <a:pt x="12637" y="11283"/>
                    </a:moveTo>
                    <a:lnTo>
                      <a:pt x="13575" y="11576"/>
                    </a:lnTo>
                    <a:cubicBezTo>
                      <a:pt x="13584" y="11579"/>
                      <a:pt x="13590" y="11587"/>
                      <a:pt x="13590" y="11596"/>
                    </a:cubicBezTo>
                    <a:lnTo>
                      <a:pt x="13590" y="13594"/>
                    </a:lnTo>
                    <a:lnTo>
                      <a:pt x="12578" y="13594"/>
                    </a:lnTo>
                    <a:lnTo>
                      <a:pt x="12578" y="11315"/>
                    </a:lnTo>
                    <a:cubicBezTo>
                      <a:pt x="12598" y="11305"/>
                      <a:pt x="12618" y="11295"/>
                      <a:pt x="12637" y="11283"/>
                    </a:cubicBezTo>
                    <a:close/>
                    <a:moveTo>
                      <a:pt x="3558" y="14201"/>
                    </a:moveTo>
                    <a:lnTo>
                      <a:pt x="3558" y="14888"/>
                    </a:lnTo>
                    <a:lnTo>
                      <a:pt x="2548" y="14888"/>
                    </a:lnTo>
                    <a:lnTo>
                      <a:pt x="2548" y="14201"/>
                    </a:lnTo>
                    <a:close/>
                    <a:moveTo>
                      <a:pt x="13590" y="14201"/>
                    </a:moveTo>
                    <a:lnTo>
                      <a:pt x="13590" y="14888"/>
                    </a:lnTo>
                    <a:lnTo>
                      <a:pt x="12578" y="14888"/>
                    </a:lnTo>
                    <a:lnTo>
                      <a:pt x="12578" y="14201"/>
                    </a:lnTo>
                    <a:close/>
                    <a:moveTo>
                      <a:pt x="7099" y="1"/>
                    </a:moveTo>
                    <a:cubicBezTo>
                      <a:pt x="4694" y="1"/>
                      <a:pt x="2624" y="1472"/>
                      <a:pt x="1746" y="3561"/>
                    </a:cubicBezTo>
                    <a:lnTo>
                      <a:pt x="1275" y="3561"/>
                    </a:lnTo>
                    <a:cubicBezTo>
                      <a:pt x="572" y="3561"/>
                      <a:pt x="1" y="4132"/>
                      <a:pt x="1" y="4835"/>
                    </a:cubicBezTo>
                    <a:lnTo>
                      <a:pt x="1" y="6777"/>
                    </a:lnTo>
                    <a:cubicBezTo>
                      <a:pt x="1" y="7480"/>
                      <a:pt x="572" y="8053"/>
                      <a:pt x="1275" y="8053"/>
                    </a:cubicBezTo>
                    <a:lnTo>
                      <a:pt x="1295" y="8053"/>
                    </a:lnTo>
                    <a:lnTo>
                      <a:pt x="1295" y="8488"/>
                    </a:lnTo>
                    <a:cubicBezTo>
                      <a:pt x="1295" y="9374"/>
                      <a:pt x="1822" y="10203"/>
                      <a:pt x="2793" y="10869"/>
                    </a:cubicBezTo>
                    <a:lnTo>
                      <a:pt x="2384" y="10996"/>
                    </a:lnTo>
                    <a:cubicBezTo>
                      <a:pt x="2141" y="11070"/>
                      <a:pt x="1973" y="11280"/>
                      <a:pt x="1946" y="11529"/>
                    </a:cubicBezTo>
                    <a:lnTo>
                      <a:pt x="1613" y="11626"/>
                    </a:lnTo>
                    <a:cubicBezTo>
                      <a:pt x="663" y="11904"/>
                      <a:pt x="1" y="12790"/>
                      <a:pt x="1" y="13780"/>
                    </a:cubicBezTo>
                    <a:lnTo>
                      <a:pt x="1" y="20416"/>
                    </a:lnTo>
                    <a:cubicBezTo>
                      <a:pt x="1" y="20585"/>
                      <a:pt x="136" y="20720"/>
                      <a:pt x="303" y="20720"/>
                    </a:cubicBezTo>
                    <a:cubicBezTo>
                      <a:pt x="472" y="20720"/>
                      <a:pt x="608" y="20585"/>
                      <a:pt x="608" y="20416"/>
                    </a:cubicBezTo>
                    <a:lnTo>
                      <a:pt x="608" y="13780"/>
                    </a:lnTo>
                    <a:cubicBezTo>
                      <a:pt x="608" y="13058"/>
                      <a:pt x="1092" y="12411"/>
                      <a:pt x="1784" y="12209"/>
                    </a:cubicBezTo>
                    <a:lnTo>
                      <a:pt x="1943" y="12161"/>
                    </a:lnTo>
                    <a:lnTo>
                      <a:pt x="1943" y="20416"/>
                    </a:lnTo>
                    <a:cubicBezTo>
                      <a:pt x="1943" y="20585"/>
                      <a:pt x="2079" y="20720"/>
                      <a:pt x="2246" y="20720"/>
                    </a:cubicBezTo>
                    <a:cubicBezTo>
                      <a:pt x="2414" y="20720"/>
                      <a:pt x="2550" y="20585"/>
                      <a:pt x="2550" y="20416"/>
                    </a:cubicBezTo>
                    <a:lnTo>
                      <a:pt x="2550" y="15493"/>
                    </a:lnTo>
                    <a:lnTo>
                      <a:pt x="3560" y="15493"/>
                    </a:lnTo>
                    <a:lnTo>
                      <a:pt x="3560" y="20416"/>
                    </a:lnTo>
                    <a:cubicBezTo>
                      <a:pt x="3560" y="20585"/>
                      <a:pt x="3695" y="20720"/>
                      <a:pt x="3864" y="20720"/>
                    </a:cubicBezTo>
                    <a:cubicBezTo>
                      <a:pt x="4031" y="20720"/>
                      <a:pt x="4167" y="20585"/>
                      <a:pt x="4167" y="20416"/>
                    </a:cubicBezTo>
                    <a:lnTo>
                      <a:pt x="4167" y="12651"/>
                    </a:lnTo>
                    <a:cubicBezTo>
                      <a:pt x="4167" y="12483"/>
                      <a:pt x="4031" y="12347"/>
                      <a:pt x="3864" y="12347"/>
                    </a:cubicBezTo>
                    <a:cubicBezTo>
                      <a:pt x="3695" y="12347"/>
                      <a:pt x="3560" y="12483"/>
                      <a:pt x="3560" y="12651"/>
                    </a:cubicBezTo>
                    <a:lnTo>
                      <a:pt x="3560" y="13594"/>
                    </a:lnTo>
                    <a:lnTo>
                      <a:pt x="2550" y="13594"/>
                    </a:lnTo>
                    <a:lnTo>
                      <a:pt x="2550" y="11596"/>
                    </a:lnTo>
                    <a:cubicBezTo>
                      <a:pt x="2550" y="11587"/>
                      <a:pt x="2556" y="11580"/>
                      <a:pt x="2564" y="11576"/>
                    </a:cubicBezTo>
                    <a:lnTo>
                      <a:pt x="3501" y="11285"/>
                    </a:lnTo>
                    <a:cubicBezTo>
                      <a:pt x="4748" y="11913"/>
                      <a:pt x="6362" y="12259"/>
                      <a:pt x="8071" y="12259"/>
                    </a:cubicBezTo>
                    <a:cubicBezTo>
                      <a:pt x="9489" y="12259"/>
                      <a:pt x="10842" y="12020"/>
                      <a:pt x="11974" y="11580"/>
                    </a:cubicBezTo>
                    <a:lnTo>
                      <a:pt x="11974" y="20416"/>
                    </a:lnTo>
                    <a:cubicBezTo>
                      <a:pt x="11974" y="20585"/>
                      <a:pt x="12110" y="20720"/>
                      <a:pt x="12277" y="20720"/>
                    </a:cubicBezTo>
                    <a:cubicBezTo>
                      <a:pt x="12446" y="20720"/>
                      <a:pt x="12581" y="20585"/>
                      <a:pt x="12581" y="20416"/>
                    </a:cubicBezTo>
                    <a:lnTo>
                      <a:pt x="12581" y="15493"/>
                    </a:lnTo>
                    <a:lnTo>
                      <a:pt x="13591" y="15493"/>
                    </a:lnTo>
                    <a:lnTo>
                      <a:pt x="13591" y="20416"/>
                    </a:lnTo>
                    <a:cubicBezTo>
                      <a:pt x="13591" y="20585"/>
                      <a:pt x="13727" y="20720"/>
                      <a:pt x="13895" y="20720"/>
                    </a:cubicBezTo>
                    <a:cubicBezTo>
                      <a:pt x="14062" y="20720"/>
                      <a:pt x="14198" y="20585"/>
                      <a:pt x="14198" y="20416"/>
                    </a:cubicBezTo>
                    <a:lnTo>
                      <a:pt x="14198" y="12161"/>
                    </a:lnTo>
                    <a:lnTo>
                      <a:pt x="14356" y="12209"/>
                    </a:lnTo>
                    <a:cubicBezTo>
                      <a:pt x="15049" y="12411"/>
                      <a:pt x="15533" y="13058"/>
                      <a:pt x="15533" y="13780"/>
                    </a:cubicBezTo>
                    <a:lnTo>
                      <a:pt x="15533" y="20416"/>
                    </a:lnTo>
                    <a:cubicBezTo>
                      <a:pt x="15533" y="20585"/>
                      <a:pt x="15669" y="20720"/>
                      <a:pt x="15837" y="20720"/>
                    </a:cubicBezTo>
                    <a:cubicBezTo>
                      <a:pt x="16005" y="20720"/>
                      <a:pt x="16140" y="20585"/>
                      <a:pt x="16140" y="20416"/>
                    </a:cubicBezTo>
                    <a:lnTo>
                      <a:pt x="16140" y="13780"/>
                    </a:lnTo>
                    <a:cubicBezTo>
                      <a:pt x="16140" y="12790"/>
                      <a:pt x="15478" y="11904"/>
                      <a:pt x="14528" y="11626"/>
                    </a:cubicBezTo>
                    <a:lnTo>
                      <a:pt x="14195" y="11529"/>
                    </a:lnTo>
                    <a:cubicBezTo>
                      <a:pt x="14169" y="11280"/>
                      <a:pt x="13999" y="11070"/>
                      <a:pt x="13757" y="10996"/>
                    </a:cubicBezTo>
                    <a:lnTo>
                      <a:pt x="13348" y="10869"/>
                    </a:lnTo>
                    <a:cubicBezTo>
                      <a:pt x="14318" y="10203"/>
                      <a:pt x="14845" y="9374"/>
                      <a:pt x="14845" y="8488"/>
                    </a:cubicBezTo>
                    <a:lnTo>
                      <a:pt x="14845" y="8053"/>
                    </a:lnTo>
                    <a:lnTo>
                      <a:pt x="14863" y="8053"/>
                    </a:lnTo>
                    <a:cubicBezTo>
                      <a:pt x="15566" y="8053"/>
                      <a:pt x="16139" y="7481"/>
                      <a:pt x="16139" y="6777"/>
                    </a:cubicBezTo>
                    <a:lnTo>
                      <a:pt x="16139" y="4835"/>
                    </a:lnTo>
                    <a:cubicBezTo>
                      <a:pt x="16139" y="4132"/>
                      <a:pt x="15568" y="3561"/>
                      <a:pt x="14863" y="3561"/>
                    </a:cubicBezTo>
                    <a:lnTo>
                      <a:pt x="14392" y="3561"/>
                    </a:lnTo>
                    <a:cubicBezTo>
                      <a:pt x="13512" y="1472"/>
                      <a:pt x="11446" y="1"/>
                      <a:pt x="9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5" name="Google Shape;269;p6"/>
              <p:cNvSpPr/>
              <p:nvPr/>
            </p:nvSpPr>
            <p:spPr>
              <a:xfrm>
                <a:off x="8676720" y="4575600"/>
                <a:ext cx="361800" cy="24480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244800"/>
                  <a:gd name="textAreaBottom" fmla="*/ 245160 h 244800"/>
                </a:gdLst>
                <a:ahLst/>
                <a:cxnLst/>
                <a:rect l="textAreaLeft" t="textAreaTop" r="textAreaRight" b="textAreaBottom"/>
                <a:pathLst>
                  <a:path w="10965" h="7403">
                    <a:moveTo>
                      <a:pt x="1923" y="1"/>
                    </a:moveTo>
                    <a:cubicBezTo>
                      <a:pt x="865" y="1"/>
                      <a:pt x="1" y="863"/>
                      <a:pt x="1" y="1921"/>
                    </a:cubicBezTo>
                    <a:lnTo>
                      <a:pt x="1" y="4926"/>
                    </a:lnTo>
                    <a:cubicBezTo>
                      <a:pt x="1" y="5500"/>
                      <a:pt x="596" y="6132"/>
                      <a:pt x="1594" y="6610"/>
                    </a:cubicBezTo>
                    <a:cubicBezTo>
                      <a:pt x="2657" y="7120"/>
                      <a:pt x="4038" y="7403"/>
                      <a:pt x="5482" y="7403"/>
                    </a:cubicBezTo>
                    <a:cubicBezTo>
                      <a:pt x="6296" y="7403"/>
                      <a:pt x="7084" y="7317"/>
                      <a:pt x="7817" y="7146"/>
                    </a:cubicBezTo>
                    <a:cubicBezTo>
                      <a:pt x="7981" y="7107"/>
                      <a:pt x="8081" y="6943"/>
                      <a:pt x="8044" y="6781"/>
                    </a:cubicBezTo>
                    <a:cubicBezTo>
                      <a:pt x="8012" y="6641"/>
                      <a:pt x="7886" y="6547"/>
                      <a:pt x="7748" y="6547"/>
                    </a:cubicBezTo>
                    <a:cubicBezTo>
                      <a:pt x="7725" y="6547"/>
                      <a:pt x="7703" y="6549"/>
                      <a:pt x="7680" y="6554"/>
                    </a:cubicBezTo>
                    <a:cubicBezTo>
                      <a:pt x="6991" y="6714"/>
                      <a:pt x="6252" y="6796"/>
                      <a:pt x="5485" y="6796"/>
                    </a:cubicBezTo>
                    <a:cubicBezTo>
                      <a:pt x="2320" y="6796"/>
                      <a:pt x="610" y="5469"/>
                      <a:pt x="610" y="4926"/>
                    </a:cubicBezTo>
                    <a:lnTo>
                      <a:pt x="610" y="1921"/>
                    </a:lnTo>
                    <a:cubicBezTo>
                      <a:pt x="610" y="1197"/>
                      <a:pt x="1200" y="608"/>
                      <a:pt x="1924" y="608"/>
                    </a:cubicBezTo>
                    <a:lnTo>
                      <a:pt x="9044" y="608"/>
                    </a:lnTo>
                    <a:cubicBezTo>
                      <a:pt x="9769" y="608"/>
                      <a:pt x="10358" y="1197"/>
                      <a:pt x="10358" y="1921"/>
                    </a:cubicBezTo>
                    <a:lnTo>
                      <a:pt x="10358" y="4926"/>
                    </a:lnTo>
                    <a:cubicBezTo>
                      <a:pt x="10358" y="5222"/>
                      <a:pt x="9865" y="5736"/>
                      <a:pt x="8922" y="6149"/>
                    </a:cubicBezTo>
                    <a:cubicBezTo>
                      <a:pt x="8769" y="6217"/>
                      <a:pt x="8700" y="6396"/>
                      <a:pt x="8765" y="6549"/>
                    </a:cubicBezTo>
                    <a:cubicBezTo>
                      <a:pt x="8816" y="6663"/>
                      <a:pt x="8927" y="6732"/>
                      <a:pt x="9044" y="6732"/>
                    </a:cubicBezTo>
                    <a:cubicBezTo>
                      <a:pt x="9084" y="6732"/>
                      <a:pt x="9126" y="6723"/>
                      <a:pt x="9165" y="6706"/>
                    </a:cubicBezTo>
                    <a:cubicBezTo>
                      <a:pt x="10292" y="6213"/>
                      <a:pt x="10965" y="5549"/>
                      <a:pt x="10965" y="4928"/>
                    </a:cubicBezTo>
                    <a:lnTo>
                      <a:pt x="10965" y="1923"/>
                    </a:lnTo>
                    <a:cubicBezTo>
                      <a:pt x="10965" y="862"/>
                      <a:pt x="10103" y="1"/>
                      <a:pt x="9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76" name="Google Shape;270;p6"/>
              <p:cNvSpPr/>
              <p:nvPr/>
            </p:nvSpPr>
            <p:spPr>
              <a:xfrm>
                <a:off x="8751600" y="4907520"/>
                <a:ext cx="212040" cy="169560"/>
              </a:xfrm>
              <a:custGeom>
                <a:avLst/>
                <a:gdLst>
                  <a:gd name="textAreaLeft" fmla="*/ 0 w 212040"/>
                  <a:gd name="textAreaRight" fmla="*/ 212400 w 2120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6433" h="5138">
                    <a:moveTo>
                      <a:pt x="5483" y="608"/>
                    </a:moveTo>
                    <a:cubicBezTo>
                      <a:pt x="5673" y="608"/>
                      <a:pt x="5826" y="762"/>
                      <a:pt x="5826" y="952"/>
                    </a:cubicBezTo>
                    <a:lnTo>
                      <a:pt x="5826" y="1295"/>
                    </a:lnTo>
                    <a:lnTo>
                      <a:pt x="607" y="1295"/>
                    </a:lnTo>
                    <a:lnTo>
                      <a:pt x="607" y="952"/>
                    </a:lnTo>
                    <a:cubicBezTo>
                      <a:pt x="607" y="761"/>
                      <a:pt x="763" y="608"/>
                      <a:pt x="953" y="608"/>
                    </a:cubicBezTo>
                    <a:close/>
                    <a:moveTo>
                      <a:pt x="5826" y="1902"/>
                    </a:moveTo>
                    <a:lnTo>
                      <a:pt x="5826" y="4187"/>
                    </a:lnTo>
                    <a:cubicBezTo>
                      <a:pt x="5826" y="4377"/>
                      <a:pt x="5673" y="4530"/>
                      <a:pt x="5481" y="4530"/>
                    </a:cubicBezTo>
                    <a:lnTo>
                      <a:pt x="4813" y="4530"/>
                    </a:lnTo>
                    <a:lnTo>
                      <a:pt x="4813" y="4187"/>
                    </a:lnTo>
                    <a:cubicBezTo>
                      <a:pt x="4813" y="4020"/>
                      <a:pt x="4677" y="3884"/>
                      <a:pt x="4510" y="3884"/>
                    </a:cubicBezTo>
                    <a:cubicBezTo>
                      <a:pt x="4342" y="3884"/>
                      <a:pt x="4206" y="4020"/>
                      <a:pt x="4206" y="4187"/>
                    </a:cubicBezTo>
                    <a:lnTo>
                      <a:pt x="4206" y="4530"/>
                    </a:lnTo>
                    <a:lnTo>
                      <a:pt x="3519" y="4530"/>
                    </a:lnTo>
                    <a:lnTo>
                      <a:pt x="3519" y="4187"/>
                    </a:lnTo>
                    <a:cubicBezTo>
                      <a:pt x="3519" y="4020"/>
                      <a:pt x="3383" y="3884"/>
                      <a:pt x="3216" y="3884"/>
                    </a:cubicBezTo>
                    <a:cubicBezTo>
                      <a:pt x="3048" y="3884"/>
                      <a:pt x="2912" y="4020"/>
                      <a:pt x="2912" y="4187"/>
                    </a:cubicBezTo>
                    <a:lnTo>
                      <a:pt x="2912" y="4530"/>
                    </a:lnTo>
                    <a:lnTo>
                      <a:pt x="2225" y="4530"/>
                    </a:lnTo>
                    <a:lnTo>
                      <a:pt x="2225" y="4187"/>
                    </a:lnTo>
                    <a:cubicBezTo>
                      <a:pt x="2225" y="4020"/>
                      <a:pt x="2089" y="3884"/>
                      <a:pt x="1921" y="3884"/>
                    </a:cubicBezTo>
                    <a:cubicBezTo>
                      <a:pt x="1754" y="3884"/>
                      <a:pt x="1618" y="4020"/>
                      <a:pt x="1618" y="4187"/>
                    </a:cubicBezTo>
                    <a:lnTo>
                      <a:pt x="1618" y="4530"/>
                    </a:lnTo>
                    <a:lnTo>
                      <a:pt x="950" y="4530"/>
                    </a:lnTo>
                    <a:cubicBezTo>
                      <a:pt x="761" y="4530"/>
                      <a:pt x="607" y="4377"/>
                      <a:pt x="607" y="4187"/>
                    </a:cubicBezTo>
                    <a:lnTo>
                      <a:pt x="607" y="1902"/>
                    </a:lnTo>
                    <a:close/>
                    <a:moveTo>
                      <a:pt x="950" y="1"/>
                    </a:moveTo>
                    <a:cubicBezTo>
                      <a:pt x="426" y="1"/>
                      <a:pt x="0" y="427"/>
                      <a:pt x="0" y="952"/>
                    </a:cubicBezTo>
                    <a:lnTo>
                      <a:pt x="0" y="4188"/>
                    </a:lnTo>
                    <a:cubicBezTo>
                      <a:pt x="0" y="4714"/>
                      <a:pt x="427" y="5138"/>
                      <a:pt x="950" y="5138"/>
                    </a:cubicBezTo>
                    <a:lnTo>
                      <a:pt x="5481" y="5138"/>
                    </a:lnTo>
                    <a:cubicBezTo>
                      <a:pt x="6005" y="5138"/>
                      <a:pt x="6431" y="4712"/>
                      <a:pt x="6431" y="4188"/>
                    </a:cubicBezTo>
                    <a:lnTo>
                      <a:pt x="6431" y="952"/>
                    </a:lnTo>
                    <a:cubicBezTo>
                      <a:pt x="6433" y="428"/>
                      <a:pt x="6005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960" bIns="8496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2077" name="Google Shape;271;p6"/>
            <p:cNvSpPr/>
            <p:nvPr/>
          </p:nvSpPr>
          <p:spPr>
            <a:xfrm>
              <a:off x="8428320" y="171468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78" name="Google Shape;272;p6"/>
            <p:cNvSpPr/>
            <p:nvPr/>
          </p:nvSpPr>
          <p:spPr>
            <a:xfrm>
              <a:off x="8428320" y="2571840"/>
              <a:ext cx="858240" cy="856800"/>
            </a:xfrm>
            <a:prstGeom prst="rect">
              <a:avLst/>
            </a:prstGeom>
            <a:noFill/>
            <a:ln w="19050">
              <a:solidFill>
                <a:srgbClr val="1A2C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079" name="Google Shape;273;p6"/>
            <p:cNvGrpSpPr/>
            <p:nvPr/>
          </p:nvGrpSpPr>
          <p:grpSpPr>
            <a:xfrm>
              <a:off x="8589240" y="1886040"/>
              <a:ext cx="536760" cy="685440"/>
              <a:chOff x="8589240" y="1886040"/>
              <a:chExt cx="536760" cy="685440"/>
            </a:xfrm>
          </p:grpSpPr>
          <p:sp>
            <p:nvSpPr>
              <p:cNvPr id="2080" name="Google Shape;274;p6"/>
              <p:cNvSpPr/>
              <p:nvPr/>
            </p:nvSpPr>
            <p:spPr>
              <a:xfrm>
                <a:off x="8589240" y="188604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21">
                    <a:moveTo>
                      <a:pt x="9463" y="609"/>
                    </a:moveTo>
                    <a:cubicBezTo>
                      <a:pt x="9633" y="609"/>
                      <a:pt x="9830" y="647"/>
                      <a:pt x="10073" y="742"/>
                    </a:cubicBezTo>
                    <a:cubicBezTo>
                      <a:pt x="10414" y="876"/>
                      <a:pt x="11187" y="1513"/>
                      <a:pt x="11680" y="2494"/>
                    </a:cubicBezTo>
                    <a:cubicBezTo>
                      <a:pt x="11310" y="2611"/>
                      <a:pt x="10950" y="2761"/>
                      <a:pt x="10596" y="2908"/>
                    </a:cubicBezTo>
                    <a:cubicBezTo>
                      <a:pt x="9816" y="3233"/>
                      <a:pt x="9010" y="3570"/>
                      <a:pt x="8089" y="3570"/>
                    </a:cubicBezTo>
                    <a:cubicBezTo>
                      <a:pt x="7168" y="3570"/>
                      <a:pt x="6361" y="3233"/>
                      <a:pt x="5583" y="2908"/>
                    </a:cubicBezTo>
                    <a:cubicBezTo>
                      <a:pt x="5230" y="2760"/>
                      <a:pt x="4869" y="2610"/>
                      <a:pt x="4499" y="2494"/>
                    </a:cubicBezTo>
                    <a:cubicBezTo>
                      <a:pt x="4991" y="1512"/>
                      <a:pt x="5768" y="875"/>
                      <a:pt x="6104" y="742"/>
                    </a:cubicBezTo>
                    <a:cubicBezTo>
                      <a:pt x="6347" y="647"/>
                      <a:pt x="6544" y="609"/>
                      <a:pt x="6714" y="609"/>
                    </a:cubicBezTo>
                    <a:cubicBezTo>
                      <a:pt x="7005" y="609"/>
                      <a:pt x="7216" y="718"/>
                      <a:pt x="7434" y="831"/>
                    </a:cubicBezTo>
                    <a:cubicBezTo>
                      <a:pt x="7634" y="933"/>
                      <a:pt x="7839" y="1039"/>
                      <a:pt x="8088" y="1039"/>
                    </a:cubicBezTo>
                    <a:cubicBezTo>
                      <a:pt x="8336" y="1039"/>
                      <a:pt x="8543" y="932"/>
                      <a:pt x="8743" y="831"/>
                    </a:cubicBezTo>
                    <a:cubicBezTo>
                      <a:pt x="8961" y="718"/>
                      <a:pt x="9172" y="609"/>
                      <a:pt x="9463" y="609"/>
                    </a:cubicBezTo>
                    <a:close/>
                    <a:moveTo>
                      <a:pt x="12951" y="2881"/>
                    </a:moveTo>
                    <a:cubicBezTo>
                      <a:pt x="14393" y="2881"/>
                      <a:pt x="15566" y="3837"/>
                      <a:pt x="15566" y="5011"/>
                    </a:cubicBezTo>
                    <a:cubicBezTo>
                      <a:pt x="15566" y="6102"/>
                      <a:pt x="14553" y="7003"/>
                      <a:pt x="13253" y="7126"/>
                    </a:cubicBezTo>
                    <a:lnTo>
                      <a:pt x="13253" y="5823"/>
                    </a:lnTo>
                    <a:cubicBezTo>
                      <a:pt x="13253" y="5298"/>
                      <a:pt x="12828" y="4869"/>
                      <a:pt x="12302" y="4869"/>
                    </a:cubicBezTo>
                    <a:lnTo>
                      <a:pt x="5816" y="4869"/>
                    </a:lnTo>
                    <a:cubicBezTo>
                      <a:pt x="5647" y="4869"/>
                      <a:pt x="5511" y="5005"/>
                      <a:pt x="5511" y="5174"/>
                    </a:cubicBezTo>
                    <a:cubicBezTo>
                      <a:pt x="5511" y="5341"/>
                      <a:pt x="5647" y="5476"/>
                      <a:pt x="5816" y="5476"/>
                    </a:cubicBezTo>
                    <a:lnTo>
                      <a:pt x="12302" y="5476"/>
                    </a:lnTo>
                    <a:cubicBezTo>
                      <a:pt x="12492" y="5476"/>
                      <a:pt x="12646" y="5632"/>
                      <a:pt x="12646" y="5823"/>
                    </a:cubicBezTo>
                    <a:lnTo>
                      <a:pt x="12646" y="8114"/>
                    </a:lnTo>
                    <a:lnTo>
                      <a:pt x="12302" y="8114"/>
                    </a:lnTo>
                    <a:cubicBezTo>
                      <a:pt x="12111" y="8114"/>
                      <a:pt x="11957" y="7958"/>
                      <a:pt x="11957" y="7768"/>
                    </a:cubicBezTo>
                    <a:lnTo>
                      <a:pt x="11957" y="7443"/>
                    </a:lnTo>
                    <a:cubicBezTo>
                      <a:pt x="11957" y="7283"/>
                      <a:pt x="11835" y="7152"/>
                      <a:pt x="11675" y="7140"/>
                    </a:cubicBezTo>
                    <a:cubicBezTo>
                      <a:pt x="8790" y="6917"/>
                      <a:pt x="6515" y="6387"/>
                      <a:pt x="5413" y="6090"/>
                    </a:cubicBezTo>
                    <a:cubicBezTo>
                      <a:pt x="5330" y="6068"/>
                      <a:pt x="5246" y="6057"/>
                      <a:pt x="5163" y="6057"/>
                    </a:cubicBezTo>
                    <a:cubicBezTo>
                      <a:pt x="4957" y="6057"/>
                      <a:pt x="4755" y="6125"/>
                      <a:pt x="4584" y="6253"/>
                    </a:cubicBezTo>
                    <a:cubicBezTo>
                      <a:pt x="4347" y="6433"/>
                      <a:pt x="4212" y="6710"/>
                      <a:pt x="4212" y="7010"/>
                    </a:cubicBezTo>
                    <a:lnTo>
                      <a:pt x="4212" y="7767"/>
                    </a:lnTo>
                    <a:cubicBezTo>
                      <a:pt x="4212" y="7958"/>
                      <a:pt x="4056" y="8111"/>
                      <a:pt x="3868" y="8111"/>
                    </a:cubicBezTo>
                    <a:lnTo>
                      <a:pt x="3526" y="8111"/>
                    </a:lnTo>
                    <a:lnTo>
                      <a:pt x="3526" y="5822"/>
                    </a:lnTo>
                    <a:cubicBezTo>
                      <a:pt x="3526" y="5631"/>
                      <a:pt x="3682" y="5475"/>
                      <a:pt x="3870" y="5475"/>
                    </a:cubicBezTo>
                    <a:lnTo>
                      <a:pt x="4519" y="5475"/>
                    </a:lnTo>
                    <a:cubicBezTo>
                      <a:pt x="4687" y="5475"/>
                      <a:pt x="4823" y="5339"/>
                      <a:pt x="4823" y="5172"/>
                    </a:cubicBezTo>
                    <a:cubicBezTo>
                      <a:pt x="4823" y="5004"/>
                      <a:pt x="4687" y="4868"/>
                      <a:pt x="4519" y="4868"/>
                    </a:cubicBezTo>
                    <a:lnTo>
                      <a:pt x="3870" y="4868"/>
                    </a:lnTo>
                    <a:cubicBezTo>
                      <a:pt x="3346" y="4868"/>
                      <a:pt x="2919" y="5295"/>
                      <a:pt x="2919" y="5822"/>
                    </a:cubicBezTo>
                    <a:lnTo>
                      <a:pt x="2919" y="7124"/>
                    </a:lnTo>
                    <a:cubicBezTo>
                      <a:pt x="1620" y="7002"/>
                      <a:pt x="606" y="6100"/>
                      <a:pt x="606" y="5011"/>
                    </a:cubicBezTo>
                    <a:cubicBezTo>
                      <a:pt x="606" y="3837"/>
                      <a:pt x="1781" y="2881"/>
                      <a:pt x="3221" y="2881"/>
                    </a:cubicBezTo>
                    <a:cubicBezTo>
                      <a:pt x="3939" y="2881"/>
                      <a:pt x="4623" y="3167"/>
                      <a:pt x="5346" y="3468"/>
                    </a:cubicBezTo>
                    <a:cubicBezTo>
                      <a:pt x="6181" y="3817"/>
                      <a:pt x="7044" y="4177"/>
                      <a:pt x="8086" y="4177"/>
                    </a:cubicBezTo>
                    <a:cubicBezTo>
                      <a:pt x="9127" y="4177"/>
                      <a:pt x="9993" y="3817"/>
                      <a:pt x="10825" y="3468"/>
                    </a:cubicBezTo>
                    <a:cubicBezTo>
                      <a:pt x="11550" y="3167"/>
                      <a:pt x="12232" y="2881"/>
                      <a:pt x="12951" y="2881"/>
                    </a:cubicBezTo>
                    <a:close/>
                    <a:moveTo>
                      <a:pt x="5164" y="6664"/>
                    </a:moveTo>
                    <a:cubicBezTo>
                      <a:pt x="5195" y="6664"/>
                      <a:pt x="5226" y="6668"/>
                      <a:pt x="5256" y="6676"/>
                    </a:cubicBezTo>
                    <a:cubicBezTo>
                      <a:pt x="6094" y="6902"/>
                      <a:pt x="7598" y="7260"/>
                      <a:pt x="9529" y="7521"/>
                    </a:cubicBezTo>
                    <a:cubicBezTo>
                      <a:pt x="9453" y="7576"/>
                      <a:pt x="9403" y="7666"/>
                      <a:pt x="9403" y="7766"/>
                    </a:cubicBezTo>
                    <a:cubicBezTo>
                      <a:pt x="9403" y="7933"/>
                      <a:pt x="9539" y="8068"/>
                      <a:pt x="9707" y="8068"/>
                    </a:cubicBezTo>
                    <a:lnTo>
                      <a:pt x="10354" y="8068"/>
                    </a:lnTo>
                    <a:cubicBezTo>
                      <a:pt x="10523" y="8068"/>
                      <a:pt x="10658" y="7933"/>
                      <a:pt x="10658" y="7766"/>
                    </a:cubicBezTo>
                    <a:cubicBezTo>
                      <a:pt x="10658" y="7726"/>
                      <a:pt x="10650" y="7688"/>
                      <a:pt x="10637" y="7653"/>
                    </a:cubicBezTo>
                    <a:lnTo>
                      <a:pt x="10637" y="7653"/>
                    </a:lnTo>
                    <a:cubicBezTo>
                      <a:pt x="10868" y="7679"/>
                      <a:pt x="11107" y="7701"/>
                      <a:pt x="11350" y="7721"/>
                    </a:cubicBezTo>
                    <a:lnTo>
                      <a:pt x="11350" y="7766"/>
                    </a:lnTo>
                    <a:cubicBezTo>
                      <a:pt x="11350" y="8290"/>
                      <a:pt x="11775" y="8718"/>
                      <a:pt x="12302" y="8718"/>
                    </a:cubicBezTo>
                    <a:lnTo>
                      <a:pt x="12742" y="8718"/>
                    </a:lnTo>
                    <a:cubicBezTo>
                      <a:pt x="13025" y="8718"/>
                      <a:pt x="13268" y="8918"/>
                      <a:pt x="13293" y="9172"/>
                    </a:cubicBezTo>
                    <a:cubicBezTo>
                      <a:pt x="13308" y="9318"/>
                      <a:pt x="13263" y="9458"/>
                      <a:pt x="13165" y="9565"/>
                    </a:cubicBezTo>
                    <a:cubicBezTo>
                      <a:pt x="13068" y="9672"/>
                      <a:pt x="12931" y="9732"/>
                      <a:pt x="12788" y="9732"/>
                    </a:cubicBezTo>
                    <a:lnTo>
                      <a:pt x="12606" y="9732"/>
                    </a:lnTo>
                    <a:lnTo>
                      <a:pt x="12606" y="9711"/>
                    </a:lnTo>
                    <a:cubicBezTo>
                      <a:pt x="12606" y="9544"/>
                      <a:pt x="12471" y="9408"/>
                      <a:pt x="12302" y="9408"/>
                    </a:cubicBezTo>
                    <a:cubicBezTo>
                      <a:pt x="12135" y="9408"/>
                      <a:pt x="11999" y="9544"/>
                      <a:pt x="11999" y="9711"/>
                    </a:cubicBezTo>
                    <a:cubicBezTo>
                      <a:pt x="11999" y="11869"/>
                      <a:pt x="10244" y="13624"/>
                      <a:pt x="8086" y="13624"/>
                    </a:cubicBezTo>
                    <a:cubicBezTo>
                      <a:pt x="8085" y="13624"/>
                      <a:pt x="8083" y="13624"/>
                      <a:pt x="8081" y="13624"/>
                    </a:cubicBezTo>
                    <a:cubicBezTo>
                      <a:pt x="5930" y="13624"/>
                      <a:pt x="4177" y="11871"/>
                      <a:pt x="4175" y="9718"/>
                    </a:cubicBezTo>
                    <a:lnTo>
                      <a:pt x="4175" y="9716"/>
                    </a:lnTo>
                    <a:cubicBezTo>
                      <a:pt x="4175" y="9549"/>
                      <a:pt x="4039" y="9414"/>
                      <a:pt x="3870" y="9414"/>
                    </a:cubicBezTo>
                    <a:cubicBezTo>
                      <a:pt x="3703" y="9414"/>
                      <a:pt x="3568" y="9549"/>
                      <a:pt x="3568" y="9716"/>
                    </a:cubicBezTo>
                    <a:lnTo>
                      <a:pt x="3568" y="9735"/>
                    </a:lnTo>
                    <a:lnTo>
                      <a:pt x="3430" y="9735"/>
                    </a:lnTo>
                    <a:cubicBezTo>
                      <a:pt x="3146" y="9735"/>
                      <a:pt x="2904" y="9535"/>
                      <a:pt x="2878" y="9281"/>
                    </a:cubicBezTo>
                    <a:cubicBezTo>
                      <a:pt x="2864" y="9135"/>
                      <a:pt x="2909" y="8995"/>
                      <a:pt x="3006" y="8887"/>
                    </a:cubicBezTo>
                    <a:cubicBezTo>
                      <a:pt x="3103" y="8781"/>
                      <a:pt x="3241" y="8721"/>
                      <a:pt x="3383" y="8721"/>
                    </a:cubicBezTo>
                    <a:lnTo>
                      <a:pt x="3869" y="8721"/>
                    </a:lnTo>
                    <a:cubicBezTo>
                      <a:pt x="4395" y="8721"/>
                      <a:pt x="4823" y="8294"/>
                      <a:pt x="4823" y="7767"/>
                    </a:cubicBezTo>
                    <a:lnTo>
                      <a:pt x="4823" y="7010"/>
                    </a:lnTo>
                    <a:cubicBezTo>
                      <a:pt x="4823" y="6902"/>
                      <a:pt x="4870" y="6802"/>
                      <a:pt x="4956" y="6736"/>
                    </a:cubicBezTo>
                    <a:cubicBezTo>
                      <a:pt x="5017" y="6688"/>
                      <a:pt x="5090" y="6664"/>
                      <a:pt x="5164" y="6664"/>
                    </a:cubicBezTo>
                    <a:close/>
                    <a:moveTo>
                      <a:pt x="6115" y="13782"/>
                    </a:moveTo>
                    <a:cubicBezTo>
                      <a:pt x="6711" y="14072"/>
                      <a:pt x="7379" y="14237"/>
                      <a:pt x="8086" y="14237"/>
                    </a:cubicBezTo>
                    <a:cubicBezTo>
                      <a:pt x="8789" y="14237"/>
                      <a:pt x="9454" y="14075"/>
                      <a:pt x="10050" y="13787"/>
                    </a:cubicBezTo>
                    <a:lnTo>
                      <a:pt x="10050" y="14438"/>
                    </a:lnTo>
                    <a:lnTo>
                      <a:pt x="8082" y="15530"/>
                    </a:lnTo>
                    <a:lnTo>
                      <a:pt x="7345" y="15121"/>
                    </a:lnTo>
                    <a:cubicBezTo>
                      <a:pt x="7298" y="15095"/>
                      <a:pt x="7247" y="15082"/>
                      <a:pt x="7197" y="15082"/>
                    </a:cubicBezTo>
                    <a:cubicBezTo>
                      <a:pt x="7090" y="15082"/>
                      <a:pt x="6987" y="15138"/>
                      <a:pt x="6932" y="15238"/>
                    </a:cubicBezTo>
                    <a:cubicBezTo>
                      <a:pt x="6852" y="15385"/>
                      <a:pt x="6904" y="15570"/>
                      <a:pt x="7051" y="15650"/>
                    </a:cubicBezTo>
                    <a:lnTo>
                      <a:pt x="7554" y="15930"/>
                    </a:lnTo>
                    <a:lnTo>
                      <a:pt x="5913" y="17337"/>
                    </a:lnTo>
                    <a:cubicBezTo>
                      <a:pt x="5911" y="17340"/>
                      <a:pt x="5907" y="17343"/>
                      <a:pt x="5899" y="17343"/>
                    </a:cubicBezTo>
                    <a:cubicBezTo>
                      <a:pt x="5898" y="17343"/>
                      <a:pt x="5897" y="17343"/>
                      <a:pt x="5895" y="17343"/>
                    </a:cubicBezTo>
                    <a:cubicBezTo>
                      <a:pt x="5887" y="17341"/>
                      <a:pt x="5883" y="17336"/>
                      <a:pt x="5881" y="17331"/>
                    </a:cubicBezTo>
                    <a:lnTo>
                      <a:pt x="4859" y="15543"/>
                    </a:lnTo>
                    <a:lnTo>
                      <a:pt x="5284" y="14694"/>
                    </a:lnTo>
                    <a:cubicBezTo>
                      <a:pt x="5284" y="14692"/>
                      <a:pt x="5289" y="14686"/>
                      <a:pt x="5297" y="14684"/>
                    </a:cubicBezTo>
                    <a:cubicBezTo>
                      <a:pt x="5300" y="14682"/>
                      <a:pt x="5302" y="14682"/>
                      <a:pt x="5304" y="14682"/>
                    </a:cubicBezTo>
                    <a:cubicBezTo>
                      <a:pt x="5309" y="14682"/>
                      <a:pt x="5312" y="14684"/>
                      <a:pt x="5313" y="14685"/>
                    </a:cubicBezTo>
                    <a:lnTo>
                      <a:pt x="5975" y="15055"/>
                    </a:lnTo>
                    <a:cubicBezTo>
                      <a:pt x="6022" y="15080"/>
                      <a:pt x="6073" y="15092"/>
                      <a:pt x="6123" y="15092"/>
                    </a:cubicBezTo>
                    <a:cubicBezTo>
                      <a:pt x="6230" y="15092"/>
                      <a:pt x="6334" y="15037"/>
                      <a:pt x="6388" y="14936"/>
                    </a:cubicBezTo>
                    <a:cubicBezTo>
                      <a:pt x="6468" y="14791"/>
                      <a:pt x="6417" y="14604"/>
                      <a:pt x="6270" y="14524"/>
                    </a:cubicBezTo>
                    <a:lnTo>
                      <a:pt x="6115" y="14438"/>
                    </a:lnTo>
                    <a:lnTo>
                      <a:pt x="6115" y="13782"/>
                    </a:lnTo>
                    <a:close/>
                    <a:moveTo>
                      <a:pt x="10865" y="14682"/>
                    </a:moveTo>
                    <a:cubicBezTo>
                      <a:pt x="10867" y="14682"/>
                      <a:pt x="10870" y="14682"/>
                      <a:pt x="10873" y="14684"/>
                    </a:cubicBezTo>
                    <a:cubicBezTo>
                      <a:pt x="10881" y="14685"/>
                      <a:pt x="10883" y="14692"/>
                      <a:pt x="10885" y="14694"/>
                    </a:cubicBezTo>
                    <a:lnTo>
                      <a:pt x="11310" y="15543"/>
                    </a:lnTo>
                    <a:lnTo>
                      <a:pt x="10289" y="17333"/>
                    </a:lnTo>
                    <a:cubicBezTo>
                      <a:pt x="10287" y="17334"/>
                      <a:pt x="10283" y="17341"/>
                      <a:pt x="10274" y="17343"/>
                    </a:cubicBezTo>
                    <a:cubicBezTo>
                      <a:pt x="10273" y="17343"/>
                      <a:pt x="10272" y="17343"/>
                      <a:pt x="10271" y="17343"/>
                    </a:cubicBezTo>
                    <a:cubicBezTo>
                      <a:pt x="10264" y="17343"/>
                      <a:pt x="10259" y="17340"/>
                      <a:pt x="10259" y="17337"/>
                    </a:cubicBezTo>
                    <a:lnTo>
                      <a:pt x="8618" y="15930"/>
                    </a:lnTo>
                    <a:lnTo>
                      <a:pt x="10860" y="14685"/>
                    </a:lnTo>
                    <a:cubicBezTo>
                      <a:pt x="10858" y="14684"/>
                      <a:pt x="10861" y="14682"/>
                      <a:pt x="10865" y="14682"/>
                    </a:cubicBezTo>
                    <a:close/>
                    <a:moveTo>
                      <a:pt x="8086" y="16276"/>
                    </a:moveTo>
                    <a:lnTo>
                      <a:pt x="9861" y="17797"/>
                    </a:lnTo>
                    <a:cubicBezTo>
                      <a:pt x="9976" y="17894"/>
                      <a:pt x="10121" y="17948"/>
                      <a:pt x="10269" y="17948"/>
                    </a:cubicBezTo>
                    <a:cubicBezTo>
                      <a:pt x="10304" y="17948"/>
                      <a:pt x="10340" y="17944"/>
                      <a:pt x="10378" y="17940"/>
                    </a:cubicBezTo>
                    <a:cubicBezTo>
                      <a:pt x="10564" y="17907"/>
                      <a:pt x="10723" y="17794"/>
                      <a:pt x="10815" y="17633"/>
                    </a:cubicBezTo>
                    <a:lnTo>
                      <a:pt x="11354" y="16690"/>
                    </a:lnTo>
                    <a:lnTo>
                      <a:pt x="11354" y="18147"/>
                    </a:lnTo>
                    <a:cubicBezTo>
                      <a:pt x="11352" y="18515"/>
                      <a:pt x="11053" y="18815"/>
                      <a:pt x="10683" y="18815"/>
                    </a:cubicBezTo>
                    <a:lnTo>
                      <a:pt x="5494" y="18815"/>
                    </a:lnTo>
                    <a:cubicBezTo>
                      <a:pt x="5124" y="18815"/>
                      <a:pt x="4824" y="18515"/>
                      <a:pt x="4824" y="18147"/>
                    </a:cubicBezTo>
                    <a:lnTo>
                      <a:pt x="4824" y="16700"/>
                    </a:lnTo>
                    <a:lnTo>
                      <a:pt x="5356" y="17633"/>
                    </a:lnTo>
                    <a:cubicBezTo>
                      <a:pt x="5448" y="17794"/>
                      <a:pt x="5610" y="17907"/>
                      <a:pt x="5794" y="17940"/>
                    </a:cubicBezTo>
                    <a:cubicBezTo>
                      <a:pt x="5830" y="17947"/>
                      <a:pt x="5867" y="17948"/>
                      <a:pt x="5903" y="17948"/>
                    </a:cubicBezTo>
                    <a:cubicBezTo>
                      <a:pt x="6051" y="17948"/>
                      <a:pt x="6195" y="17897"/>
                      <a:pt x="6311" y="17797"/>
                    </a:cubicBezTo>
                    <a:lnTo>
                      <a:pt x="8086" y="16276"/>
                    </a:lnTo>
                    <a:close/>
                    <a:moveTo>
                      <a:pt x="6719" y="0"/>
                    </a:moveTo>
                    <a:cubicBezTo>
                      <a:pt x="6481" y="0"/>
                      <a:pt x="6206" y="48"/>
                      <a:pt x="5883" y="176"/>
                    </a:cubicBezTo>
                    <a:cubicBezTo>
                      <a:pt x="5376" y="376"/>
                      <a:pt x="4449" y="1170"/>
                      <a:pt x="3899" y="2339"/>
                    </a:cubicBezTo>
                    <a:cubicBezTo>
                      <a:pt x="3679" y="2297"/>
                      <a:pt x="3455" y="2273"/>
                      <a:pt x="3225" y="2273"/>
                    </a:cubicBezTo>
                    <a:cubicBezTo>
                      <a:pt x="1448" y="2273"/>
                      <a:pt x="0" y="3501"/>
                      <a:pt x="0" y="5009"/>
                    </a:cubicBezTo>
                    <a:cubicBezTo>
                      <a:pt x="0" y="6430"/>
                      <a:pt x="1285" y="7601"/>
                      <a:pt x="2921" y="7733"/>
                    </a:cubicBezTo>
                    <a:lnTo>
                      <a:pt x="2921" y="8214"/>
                    </a:lnTo>
                    <a:cubicBezTo>
                      <a:pt x="2785" y="8275"/>
                      <a:pt x="2662" y="8365"/>
                      <a:pt x="2561" y="8478"/>
                    </a:cubicBezTo>
                    <a:cubicBezTo>
                      <a:pt x="2349" y="8710"/>
                      <a:pt x="2247" y="9024"/>
                      <a:pt x="2278" y="9338"/>
                    </a:cubicBezTo>
                    <a:cubicBezTo>
                      <a:pt x="2334" y="9899"/>
                      <a:pt x="2842" y="10338"/>
                      <a:pt x="3433" y="10338"/>
                    </a:cubicBezTo>
                    <a:lnTo>
                      <a:pt x="3613" y="10338"/>
                    </a:lnTo>
                    <a:cubicBezTo>
                      <a:pt x="3792" y="11613"/>
                      <a:pt x="4503" y="12717"/>
                      <a:pt x="5513" y="13421"/>
                    </a:cubicBezTo>
                    <a:lnTo>
                      <a:pt x="5513" y="14107"/>
                    </a:lnTo>
                    <a:cubicBezTo>
                      <a:pt x="5446" y="14084"/>
                      <a:pt x="5375" y="14071"/>
                      <a:pt x="5303" y="14071"/>
                    </a:cubicBezTo>
                    <a:cubicBezTo>
                      <a:pt x="5241" y="14071"/>
                      <a:pt x="5179" y="14080"/>
                      <a:pt x="5120" y="14099"/>
                    </a:cubicBezTo>
                    <a:cubicBezTo>
                      <a:pt x="4957" y="14149"/>
                      <a:pt x="4820" y="14265"/>
                      <a:pt x="4743" y="14418"/>
                    </a:cubicBezTo>
                    <a:lnTo>
                      <a:pt x="4305" y="15296"/>
                    </a:lnTo>
                    <a:lnTo>
                      <a:pt x="1590" y="16135"/>
                    </a:lnTo>
                    <a:cubicBezTo>
                      <a:pt x="640" y="16427"/>
                      <a:pt x="1" y="17291"/>
                      <a:pt x="1" y="18284"/>
                    </a:cubicBezTo>
                    <a:lnTo>
                      <a:pt x="1" y="20415"/>
                    </a:lnTo>
                    <a:cubicBezTo>
                      <a:pt x="1" y="20583"/>
                      <a:pt x="137" y="20719"/>
                      <a:pt x="306" y="20719"/>
                    </a:cubicBezTo>
                    <a:cubicBezTo>
                      <a:pt x="473" y="20719"/>
                      <a:pt x="608" y="20583"/>
                      <a:pt x="608" y="20415"/>
                    </a:cubicBezTo>
                    <a:lnTo>
                      <a:pt x="608" y="18284"/>
                    </a:lnTo>
                    <a:cubicBezTo>
                      <a:pt x="608" y="17558"/>
                      <a:pt x="1075" y="16927"/>
                      <a:pt x="1768" y="16714"/>
                    </a:cubicBezTo>
                    <a:lnTo>
                      <a:pt x="2596" y="16459"/>
                    </a:lnTo>
                    <a:lnTo>
                      <a:pt x="2596" y="20415"/>
                    </a:lnTo>
                    <a:cubicBezTo>
                      <a:pt x="2596" y="20583"/>
                      <a:pt x="2732" y="20719"/>
                      <a:pt x="2899" y="20719"/>
                    </a:cubicBezTo>
                    <a:cubicBezTo>
                      <a:pt x="3068" y="20719"/>
                      <a:pt x="3203" y="20583"/>
                      <a:pt x="3203" y="20415"/>
                    </a:cubicBezTo>
                    <a:lnTo>
                      <a:pt x="3203" y="16272"/>
                    </a:lnTo>
                    <a:lnTo>
                      <a:pt x="4217" y="15959"/>
                    </a:lnTo>
                    <a:lnTo>
                      <a:pt x="4217" y="18144"/>
                    </a:lnTo>
                    <a:cubicBezTo>
                      <a:pt x="4217" y="18848"/>
                      <a:pt x="4790" y="19421"/>
                      <a:pt x="5493" y="19421"/>
                    </a:cubicBezTo>
                    <a:lnTo>
                      <a:pt x="10683" y="19421"/>
                    </a:lnTo>
                    <a:cubicBezTo>
                      <a:pt x="11387" y="19421"/>
                      <a:pt x="11959" y="18848"/>
                      <a:pt x="11959" y="18144"/>
                    </a:cubicBezTo>
                    <a:lnTo>
                      <a:pt x="11959" y="15959"/>
                    </a:lnTo>
                    <a:lnTo>
                      <a:pt x="12975" y="16272"/>
                    </a:lnTo>
                    <a:lnTo>
                      <a:pt x="12975" y="20415"/>
                    </a:lnTo>
                    <a:cubicBezTo>
                      <a:pt x="12975" y="20583"/>
                      <a:pt x="13111" y="20719"/>
                      <a:pt x="13279" y="20719"/>
                    </a:cubicBezTo>
                    <a:cubicBezTo>
                      <a:pt x="13446" y="20719"/>
                      <a:pt x="13582" y="20583"/>
                      <a:pt x="13582" y="20415"/>
                    </a:cubicBezTo>
                    <a:lnTo>
                      <a:pt x="13582" y="16459"/>
                    </a:lnTo>
                    <a:lnTo>
                      <a:pt x="14410" y="16714"/>
                    </a:lnTo>
                    <a:cubicBezTo>
                      <a:pt x="15103" y="16929"/>
                      <a:pt x="15568" y="17558"/>
                      <a:pt x="15568" y="18285"/>
                    </a:cubicBezTo>
                    <a:lnTo>
                      <a:pt x="15568" y="20416"/>
                    </a:lnTo>
                    <a:cubicBezTo>
                      <a:pt x="15568" y="20585"/>
                      <a:pt x="15704" y="20720"/>
                      <a:pt x="15873" y="20720"/>
                    </a:cubicBezTo>
                    <a:cubicBezTo>
                      <a:pt x="16040" y="20720"/>
                      <a:pt x="16175" y="20585"/>
                      <a:pt x="16175" y="20416"/>
                    </a:cubicBezTo>
                    <a:lnTo>
                      <a:pt x="16175" y="18285"/>
                    </a:lnTo>
                    <a:cubicBezTo>
                      <a:pt x="16177" y="17293"/>
                      <a:pt x="15538" y="16429"/>
                      <a:pt x="14589" y="16136"/>
                    </a:cubicBezTo>
                    <a:lnTo>
                      <a:pt x="11865" y="15298"/>
                    </a:lnTo>
                    <a:lnTo>
                      <a:pt x="11428" y="14421"/>
                    </a:lnTo>
                    <a:cubicBezTo>
                      <a:pt x="11351" y="14269"/>
                      <a:pt x="11215" y="14151"/>
                      <a:pt x="11051" y="14101"/>
                    </a:cubicBezTo>
                    <a:cubicBezTo>
                      <a:pt x="10991" y="14083"/>
                      <a:pt x="10929" y="14074"/>
                      <a:pt x="10866" y="14074"/>
                    </a:cubicBezTo>
                    <a:cubicBezTo>
                      <a:pt x="10796" y="14074"/>
                      <a:pt x="10726" y="14085"/>
                      <a:pt x="10658" y="14108"/>
                    </a:cubicBezTo>
                    <a:lnTo>
                      <a:pt x="10658" y="13427"/>
                    </a:lnTo>
                    <a:cubicBezTo>
                      <a:pt x="11672" y="12723"/>
                      <a:pt x="12386" y="11614"/>
                      <a:pt x="12565" y="10338"/>
                    </a:cubicBezTo>
                    <a:lnTo>
                      <a:pt x="12791" y="10338"/>
                    </a:lnTo>
                    <a:cubicBezTo>
                      <a:pt x="13106" y="10338"/>
                      <a:pt x="13408" y="10203"/>
                      <a:pt x="13618" y="9972"/>
                    </a:cubicBezTo>
                    <a:cubicBezTo>
                      <a:pt x="13829" y="9739"/>
                      <a:pt x="13932" y="9425"/>
                      <a:pt x="13900" y="9111"/>
                    </a:cubicBezTo>
                    <a:cubicBezTo>
                      <a:pt x="13860" y="8722"/>
                      <a:pt x="13608" y="8394"/>
                      <a:pt x="13258" y="8228"/>
                    </a:cubicBezTo>
                    <a:lnTo>
                      <a:pt x="13258" y="7733"/>
                    </a:lnTo>
                    <a:cubicBezTo>
                      <a:pt x="14893" y="7603"/>
                      <a:pt x="16177" y="6432"/>
                      <a:pt x="16177" y="5009"/>
                    </a:cubicBezTo>
                    <a:cubicBezTo>
                      <a:pt x="16177" y="3501"/>
                      <a:pt x="14730" y="2273"/>
                      <a:pt x="12953" y="2273"/>
                    </a:cubicBezTo>
                    <a:cubicBezTo>
                      <a:pt x="12724" y="2273"/>
                      <a:pt x="12501" y="2297"/>
                      <a:pt x="12279" y="2339"/>
                    </a:cubicBezTo>
                    <a:cubicBezTo>
                      <a:pt x="11731" y="1172"/>
                      <a:pt x="10808" y="378"/>
                      <a:pt x="10296" y="176"/>
                    </a:cubicBezTo>
                    <a:cubicBezTo>
                      <a:pt x="9972" y="48"/>
                      <a:pt x="9697" y="0"/>
                      <a:pt x="9459" y="0"/>
                    </a:cubicBezTo>
                    <a:cubicBezTo>
                      <a:pt x="9025" y="0"/>
                      <a:pt x="8715" y="160"/>
                      <a:pt x="8466" y="289"/>
                    </a:cubicBezTo>
                    <a:cubicBezTo>
                      <a:pt x="8318" y="364"/>
                      <a:pt x="8191" y="429"/>
                      <a:pt x="8089" y="429"/>
                    </a:cubicBezTo>
                    <a:cubicBezTo>
                      <a:pt x="7988" y="429"/>
                      <a:pt x="7861" y="364"/>
                      <a:pt x="7712" y="289"/>
                    </a:cubicBezTo>
                    <a:cubicBezTo>
                      <a:pt x="7462" y="160"/>
                      <a:pt x="7153" y="0"/>
                      <a:pt x="6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1" name="Google Shape;275;p6"/>
              <p:cNvSpPr/>
              <p:nvPr/>
            </p:nvSpPr>
            <p:spPr>
              <a:xfrm>
                <a:off x="878328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4" y="1"/>
                    </a:moveTo>
                    <a:cubicBezTo>
                      <a:pt x="136" y="1"/>
                      <a:pt x="0" y="137"/>
                      <a:pt x="0" y="304"/>
                    </a:cubicBezTo>
                    <a:lnTo>
                      <a:pt x="0" y="629"/>
                    </a:lnTo>
                    <a:cubicBezTo>
                      <a:pt x="0" y="796"/>
                      <a:pt x="136" y="932"/>
                      <a:pt x="304" y="932"/>
                    </a:cubicBezTo>
                    <a:cubicBezTo>
                      <a:pt x="472" y="932"/>
                      <a:pt x="607" y="796"/>
                      <a:pt x="607" y="629"/>
                    </a:cubicBezTo>
                    <a:lnTo>
                      <a:pt x="607" y="304"/>
                    </a:lnTo>
                    <a:cubicBezTo>
                      <a:pt x="607" y="137"/>
                      <a:pt x="472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2" name="Google Shape;276;p6"/>
              <p:cNvSpPr/>
              <p:nvPr/>
            </p:nvSpPr>
            <p:spPr>
              <a:xfrm>
                <a:off x="8912160" y="2165040"/>
                <a:ext cx="19800" cy="3060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608" h="932">
                    <a:moveTo>
                      <a:pt x="305" y="1"/>
                    </a:moveTo>
                    <a:cubicBezTo>
                      <a:pt x="137" y="1"/>
                      <a:pt x="1" y="137"/>
                      <a:pt x="1" y="304"/>
                    </a:cubicBezTo>
                    <a:lnTo>
                      <a:pt x="1" y="629"/>
                    </a:lnTo>
                    <a:cubicBezTo>
                      <a:pt x="1" y="796"/>
                      <a:pt x="137" y="932"/>
                      <a:pt x="305" y="932"/>
                    </a:cubicBezTo>
                    <a:cubicBezTo>
                      <a:pt x="472" y="932"/>
                      <a:pt x="608" y="796"/>
                      <a:pt x="608" y="629"/>
                    </a:cubicBezTo>
                    <a:lnTo>
                      <a:pt x="608" y="304"/>
                    </a:lnTo>
                    <a:cubicBezTo>
                      <a:pt x="608" y="137"/>
                      <a:pt x="472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3" name="Google Shape;277;p6"/>
              <p:cNvSpPr/>
              <p:nvPr/>
            </p:nvSpPr>
            <p:spPr>
              <a:xfrm>
                <a:off x="8836920" y="2272680"/>
                <a:ext cx="41040" cy="19800"/>
              </a:xfrm>
              <a:custGeom>
                <a:avLst/>
                <a:gdLst>
                  <a:gd name="textAreaLeft" fmla="*/ 0 w 41040"/>
                  <a:gd name="textAreaRight" fmla="*/ 41400 w 4104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1" h="608">
                    <a:moveTo>
                      <a:pt x="303" y="0"/>
                    </a:moveTo>
                    <a:cubicBezTo>
                      <a:pt x="136" y="0"/>
                      <a:pt x="0" y="136"/>
                      <a:pt x="0" y="304"/>
                    </a:cubicBezTo>
                    <a:cubicBezTo>
                      <a:pt x="0" y="471"/>
                      <a:pt x="136" y="607"/>
                      <a:pt x="303" y="607"/>
                    </a:cubicBezTo>
                    <a:lnTo>
                      <a:pt x="946" y="607"/>
                    </a:lnTo>
                    <a:cubicBezTo>
                      <a:pt x="1114" y="607"/>
                      <a:pt x="1250" y="471"/>
                      <a:pt x="1250" y="304"/>
                    </a:cubicBezTo>
                    <a:cubicBezTo>
                      <a:pt x="1250" y="136"/>
                      <a:pt x="1114" y="0"/>
                      <a:pt x="9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4" name="Google Shape;278;p6"/>
              <p:cNvSpPr/>
              <p:nvPr/>
            </p:nvSpPr>
            <p:spPr>
              <a:xfrm>
                <a:off x="8781480" y="2229480"/>
                <a:ext cx="151920" cy="34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4587" h="1062">
                    <a:moveTo>
                      <a:pt x="346" y="1"/>
                    </a:moveTo>
                    <a:cubicBezTo>
                      <a:pt x="248" y="1"/>
                      <a:pt x="152" y="48"/>
                      <a:pt x="93" y="135"/>
                    </a:cubicBezTo>
                    <a:cubicBezTo>
                      <a:pt x="1" y="275"/>
                      <a:pt x="39" y="463"/>
                      <a:pt x="178" y="556"/>
                    </a:cubicBezTo>
                    <a:lnTo>
                      <a:pt x="612" y="846"/>
                    </a:lnTo>
                    <a:cubicBezTo>
                      <a:pt x="826" y="989"/>
                      <a:pt x="1075" y="1062"/>
                      <a:pt x="1320" y="1062"/>
                    </a:cubicBezTo>
                    <a:cubicBezTo>
                      <a:pt x="1567" y="1062"/>
                      <a:pt x="1813" y="990"/>
                      <a:pt x="2027" y="846"/>
                    </a:cubicBezTo>
                    <a:lnTo>
                      <a:pt x="2104" y="796"/>
                    </a:lnTo>
                    <a:cubicBezTo>
                      <a:pt x="2162" y="757"/>
                      <a:pt x="2229" y="738"/>
                      <a:pt x="2295" y="738"/>
                    </a:cubicBezTo>
                    <a:cubicBezTo>
                      <a:pt x="2362" y="738"/>
                      <a:pt x="2429" y="757"/>
                      <a:pt x="2487" y="796"/>
                    </a:cubicBezTo>
                    <a:lnTo>
                      <a:pt x="2560" y="846"/>
                    </a:lnTo>
                    <a:cubicBezTo>
                      <a:pt x="2775" y="989"/>
                      <a:pt x="3021" y="1061"/>
                      <a:pt x="3268" y="1061"/>
                    </a:cubicBezTo>
                    <a:cubicBezTo>
                      <a:pt x="3514" y="1061"/>
                      <a:pt x="3760" y="989"/>
                      <a:pt x="3975" y="846"/>
                    </a:cubicBezTo>
                    <a:lnTo>
                      <a:pt x="4409" y="556"/>
                    </a:lnTo>
                    <a:cubicBezTo>
                      <a:pt x="4548" y="463"/>
                      <a:pt x="4586" y="275"/>
                      <a:pt x="4494" y="135"/>
                    </a:cubicBezTo>
                    <a:cubicBezTo>
                      <a:pt x="4435" y="48"/>
                      <a:pt x="4339" y="1"/>
                      <a:pt x="4241" y="1"/>
                    </a:cubicBezTo>
                    <a:cubicBezTo>
                      <a:pt x="4183" y="1"/>
                      <a:pt x="4124" y="17"/>
                      <a:pt x="4072" y="52"/>
                    </a:cubicBezTo>
                    <a:lnTo>
                      <a:pt x="3638" y="340"/>
                    </a:lnTo>
                    <a:cubicBezTo>
                      <a:pt x="3525" y="415"/>
                      <a:pt x="3395" y="453"/>
                      <a:pt x="3266" y="453"/>
                    </a:cubicBezTo>
                    <a:cubicBezTo>
                      <a:pt x="3137" y="453"/>
                      <a:pt x="3008" y="415"/>
                      <a:pt x="2896" y="340"/>
                    </a:cubicBezTo>
                    <a:lnTo>
                      <a:pt x="2821" y="290"/>
                    </a:lnTo>
                    <a:cubicBezTo>
                      <a:pt x="2661" y="183"/>
                      <a:pt x="2477" y="130"/>
                      <a:pt x="2293" y="130"/>
                    </a:cubicBezTo>
                    <a:cubicBezTo>
                      <a:pt x="2109" y="130"/>
                      <a:pt x="1925" y="183"/>
                      <a:pt x="1764" y="290"/>
                    </a:cubicBezTo>
                    <a:lnTo>
                      <a:pt x="1692" y="340"/>
                    </a:lnTo>
                    <a:cubicBezTo>
                      <a:pt x="1578" y="415"/>
                      <a:pt x="1449" y="453"/>
                      <a:pt x="1320" y="453"/>
                    </a:cubicBezTo>
                    <a:cubicBezTo>
                      <a:pt x="1191" y="453"/>
                      <a:pt x="1062" y="415"/>
                      <a:pt x="949" y="340"/>
                    </a:cubicBezTo>
                    <a:lnTo>
                      <a:pt x="515" y="52"/>
                    </a:lnTo>
                    <a:cubicBezTo>
                      <a:pt x="463" y="17"/>
                      <a:pt x="405" y="1"/>
                      <a:pt x="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5" name="Google Shape;279;p6"/>
              <p:cNvSpPr/>
              <p:nvPr/>
            </p:nvSpPr>
            <p:spPr>
              <a:xfrm>
                <a:off x="8772120" y="2133000"/>
                <a:ext cx="41400" cy="198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255" h="608">
                    <a:moveTo>
                      <a:pt x="303" y="0"/>
                    </a:moveTo>
                    <a:cubicBezTo>
                      <a:pt x="136" y="0"/>
                      <a:pt x="1" y="136"/>
                      <a:pt x="1" y="303"/>
                    </a:cubicBezTo>
                    <a:cubicBezTo>
                      <a:pt x="1" y="472"/>
                      <a:pt x="136" y="607"/>
                      <a:pt x="303" y="607"/>
                    </a:cubicBezTo>
                    <a:lnTo>
                      <a:pt x="952" y="607"/>
                    </a:lnTo>
                    <a:cubicBezTo>
                      <a:pt x="1119" y="607"/>
                      <a:pt x="1255" y="472"/>
                      <a:pt x="1255" y="303"/>
                    </a:cubicBezTo>
                    <a:cubicBezTo>
                      <a:pt x="1255" y="136"/>
                      <a:pt x="111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86" name="Google Shape;280;p6"/>
            <p:cNvGrpSpPr/>
            <p:nvPr/>
          </p:nvGrpSpPr>
          <p:grpSpPr>
            <a:xfrm>
              <a:off x="8589240" y="2743200"/>
              <a:ext cx="536760" cy="685440"/>
              <a:chOff x="8589240" y="2743200"/>
              <a:chExt cx="536760" cy="685440"/>
            </a:xfrm>
          </p:grpSpPr>
          <p:sp>
            <p:nvSpPr>
              <p:cNvPr id="2087" name="Google Shape;281;p6"/>
              <p:cNvSpPr/>
              <p:nvPr/>
            </p:nvSpPr>
            <p:spPr>
              <a:xfrm>
                <a:off x="877212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7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8" name="Google Shape;282;p6"/>
              <p:cNvSpPr/>
              <p:nvPr/>
            </p:nvSpPr>
            <p:spPr>
              <a:xfrm>
                <a:off x="8890560" y="2893320"/>
                <a:ext cx="52200" cy="1980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580" h="608">
                    <a:moveTo>
                      <a:pt x="303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72"/>
                      <a:pt x="136" y="608"/>
                      <a:pt x="303" y="608"/>
                    </a:cubicBezTo>
                    <a:lnTo>
                      <a:pt x="1276" y="608"/>
                    </a:lnTo>
                    <a:cubicBezTo>
                      <a:pt x="1444" y="608"/>
                      <a:pt x="1580" y="472"/>
                      <a:pt x="1580" y="305"/>
                    </a:cubicBezTo>
                    <a:cubicBezTo>
                      <a:pt x="1580" y="136"/>
                      <a:pt x="1444" y="1"/>
                      <a:pt x="1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89" name="Google Shape;283;p6"/>
              <p:cNvSpPr/>
              <p:nvPr/>
            </p:nvSpPr>
            <p:spPr>
              <a:xfrm>
                <a:off x="8589240" y="2743200"/>
                <a:ext cx="536760" cy="685440"/>
              </a:xfrm>
              <a:custGeom>
                <a:avLst/>
                <a:gdLst>
                  <a:gd name="textAreaLeft" fmla="*/ 0 w 536760"/>
                  <a:gd name="textAreaRight" fmla="*/ 537120 w 536760"/>
                  <a:gd name="textAreaTop" fmla="*/ 0 h 685440"/>
                  <a:gd name="textAreaBottom" fmla="*/ 685800 h 685440"/>
                </a:gdLst>
                <a:ahLst/>
                <a:cxnLst/>
                <a:rect l="textAreaLeft" t="textAreaTop" r="textAreaRight" b="textAreaBottom"/>
                <a:pathLst>
                  <a:path w="16177" h="20718">
                    <a:moveTo>
                      <a:pt x="4644" y="1598"/>
                    </a:moveTo>
                    <a:cubicBezTo>
                      <a:pt x="4788" y="1901"/>
                      <a:pt x="4864" y="2235"/>
                      <a:pt x="4864" y="2578"/>
                    </a:cubicBezTo>
                    <a:cubicBezTo>
                      <a:pt x="4864" y="3051"/>
                      <a:pt x="4718" y="3506"/>
                      <a:pt x="4445" y="3894"/>
                    </a:cubicBezTo>
                    <a:cubicBezTo>
                      <a:pt x="4294" y="4108"/>
                      <a:pt x="4215" y="4359"/>
                      <a:pt x="4215" y="4622"/>
                    </a:cubicBezTo>
                    <a:lnTo>
                      <a:pt x="4215" y="5172"/>
                    </a:lnTo>
                    <a:cubicBezTo>
                      <a:pt x="4215" y="5542"/>
                      <a:pt x="3915" y="5842"/>
                      <a:pt x="3545" y="5842"/>
                    </a:cubicBezTo>
                    <a:lnTo>
                      <a:pt x="3524" y="5842"/>
                    </a:lnTo>
                    <a:lnTo>
                      <a:pt x="3524" y="4199"/>
                    </a:lnTo>
                    <a:cubicBezTo>
                      <a:pt x="3524" y="3177"/>
                      <a:pt x="3954" y="2251"/>
                      <a:pt x="4644" y="1598"/>
                    </a:cubicBezTo>
                    <a:close/>
                    <a:moveTo>
                      <a:pt x="11530" y="1598"/>
                    </a:moveTo>
                    <a:cubicBezTo>
                      <a:pt x="12219" y="2251"/>
                      <a:pt x="12649" y="3177"/>
                      <a:pt x="12649" y="4199"/>
                    </a:cubicBezTo>
                    <a:lnTo>
                      <a:pt x="12649" y="5842"/>
                    </a:lnTo>
                    <a:lnTo>
                      <a:pt x="12629" y="5842"/>
                    </a:lnTo>
                    <a:cubicBezTo>
                      <a:pt x="12259" y="5842"/>
                      <a:pt x="11959" y="5540"/>
                      <a:pt x="11959" y="5172"/>
                    </a:cubicBezTo>
                    <a:lnTo>
                      <a:pt x="11959" y="4622"/>
                    </a:lnTo>
                    <a:cubicBezTo>
                      <a:pt x="11959" y="4359"/>
                      <a:pt x="11879" y="4108"/>
                      <a:pt x="11729" y="3894"/>
                    </a:cubicBezTo>
                    <a:cubicBezTo>
                      <a:pt x="11456" y="3506"/>
                      <a:pt x="11312" y="3051"/>
                      <a:pt x="11312" y="2578"/>
                    </a:cubicBezTo>
                    <a:cubicBezTo>
                      <a:pt x="11312" y="2237"/>
                      <a:pt x="11386" y="1903"/>
                      <a:pt x="11530" y="1598"/>
                    </a:cubicBezTo>
                    <a:close/>
                    <a:moveTo>
                      <a:pt x="9060" y="609"/>
                    </a:moveTo>
                    <a:lnTo>
                      <a:pt x="9060" y="610"/>
                    </a:lnTo>
                    <a:cubicBezTo>
                      <a:pt x="9421" y="610"/>
                      <a:pt x="9768" y="664"/>
                      <a:pt x="10095" y="763"/>
                    </a:cubicBezTo>
                    <a:cubicBezTo>
                      <a:pt x="9697" y="1493"/>
                      <a:pt x="8934" y="1950"/>
                      <a:pt x="8087" y="1950"/>
                    </a:cubicBezTo>
                    <a:cubicBezTo>
                      <a:pt x="7893" y="1950"/>
                      <a:pt x="7700" y="1924"/>
                      <a:pt x="7514" y="1877"/>
                    </a:cubicBezTo>
                    <a:cubicBezTo>
                      <a:pt x="7489" y="1870"/>
                      <a:pt x="7463" y="1867"/>
                      <a:pt x="7438" y="1867"/>
                    </a:cubicBezTo>
                    <a:cubicBezTo>
                      <a:pt x="7303" y="1867"/>
                      <a:pt x="7181" y="1957"/>
                      <a:pt x="7144" y="2094"/>
                    </a:cubicBezTo>
                    <a:cubicBezTo>
                      <a:pt x="7103" y="2257"/>
                      <a:pt x="7200" y="2423"/>
                      <a:pt x="7363" y="2464"/>
                    </a:cubicBezTo>
                    <a:cubicBezTo>
                      <a:pt x="7599" y="2524"/>
                      <a:pt x="7841" y="2555"/>
                      <a:pt x="8087" y="2555"/>
                    </a:cubicBezTo>
                    <a:cubicBezTo>
                      <a:pt x="9184" y="2555"/>
                      <a:pt x="10166" y="1948"/>
                      <a:pt x="10663" y="986"/>
                    </a:cubicBezTo>
                    <a:cubicBezTo>
                      <a:pt x="10795" y="1051"/>
                      <a:pt x="10922" y="1127"/>
                      <a:pt x="11045" y="1209"/>
                    </a:cubicBezTo>
                    <a:cubicBezTo>
                      <a:pt x="10821" y="1628"/>
                      <a:pt x="10702" y="2095"/>
                      <a:pt x="10702" y="2577"/>
                    </a:cubicBezTo>
                    <a:cubicBezTo>
                      <a:pt x="10702" y="3177"/>
                      <a:pt x="10885" y="3752"/>
                      <a:pt x="11233" y="4242"/>
                    </a:cubicBezTo>
                    <a:cubicBezTo>
                      <a:pt x="11312" y="4352"/>
                      <a:pt x="11352" y="4483"/>
                      <a:pt x="11352" y="4620"/>
                    </a:cubicBezTo>
                    <a:lnTo>
                      <a:pt x="11352" y="5170"/>
                    </a:lnTo>
                    <a:cubicBezTo>
                      <a:pt x="11352" y="5416"/>
                      <a:pt x="11422" y="5644"/>
                      <a:pt x="11542" y="5840"/>
                    </a:cubicBezTo>
                    <a:lnTo>
                      <a:pt x="11309" y="5840"/>
                    </a:lnTo>
                    <a:lnTo>
                      <a:pt x="11309" y="5819"/>
                    </a:lnTo>
                    <a:cubicBezTo>
                      <a:pt x="11309" y="5650"/>
                      <a:pt x="11173" y="5514"/>
                      <a:pt x="11006" y="5514"/>
                    </a:cubicBezTo>
                    <a:lnTo>
                      <a:pt x="8735" y="5514"/>
                    </a:lnTo>
                    <a:cubicBezTo>
                      <a:pt x="8567" y="5514"/>
                      <a:pt x="8431" y="5650"/>
                      <a:pt x="8431" y="5819"/>
                    </a:cubicBezTo>
                    <a:lnTo>
                      <a:pt x="8431" y="5904"/>
                    </a:lnTo>
                    <a:cubicBezTo>
                      <a:pt x="8324" y="5863"/>
                      <a:pt x="8208" y="5840"/>
                      <a:pt x="8087" y="5840"/>
                    </a:cubicBezTo>
                    <a:cubicBezTo>
                      <a:pt x="7966" y="5840"/>
                      <a:pt x="7849" y="5863"/>
                      <a:pt x="7741" y="5904"/>
                    </a:cubicBezTo>
                    <a:lnTo>
                      <a:pt x="7741" y="5819"/>
                    </a:lnTo>
                    <a:cubicBezTo>
                      <a:pt x="7741" y="5650"/>
                      <a:pt x="7606" y="5514"/>
                      <a:pt x="7437" y="5514"/>
                    </a:cubicBezTo>
                    <a:lnTo>
                      <a:pt x="5166" y="5514"/>
                    </a:lnTo>
                    <a:cubicBezTo>
                      <a:pt x="4999" y="5514"/>
                      <a:pt x="4864" y="5650"/>
                      <a:pt x="4864" y="5819"/>
                    </a:cubicBezTo>
                    <a:lnTo>
                      <a:pt x="4864" y="5840"/>
                    </a:lnTo>
                    <a:lnTo>
                      <a:pt x="4631" y="5840"/>
                    </a:lnTo>
                    <a:cubicBezTo>
                      <a:pt x="4752" y="5644"/>
                      <a:pt x="4822" y="5414"/>
                      <a:pt x="4822" y="5170"/>
                    </a:cubicBezTo>
                    <a:lnTo>
                      <a:pt x="4822" y="4620"/>
                    </a:lnTo>
                    <a:cubicBezTo>
                      <a:pt x="4822" y="4483"/>
                      <a:pt x="4864" y="4352"/>
                      <a:pt x="4942" y="4242"/>
                    </a:cubicBezTo>
                    <a:cubicBezTo>
                      <a:pt x="5288" y="3751"/>
                      <a:pt x="5471" y="3177"/>
                      <a:pt x="5471" y="2574"/>
                    </a:cubicBezTo>
                    <a:cubicBezTo>
                      <a:pt x="5471" y="2095"/>
                      <a:pt x="5352" y="1627"/>
                      <a:pt x="5128" y="1209"/>
                    </a:cubicBezTo>
                    <a:cubicBezTo>
                      <a:pt x="5251" y="1127"/>
                      <a:pt x="5378" y="1051"/>
                      <a:pt x="5512" y="986"/>
                    </a:cubicBezTo>
                    <a:cubicBezTo>
                      <a:pt x="5659" y="1273"/>
                      <a:pt x="5852" y="1531"/>
                      <a:pt x="6090" y="1757"/>
                    </a:cubicBezTo>
                    <a:cubicBezTo>
                      <a:pt x="6149" y="1811"/>
                      <a:pt x="6223" y="1841"/>
                      <a:pt x="6299" y="1841"/>
                    </a:cubicBezTo>
                    <a:cubicBezTo>
                      <a:pt x="6379" y="1841"/>
                      <a:pt x="6459" y="1808"/>
                      <a:pt x="6519" y="1746"/>
                    </a:cubicBezTo>
                    <a:cubicBezTo>
                      <a:pt x="6635" y="1624"/>
                      <a:pt x="6629" y="1431"/>
                      <a:pt x="6507" y="1317"/>
                    </a:cubicBezTo>
                    <a:cubicBezTo>
                      <a:pt x="6335" y="1153"/>
                      <a:pt x="6192" y="967"/>
                      <a:pt x="6078" y="760"/>
                    </a:cubicBezTo>
                    <a:cubicBezTo>
                      <a:pt x="6406" y="663"/>
                      <a:pt x="6752" y="609"/>
                      <a:pt x="7113" y="609"/>
                    </a:cubicBezTo>
                    <a:close/>
                    <a:moveTo>
                      <a:pt x="10703" y="6123"/>
                    </a:moveTo>
                    <a:lnTo>
                      <a:pt x="10703" y="6793"/>
                    </a:lnTo>
                    <a:cubicBezTo>
                      <a:pt x="10703" y="6984"/>
                      <a:pt x="10548" y="7140"/>
                      <a:pt x="10358" y="7140"/>
                    </a:cubicBezTo>
                    <a:lnTo>
                      <a:pt x="9385" y="7140"/>
                    </a:lnTo>
                    <a:cubicBezTo>
                      <a:pt x="9194" y="7140"/>
                      <a:pt x="9041" y="6984"/>
                      <a:pt x="9041" y="6793"/>
                    </a:cubicBezTo>
                    <a:lnTo>
                      <a:pt x="9041" y="6123"/>
                    </a:lnTo>
                    <a:lnTo>
                      <a:pt x="9569" y="6123"/>
                    </a:lnTo>
                    <a:lnTo>
                      <a:pt x="9569" y="6470"/>
                    </a:lnTo>
                    <a:cubicBezTo>
                      <a:pt x="9568" y="6637"/>
                      <a:pt x="9702" y="6773"/>
                      <a:pt x="9871" y="6773"/>
                    </a:cubicBezTo>
                    <a:cubicBezTo>
                      <a:pt x="10039" y="6773"/>
                      <a:pt x="10175" y="6637"/>
                      <a:pt x="10175" y="6470"/>
                    </a:cubicBezTo>
                    <a:lnTo>
                      <a:pt x="10175" y="6123"/>
                    </a:lnTo>
                    <a:close/>
                    <a:moveTo>
                      <a:pt x="7134" y="6126"/>
                    </a:moveTo>
                    <a:lnTo>
                      <a:pt x="7134" y="6794"/>
                    </a:lnTo>
                    <a:cubicBezTo>
                      <a:pt x="7134" y="6985"/>
                      <a:pt x="6979" y="7141"/>
                      <a:pt x="6787" y="7141"/>
                    </a:cubicBezTo>
                    <a:lnTo>
                      <a:pt x="5815" y="7141"/>
                    </a:lnTo>
                    <a:cubicBezTo>
                      <a:pt x="5623" y="7141"/>
                      <a:pt x="5471" y="6985"/>
                      <a:pt x="5471" y="6794"/>
                    </a:cubicBezTo>
                    <a:lnTo>
                      <a:pt x="5471" y="6126"/>
                    </a:lnTo>
                    <a:lnTo>
                      <a:pt x="5999" y="6126"/>
                    </a:lnTo>
                    <a:lnTo>
                      <a:pt x="5999" y="6471"/>
                    </a:lnTo>
                    <a:cubicBezTo>
                      <a:pt x="5999" y="6640"/>
                      <a:pt x="6135" y="6776"/>
                      <a:pt x="6302" y="6776"/>
                    </a:cubicBezTo>
                    <a:cubicBezTo>
                      <a:pt x="6470" y="6776"/>
                      <a:pt x="6606" y="6640"/>
                      <a:pt x="6606" y="6471"/>
                    </a:cubicBezTo>
                    <a:lnTo>
                      <a:pt x="6606" y="6126"/>
                    </a:lnTo>
                    <a:close/>
                    <a:moveTo>
                      <a:pt x="12791" y="6450"/>
                    </a:moveTo>
                    <a:cubicBezTo>
                      <a:pt x="12934" y="6450"/>
                      <a:pt x="13071" y="6511"/>
                      <a:pt x="13166" y="6616"/>
                    </a:cubicBezTo>
                    <a:cubicBezTo>
                      <a:pt x="13264" y="6723"/>
                      <a:pt x="13308" y="6864"/>
                      <a:pt x="13294" y="7008"/>
                    </a:cubicBezTo>
                    <a:cubicBezTo>
                      <a:pt x="13270" y="7264"/>
                      <a:pt x="13027" y="7464"/>
                      <a:pt x="12743" y="7464"/>
                    </a:cubicBezTo>
                    <a:lnTo>
                      <a:pt x="12606" y="7464"/>
                    </a:lnTo>
                    <a:lnTo>
                      <a:pt x="12606" y="7442"/>
                    </a:lnTo>
                    <a:cubicBezTo>
                      <a:pt x="12606" y="7274"/>
                      <a:pt x="12470" y="7140"/>
                      <a:pt x="12302" y="7140"/>
                    </a:cubicBezTo>
                    <a:cubicBezTo>
                      <a:pt x="12134" y="7140"/>
                      <a:pt x="11999" y="7274"/>
                      <a:pt x="11999" y="7442"/>
                    </a:cubicBezTo>
                    <a:cubicBezTo>
                      <a:pt x="11999" y="9600"/>
                      <a:pt x="10244" y="11356"/>
                      <a:pt x="8086" y="11356"/>
                    </a:cubicBezTo>
                    <a:cubicBezTo>
                      <a:pt x="8085" y="11356"/>
                      <a:pt x="8084" y="11356"/>
                      <a:pt x="8083" y="11356"/>
                    </a:cubicBezTo>
                    <a:cubicBezTo>
                      <a:pt x="5928" y="11356"/>
                      <a:pt x="4174" y="9600"/>
                      <a:pt x="4174" y="7442"/>
                    </a:cubicBezTo>
                    <a:cubicBezTo>
                      <a:pt x="4174" y="7274"/>
                      <a:pt x="4038" y="7140"/>
                      <a:pt x="3871" y="7140"/>
                    </a:cubicBezTo>
                    <a:cubicBezTo>
                      <a:pt x="3703" y="7140"/>
                      <a:pt x="3567" y="7274"/>
                      <a:pt x="3567" y="7442"/>
                    </a:cubicBezTo>
                    <a:lnTo>
                      <a:pt x="3567" y="7464"/>
                    </a:lnTo>
                    <a:lnTo>
                      <a:pt x="3384" y="7464"/>
                    </a:lnTo>
                    <a:cubicBezTo>
                      <a:pt x="3241" y="7464"/>
                      <a:pt x="3103" y="7404"/>
                      <a:pt x="3007" y="7297"/>
                    </a:cubicBezTo>
                    <a:cubicBezTo>
                      <a:pt x="2909" y="7190"/>
                      <a:pt x="2864" y="7050"/>
                      <a:pt x="2879" y="6904"/>
                    </a:cubicBezTo>
                    <a:cubicBezTo>
                      <a:pt x="2903" y="6648"/>
                      <a:pt x="3146" y="6450"/>
                      <a:pt x="3430" y="6450"/>
                    </a:cubicBezTo>
                    <a:lnTo>
                      <a:pt x="4864" y="6450"/>
                    </a:lnTo>
                    <a:lnTo>
                      <a:pt x="4864" y="6794"/>
                    </a:lnTo>
                    <a:cubicBezTo>
                      <a:pt x="4864" y="7320"/>
                      <a:pt x="5289" y="7748"/>
                      <a:pt x="5815" y="7748"/>
                    </a:cubicBezTo>
                    <a:lnTo>
                      <a:pt x="6787" y="7748"/>
                    </a:lnTo>
                    <a:cubicBezTo>
                      <a:pt x="7313" y="7748"/>
                      <a:pt x="7741" y="7321"/>
                      <a:pt x="7741" y="6794"/>
                    </a:cubicBezTo>
                    <a:cubicBezTo>
                      <a:pt x="7741" y="6606"/>
                      <a:pt x="7896" y="6450"/>
                      <a:pt x="8087" y="6450"/>
                    </a:cubicBezTo>
                    <a:cubicBezTo>
                      <a:pt x="8277" y="6450"/>
                      <a:pt x="8431" y="6606"/>
                      <a:pt x="8431" y="6794"/>
                    </a:cubicBezTo>
                    <a:cubicBezTo>
                      <a:pt x="8431" y="7320"/>
                      <a:pt x="8858" y="7748"/>
                      <a:pt x="9384" y="7748"/>
                    </a:cubicBezTo>
                    <a:lnTo>
                      <a:pt x="10356" y="7748"/>
                    </a:lnTo>
                    <a:cubicBezTo>
                      <a:pt x="10880" y="7748"/>
                      <a:pt x="11309" y="7321"/>
                      <a:pt x="11309" y="6794"/>
                    </a:cubicBezTo>
                    <a:lnTo>
                      <a:pt x="11309" y="6450"/>
                    </a:lnTo>
                    <a:close/>
                    <a:moveTo>
                      <a:pt x="8757" y="11914"/>
                    </a:moveTo>
                    <a:lnTo>
                      <a:pt x="8757" y="12957"/>
                    </a:lnTo>
                    <a:cubicBezTo>
                      <a:pt x="8757" y="12969"/>
                      <a:pt x="8748" y="12978"/>
                      <a:pt x="8735" y="12978"/>
                    </a:cubicBezTo>
                    <a:lnTo>
                      <a:pt x="7437" y="12978"/>
                    </a:lnTo>
                    <a:cubicBezTo>
                      <a:pt x="7424" y="12978"/>
                      <a:pt x="7416" y="12969"/>
                      <a:pt x="7416" y="12957"/>
                    </a:cubicBezTo>
                    <a:lnTo>
                      <a:pt x="7416" y="11914"/>
                    </a:lnTo>
                    <a:lnTo>
                      <a:pt x="7417" y="11914"/>
                    </a:lnTo>
                    <a:cubicBezTo>
                      <a:pt x="7636" y="11947"/>
                      <a:pt x="7860" y="11964"/>
                      <a:pt x="8087" y="11964"/>
                    </a:cubicBezTo>
                    <a:cubicBezTo>
                      <a:pt x="8314" y="11964"/>
                      <a:pt x="8537" y="11948"/>
                      <a:pt x="8757" y="11914"/>
                    </a:cubicBezTo>
                    <a:close/>
                    <a:moveTo>
                      <a:pt x="10055" y="11514"/>
                    </a:moveTo>
                    <a:lnTo>
                      <a:pt x="10055" y="12555"/>
                    </a:lnTo>
                    <a:cubicBezTo>
                      <a:pt x="10055" y="13118"/>
                      <a:pt x="10432" y="13621"/>
                      <a:pt x="10972" y="13781"/>
                    </a:cubicBezTo>
                    <a:lnTo>
                      <a:pt x="12110" y="14113"/>
                    </a:lnTo>
                    <a:cubicBezTo>
                      <a:pt x="11200" y="15423"/>
                      <a:pt x="9691" y="16223"/>
                      <a:pt x="8087" y="16223"/>
                    </a:cubicBezTo>
                    <a:cubicBezTo>
                      <a:pt x="7226" y="16223"/>
                      <a:pt x="6378" y="15996"/>
                      <a:pt x="5636" y="15566"/>
                    </a:cubicBezTo>
                    <a:cubicBezTo>
                      <a:pt x="5014" y="15203"/>
                      <a:pt x="4477" y="14705"/>
                      <a:pt x="4065" y="14113"/>
                    </a:cubicBezTo>
                    <a:lnTo>
                      <a:pt x="5202" y="13781"/>
                    </a:lnTo>
                    <a:cubicBezTo>
                      <a:pt x="5742" y="13621"/>
                      <a:pt x="6119" y="13118"/>
                      <a:pt x="6119" y="12555"/>
                    </a:cubicBezTo>
                    <a:lnTo>
                      <a:pt x="6119" y="11514"/>
                    </a:lnTo>
                    <a:cubicBezTo>
                      <a:pt x="6340" y="11621"/>
                      <a:pt x="6570" y="11711"/>
                      <a:pt x="6809" y="11783"/>
                    </a:cubicBezTo>
                    <a:lnTo>
                      <a:pt x="6809" y="12961"/>
                    </a:lnTo>
                    <a:cubicBezTo>
                      <a:pt x="6809" y="13306"/>
                      <a:pt x="7092" y="13589"/>
                      <a:pt x="7437" y="13589"/>
                    </a:cubicBezTo>
                    <a:lnTo>
                      <a:pt x="8735" y="13589"/>
                    </a:lnTo>
                    <a:cubicBezTo>
                      <a:pt x="9082" y="13589"/>
                      <a:pt x="9364" y="13306"/>
                      <a:pt x="9364" y="12961"/>
                    </a:cubicBezTo>
                    <a:lnTo>
                      <a:pt x="9364" y="11783"/>
                    </a:lnTo>
                    <a:cubicBezTo>
                      <a:pt x="9604" y="11711"/>
                      <a:pt x="9834" y="11621"/>
                      <a:pt x="10055" y="11514"/>
                    </a:cubicBezTo>
                    <a:close/>
                    <a:moveTo>
                      <a:pt x="7114" y="0"/>
                    </a:moveTo>
                    <a:cubicBezTo>
                      <a:pt x="4801" y="0"/>
                      <a:pt x="2920" y="1881"/>
                      <a:pt x="2920" y="4198"/>
                    </a:cubicBezTo>
                    <a:lnTo>
                      <a:pt x="2920" y="5956"/>
                    </a:lnTo>
                    <a:cubicBezTo>
                      <a:pt x="2570" y="6121"/>
                      <a:pt x="2316" y="6451"/>
                      <a:pt x="2277" y="6840"/>
                    </a:cubicBezTo>
                    <a:cubicBezTo>
                      <a:pt x="2244" y="7154"/>
                      <a:pt x="2349" y="7468"/>
                      <a:pt x="2559" y="7700"/>
                    </a:cubicBezTo>
                    <a:cubicBezTo>
                      <a:pt x="2770" y="7934"/>
                      <a:pt x="3071" y="8065"/>
                      <a:pt x="3386" y="8065"/>
                    </a:cubicBezTo>
                    <a:lnTo>
                      <a:pt x="3613" y="8065"/>
                    </a:lnTo>
                    <a:cubicBezTo>
                      <a:pt x="3791" y="9342"/>
                      <a:pt x="4501" y="10447"/>
                      <a:pt x="5515" y="11153"/>
                    </a:cubicBezTo>
                    <a:lnTo>
                      <a:pt x="5515" y="12550"/>
                    </a:lnTo>
                    <a:cubicBezTo>
                      <a:pt x="5515" y="12845"/>
                      <a:pt x="5316" y="13109"/>
                      <a:pt x="5035" y="13192"/>
                    </a:cubicBezTo>
                    <a:lnTo>
                      <a:pt x="1616" y="14198"/>
                    </a:lnTo>
                    <a:cubicBezTo>
                      <a:pt x="666" y="14478"/>
                      <a:pt x="1" y="15366"/>
                      <a:pt x="1" y="16356"/>
                    </a:cubicBezTo>
                    <a:lnTo>
                      <a:pt x="1" y="20414"/>
                    </a:lnTo>
                    <a:cubicBezTo>
                      <a:pt x="1" y="20581"/>
                      <a:pt x="136" y="20717"/>
                      <a:pt x="304" y="20717"/>
                    </a:cubicBezTo>
                    <a:cubicBezTo>
                      <a:pt x="472" y="20717"/>
                      <a:pt x="608" y="20581"/>
                      <a:pt x="608" y="20414"/>
                    </a:cubicBezTo>
                    <a:lnTo>
                      <a:pt x="608" y="16356"/>
                    </a:lnTo>
                    <a:cubicBezTo>
                      <a:pt x="608" y="15633"/>
                      <a:pt x="1093" y="14983"/>
                      <a:pt x="1786" y="14780"/>
                    </a:cubicBezTo>
                    <a:lnTo>
                      <a:pt x="3458" y="14288"/>
                    </a:lnTo>
                    <a:cubicBezTo>
                      <a:pt x="3930" y="15026"/>
                      <a:pt x="4577" y="15644"/>
                      <a:pt x="5335" y="16084"/>
                    </a:cubicBezTo>
                    <a:cubicBezTo>
                      <a:pt x="6169" y="16568"/>
                      <a:pt x="7120" y="16824"/>
                      <a:pt x="8090" y="16824"/>
                    </a:cubicBezTo>
                    <a:cubicBezTo>
                      <a:pt x="9062" y="16824"/>
                      <a:pt x="10019" y="16567"/>
                      <a:pt x="10856" y="16077"/>
                    </a:cubicBezTo>
                    <a:cubicBezTo>
                      <a:pt x="11610" y="15639"/>
                      <a:pt x="12249" y="15020"/>
                      <a:pt x="12720" y="14288"/>
                    </a:cubicBezTo>
                    <a:lnTo>
                      <a:pt x="14391" y="14780"/>
                    </a:lnTo>
                    <a:cubicBezTo>
                      <a:pt x="15085" y="14983"/>
                      <a:pt x="15569" y="15633"/>
                      <a:pt x="15569" y="16356"/>
                    </a:cubicBezTo>
                    <a:lnTo>
                      <a:pt x="15569" y="20414"/>
                    </a:lnTo>
                    <a:cubicBezTo>
                      <a:pt x="15569" y="20581"/>
                      <a:pt x="15705" y="20717"/>
                      <a:pt x="15873" y="20717"/>
                    </a:cubicBezTo>
                    <a:cubicBezTo>
                      <a:pt x="16040" y="20717"/>
                      <a:pt x="16176" y="20581"/>
                      <a:pt x="16176" y="20414"/>
                    </a:cubicBezTo>
                    <a:lnTo>
                      <a:pt x="16176" y="16356"/>
                    </a:lnTo>
                    <a:cubicBezTo>
                      <a:pt x="16176" y="15369"/>
                      <a:pt x="15512" y="14482"/>
                      <a:pt x="14561" y="14202"/>
                    </a:cubicBezTo>
                    <a:lnTo>
                      <a:pt x="11142" y="13196"/>
                    </a:lnTo>
                    <a:cubicBezTo>
                      <a:pt x="10858" y="13112"/>
                      <a:pt x="10662" y="12849"/>
                      <a:pt x="10662" y="12554"/>
                    </a:cubicBezTo>
                    <a:lnTo>
                      <a:pt x="10662" y="11156"/>
                    </a:lnTo>
                    <a:cubicBezTo>
                      <a:pt x="11675" y="10453"/>
                      <a:pt x="12386" y="9346"/>
                      <a:pt x="12564" y="8069"/>
                    </a:cubicBezTo>
                    <a:lnTo>
                      <a:pt x="12746" y="8069"/>
                    </a:lnTo>
                    <a:cubicBezTo>
                      <a:pt x="13335" y="8069"/>
                      <a:pt x="13842" y="7630"/>
                      <a:pt x="13900" y="7070"/>
                    </a:cubicBezTo>
                    <a:cubicBezTo>
                      <a:pt x="13932" y="6756"/>
                      <a:pt x="13828" y="6441"/>
                      <a:pt x="13618" y="6207"/>
                    </a:cubicBezTo>
                    <a:cubicBezTo>
                      <a:pt x="13517" y="6094"/>
                      <a:pt x="13393" y="6006"/>
                      <a:pt x="13257" y="5943"/>
                    </a:cubicBezTo>
                    <a:lnTo>
                      <a:pt x="13257" y="4198"/>
                    </a:lnTo>
                    <a:cubicBezTo>
                      <a:pt x="13257" y="1884"/>
                      <a:pt x="11375" y="0"/>
                      <a:pt x="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90" name="Google Shape;284;p6"/>
              <p:cNvSpPr/>
              <p:nvPr/>
            </p:nvSpPr>
            <p:spPr>
              <a:xfrm>
                <a:off x="8815320" y="3322800"/>
                <a:ext cx="84600" cy="10584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105840"/>
                  <a:gd name="textAreaBottom" fmla="*/ 106200 h 105840"/>
                </a:gdLst>
                <a:ahLst/>
                <a:cxnLst/>
                <a:rect l="textAreaLeft" t="textAreaTop" r="textAreaRight" b="textAreaBottom"/>
                <a:pathLst>
                  <a:path w="2554" h="3204">
                    <a:moveTo>
                      <a:pt x="1277" y="1"/>
                    </a:moveTo>
                    <a:cubicBezTo>
                      <a:pt x="1110" y="1"/>
                      <a:pt x="974" y="136"/>
                      <a:pt x="974" y="305"/>
                    </a:cubicBezTo>
                    <a:lnTo>
                      <a:pt x="974" y="975"/>
                    </a:lnTo>
                    <a:lnTo>
                      <a:pt x="304" y="975"/>
                    </a:lnTo>
                    <a:cubicBezTo>
                      <a:pt x="137" y="975"/>
                      <a:pt x="0" y="1109"/>
                      <a:pt x="0" y="1277"/>
                    </a:cubicBezTo>
                    <a:cubicBezTo>
                      <a:pt x="0" y="1446"/>
                      <a:pt x="137" y="1581"/>
                      <a:pt x="304" y="1581"/>
                    </a:cubicBezTo>
                    <a:lnTo>
                      <a:pt x="974" y="1581"/>
                    </a:lnTo>
                    <a:lnTo>
                      <a:pt x="974" y="2900"/>
                    </a:lnTo>
                    <a:cubicBezTo>
                      <a:pt x="974" y="3068"/>
                      <a:pt x="1110" y="3204"/>
                      <a:pt x="1277" y="3204"/>
                    </a:cubicBezTo>
                    <a:cubicBezTo>
                      <a:pt x="1446" y="3204"/>
                      <a:pt x="1581" y="3068"/>
                      <a:pt x="1581" y="2900"/>
                    </a:cubicBezTo>
                    <a:lnTo>
                      <a:pt x="1581" y="1581"/>
                    </a:lnTo>
                    <a:lnTo>
                      <a:pt x="2250" y="1581"/>
                    </a:lnTo>
                    <a:cubicBezTo>
                      <a:pt x="2418" y="1581"/>
                      <a:pt x="2554" y="1446"/>
                      <a:pt x="2554" y="1277"/>
                    </a:cubicBezTo>
                    <a:cubicBezTo>
                      <a:pt x="2554" y="1109"/>
                      <a:pt x="2418" y="975"/>
                      <a:pt x="2250" y="975"/>
                    </a:cubicBezTo>
                    <a:lnTo>
                      <a:pt x="1581" y="975"/>
                    </a:lnTo>
                    <a:lnTo>
                      <a:pt x="1581" y="305"/>
                    </a:lnTo>
                    <a:cubicBezTo>
                      <a:pt x="1581" y="136"/>
                      <a:pt x="1446" y="1"/>
                      <a:pt x="1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91" name="Google Shape;285;p6"/>
              <p:cNvSpPr/>
              <p:nvPr/>
            </p:nvSpPr>
            <p:spPr>
              <a:xfrm>
                <a:off x="8814240" y="3022200"/>
                <a:ext cx="86400" cy="3060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2615" h="934">
                    <a:moveTo>
                      <a:pt x="335" y="1"/>
                    </a:moveTo>
                    <a:cubicBezTo>
                      <a:pt x="256" y="1"/>
                      <a:pt x="178" y="31"/>
                      <a:pt x="119" y="92"/>
                    </a:cubicBezTo>
                    <a:cubicBezTo>
                      <a:pt x="1" y="212"/>
                      <a:pt x="2" y="403"/>
                      <a:pt x="122" y="520"/>
                    </a:cubicBezTo>
                    <a:cubicBezTo>
                      <a:pt x="384" y="779"/>
                      <a:pt x="828" y="933"/>
                      <a:pt x="1308" y="933"/>
                    </a:cubicBezTo>
                    <a:cubicBezTo>
                      <a:pt x="1792" y="933"/>
                      <a:pt x="2234" y="779"/>
                      <a:pt x="2494" y="520"/>
                    </a:cubicBezTo>
                    <a:cubicBezTo>
                      <a:pt x="2614" y="403"/>
                      <a:pt x="2614" y="212"/>
                      <a:pt x="2497" y="92"/>
                    </a:cubicBezTo>
                    <a:cubicBezTo>
                      <a:pt x="2437" y="31"/>
                      <a:pt x="2359" y="1"/>
                      <a:pt x="2280" y="1"/>
                    </a:cubicBezTo>
                    <a:cubicBezTo>
                      <a:pt x="2203" y="1"/>
                      <a:pt x="2127" y="30"/>
                      <a:pt x="2069" y="89"/>
                    </a:cubicBezTo>
                    <a:cubicBezTo>
                      <a:pt x="1957" y="198"/>
                      <a:pt x="1692" y="326"/>
                      <a:pt x="1308" y="326"/>
                    </a:cubicBezTo>
                    <a:cubicBezTo>
                      <a:pt x="923" y="326"/>
                      <a:pt x="658" y="198"/>
                      <a:pt x="548" y="89"/>
                    </a:cubicBezTo>
                    <a:cubicBezTo>
                      <a:pt x="488" y="30"/>
                      <a:pt x="411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09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1920;p39"/>
          <p:cNvSpPr/>
          <p:nvPr/>
        </p:nvSpPr>
        <p:spPr>
          <a:xfrm>
            <a:off x="6714360" y="4286160"/>
            <a:ext cx="858240" cy="856800"/>
          </a:xfrm>
          <a:prstGeom prst="rect">
            <a:avLst/>
          </a:prstGeom>
          <a:solidFill>
            <a:schemeClr val="dk2"/>
          </a:solidFill>
          <a:ln w="19050">
            <a:solidFill>
              <a:srgbClr val="B0C1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5" name="Google Shape;1921;p39"/>
          <p:cNvSpPr/>
          <p:nvPr/>
        </p:nvSpPr>
        <p:spPr>
          <a:xfrm>
            <a:off x="5857200" y="4286160"/>
            <a:ext cx="858240" cy="856800"/>
          </a:xfrm>
          <a:prstGeom prst="rect">
            <a:avLst/>
          </a:prstGeom>
          <a:solidFill>
            <a:schemeClr val="dk2"/>
          </a:solidFill>
          <a:ln w="19050">
            <a:solidFill>
              <a:srgbClr val="B0C1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6" name="PlaceHolder 1"/>
          <p:cNvSpPr>
            <a:spLocks noGrp="1"/>
          </p:cNvSpPr>
          <p:nvPr>
            <p:ph type="title"/>
          </p:nvPr>
        </p:nvSpPr>
        <p:spPr>
          <a:xfrm>
            <a:off x="893880" y="1200600"/>
            <a:ext cx="6479640" cy="11721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3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CAREER MATCH</a:t>
            </a:r>
            <a:endParaRPr lang="en-US" sz="5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PlaceHolder 2"/>
          <p:cNvSpPr>
            <a:spLocks noGrp="1"/>
          </p:cNvSpPr>
          <p:nvPr>
            <p:ph type="subTitle"/>
          </p:nvPr>
        </p:nvSpPr>
        <p:spPr>
          <a:xfrm>
            <a:off x="893880" y="2571840"/>
            <a:ext cx="6479640" cy="13708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INTELIGENTI SISTEMI</a:t>
            </a:r>
            <a:br>
              <a:rPr sz="1800" dirty="0"/>
            </a:br>
            <a:r>
              <a:rPr lang="sr-Latn-RS" sz="18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Milica Grbušić </a:t>
            </a:r>
            <a:br>
              <a:rPr sz="1800" dirty="0"/>
            </a:br>
            <a:r>
              <a:rPr lang="sr-Latn-RS" sz="18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Nikola Vidanović</a:t>
            </a:r>
            <a:br>
              <a:rPr sz="1800" dirty="0"/>
            </a:br>
            <a:r>
              <a:rPr lang="sr-Latn-RS" sz="18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Miloš Jakovljević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8" name="Google Shape;1924;p39"/>
          <p:cNvSpPr/>
          <p:nvPr/>
        </p:nvSpPr>
        <p:spPr>
          <a:xfrm>
            <a:off x="71424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9" name="Google Shape;1925;p39"/>
          <p:cNvSpPr/>
          <p:nvPr/>
        </p:nvSpPr>
        <p:spPr>
          <a:xfrm>
            <a:off x="157140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00" name="Google Shape;1926;p39"/>
          <p:cNvSpPr/>
          <p:nvPr/>
        </p:nvSpPr>
        <p:spPr>
          <a:xfrm>
            <a:off x="874800" y="445752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78" h="20724">
                <a:moveTo>
                  <a:pt x="5488" y="3662"/>
                </a:moveTo>
                <a:cubicBezTo>
                  <a:pt x="5510" y="3662"/>
                  <a:pt x="5533" y="3664"/>
                  <a:pt x="5555" y="3668"/>
                </a:cubicBezTo>
                <a:lnTo>
                  <a:pt x="10808" y="4668"/>
                </a:lnTo>
                <a:cubicBezTo>
                  <a:pt x="11122" y="4728"/>
                  <a:pt x="11352" y="5003"/>
                  <a:pt x="11352" y="5325"/>
                </a:cubicBezTo>
                <a:lnTo>
                  <a:pt x="11353" y="5839"/>
                </a:lnTo>
                <a:cubicBezTo>
                  <a:pt x="11346" y="5839"/>
                  <a:pt x="11339" y="5836"/>
                  <a:pt x="11332" y="5836"/>
                </a:cubicBezTo>
                <a:lnTo>
                  <a:pt x="5026" y="5836"/>
                </a:lnTo>
                <a:cubicBezTo>
                  <a:pt x="5104" y="5627"/>
                  <a:pt x="5145" y="5404"/>
                  <a:pt x="5145" y="5169"/>
                </a:cubicBezTo>
                <a:lnTo>
                  <a:pt x="5145" y="4007"/>
                </a:lnTo>
                <a:cubicBezTo>
                  <a:pt x="5145" y="3904"/>
                  <a:pt x="5189" y="3807"/>
                  <a:pt x="5269" y="3741"/>
                </a:cubicBezTo>
                <a:cubicBezTo>
                  <a:pt x="5331" y="3689"/>
                  <a:pt x="5408" y="3662"/>
                  <a:pt x="5488" y="3662"/>
                </a:cubicBezTo>
                <a:close/>
                <a:moveTo>
                  <a:pt x="9382" y="606"/>
                </a:moveTo>
                <a:cubicBezTo>
                  <a:pt x="11362" y="606"/>
                  <a:pt x="12971" y="2216"/>
                  <a:pt x="12971" y="4194"/>
                </a:cubicBezTo>
                <a:lnTo>
                  <a:pt x="12971" y="6503"/>
                </a:lnTo>
                <a:cubicBezTo>
                  <a:pt x="12911" y="6493"/>
                  <a:pt x="12851" y="6489"/>
                  <a:pt x="12790" y="6489"/>
                </a:cubicBezTo>
                <a:lnTo>
                  <a:pt x="12303" y="6489"/>
                </a:lnTo>
                <a:cubicBezTo>
                  <a:pt x="12210" y="6489"/>
                  <a:pt x="12124" y="6453"/>
                  <a:pt x="12059" y="6386"/>
                </a:cubicBezTo>
                <a:cubicBezTo>
                  <a:pt x="11993" y="6322"/>
                  <a:pt x="11957" y="6235"/>
                  <a:pt x="11957" y="6142"/>
                </a:cubicBezTo>
                <a:lnTo>
                  <a:pt x="11954" y="5322"/>
                </a:lnTo>
                <a:cubicBezTo>
                  <a:pt x="11953" y="4712"/>
                  <a:pt x="11517" y="4185"/>
                  <a:pt x="10918" y="4071"/>
                </a:cubicBezTo>
                <a:lnTo>
                  <a:pt x="5666" y="3071"/>
                </a:lnTo>
                <a:cubicBezTo>
                  <a:pt x="5606" y="3060"/>
                  <a:pt x="5546" y="3054"/>
                  <a:pt x="5486" y="3054"/>
                </a:cubicBezTo>
                <a:cubicBezTo>
                  <a:pt x="5266" y="3054"/>
                  <a:pt x="5053" y="3130"/>
                  <a:pt x="4881" y="3273"/>
                </a:cubicBezTo>
                <a:cubicBezTo>
                  <a:pt x="4661" y="3455"/>
                  <a:pt x="4534" y="3721"/>
                  <a:pt x="4534" y="4007"/>
                </a:cubicBezTo>
                <a:lnTo>
                  <a:pt x="4534" y="5169"/>
                </a:lnTo>
                <a:cubicBezTo>
                  <a:pt x="4534" y="5896"/>
                  <a:pt x="3943" y="6489"/>
                  <a:pt x="3217" y="6489"/>
                </a:cubicBezTo>
                <a:lnTo>
                  <a:pt x="3196" y="6489"/>
                </a:lnTo>
                <a:lnTo>
                  <a:pt x="3196" y="3221"/>
                </a:lnTo>
                <a:cubicBezTo>
                  <a:pt x="3198" y="2229"/>
                  <a:pt x="3940" y="1406"/>
                  <a:pt x="4897" y="1273"/>
                </a:cubicBezTo>
                <a:lnTo>
                  <a:pt x="4897" y="1273"/>
                </a:lnTo>
                <a:cubicBezTo>
                  <a:pt x="4875" y="1379"/>
                  <a:pt x="4862" y="1487"/>
                  <a:pt x="4862" y="1600"/>
                </a:cubicBezTo>
                <a:cubicBezTo>
                  <a:pt x="4862" y="1769"/>
                  <a:pt x="4998" y="1904"/>
                  <a:pt x="5166" y="1904"/>
                </a:cubicBezTo>
                <a:cubicBezTo>
                  <a:pt x="5334" y="1904"/>
                  <a:pt x="5469" y="1769"/>
                  <a:pt x="5469" y="1600"/>
                </a:cubicBezTo>
                <a:cubicBezTo>
                  <a:pt x="5469" y="1052"/>
                  <a:pt x="5916" y="606"/>
                  <a:pt x="6463" y="606"/>
                </a:cubicBezTo>
                <a:close/>
                <a:moveTo>
                  <a:pt x="8433" y="6443"/>
                </a:moveTo>
                <a:lnTo>
                  <a:pt x="8433" y="6849"/>
                </a:lnTo>
                <a:cubicBezTo>
                  <a:pt x="8327" y="6824"/>
                  <a:pt x="8213" y="6811"/>
                  <a:pt x="8088" y="6811"/>
                </a:cubicBezTo>
                <a:cubicBezTo>
                  <a:pt x="7966" y="6811"/>
                  <a:pt x="7849" y="6826"/>
                  <a:pt x="7741" y="6849"/>
                </a:cubicBezTo>
                <a:lnTo>
                  <a:pt x="7741" y="6443"/>
                </a:lnTo>
                <a:close/>
                <a:moveTo>
                  <a:pt x="7137" y="6446"/>
                </a:moveTo>
                <a:lnTo>
                  <a:pt x="7137" y="7440"/>
                </a:lnTo>
                <a:cubicBezTo>
                  <a:pt x="7137" y="7810"/>
                  <a:pt x="6837" y="8110"/>
                  <a:pt x="6467" y="8110"/>
                </a:cubicBezTo>
                <a:lnTo>
                  <a:pt x="5495" y="8110"/>
                </a:lnTo>
                <a:cubicBezTo>
                  <a:pt x="5304" y="8110"/>
                  <a:pt x="5148" y="7954"/>
                  <a:pt x="5148" y="7764"/>
                </a:cubicBezTo>
                <a:lnTo>
                  <a:pt x="5148" y="6446"/>
                </a:lnTo>
                <a:close/>
                <a:moveTo>
                  <a:pt x="11030" y="6446"/>
                </a:moveTo>
                <a:lnTo>
                  <a:pt x="11030" y="7764"/>
                </a:lnTo>
                <a:cubicBezTo>
                  <a:pt x="11030" y="7955"/>
                  <a:pt x="10875" y="8110"/>
                  <a:pt x="10686" y="8110"/>
                </a:cubicBezTo>
                <a:lnTo>
                  <a:pt x="9712" y="8110"/>
                </a:lnTo>
                <a:cubicBezTo>
                  <a:pt x="9344" y="8110"/>
                  <a:pt x="9044" y="7810"/>
                  <a:pt x="9044" y="7440"/>
                </a:cubicBezTo>
                <a:lnTo>
                  <a:pt x="9044" y="6446"/>
                </a:lnTo>
                <a:close/>
                <a:moveTo>
                  <a:pt x="4542" y="6569"/>
                </a:moveTo>
                <a:lnTo>
                  <a:pt x="4542" y="7764"/>
                </a:lnTo>
                <a:cubicBezTo>
                  <a:pt x="4542" y="8290"/>
                  <a:pt x="4969" y="8715"/>
                  <a:pt x="5496" y="8715"/>
                </a:cubicBezTo>
                <a:lnTo>
                  <a:pt x="6469" y="8715"/>
                </a:lnTo>
                <a:cubicBezTo>
                  <a:pt x="7154" y="8715"/>
                  <a:pt x="7714" y="8173"/>
                  <a:pt x="7743" y="7494"/>
                </a:cubicBezTo>
                <a:cubicBezTo>
                  <a:pt x="7790" y="7466"/>
                  <a:pt x="7910" y="7420"/>
                  <a:pt x="8090" y="7420"/>
                </a:cubicBezTo>
                <a:cubicBezTo>
                  <a:pt x="8270" y="7420"/>
                  <a:pt x="8390" y="7466"/>
                  <a:pt x="8435" y="7494"/>
                </a:cubicBezTo>
                <a:cubicBezTo>
                  <a:pt x="8464" y="8173"/>
                  <a:pt x="9025" y="8715"/>
                  <a:pt x="9711" y="8715"/>
                </a:cubicBezTo>
                <a:lnTo>
                  <a:pt x="10683" y="8715"/>
                </a:lnTo>
                <a:cubicBezTo>
                  <a:pt x="11209" y="8715"/>
                  <a:pt x="11637" y="8290"/>
                  <a:pt x="11637" y="7764"/>
                </a:cubicBezTo>
                <a:lnTo>
                  <a:pt x="11637" y="6820"/>
                </a:lnTo>
                <a:cubicBezTo>
                  <a:pt x="11816" y="6997"/>
                  <a:pt x="12053" y="7094"/>
                  <a:pt x="12306" y="7094"/>
                </a:cubicBezTo>
                <a:lnTo>
                  <a:pt x="12794" y="7094"/>
                </a:lnTo>
                <a:cubicBezTo>
                  <a:pt x="12937" y="7094"/>
                  <a:pt x="13074" y="7156"/>
                  <a:pt x="13170" y="7261"/>
                </a:cubicBezTo>
                <a:cubicBezTo>
                  <a:pt x="13268" y="7368"/>
                  <a:pt x="13313" y="7508"/>
                  <a:pt x="13298" y="7656"/>
                </a:cubicBezTo>
                <a:cubicBezTo>
                  <a:pt x="13273" y="7911"/>
                  <a:pt x="13031" y="8108"/>
                  <a:pt x="12747" y="8108"/>
                </a:cubicBezTo>
                <a:lnTo>
                  <a:pt x="12610" y="8108"/>
                </a:lnTo>
                <a:lnTo>
                  <a:pt x="12610" y="8091"/>
                </a:lnTo>
                <a:cubicBezTo>
                  <a:pt x="12610" y="7923"/>
                  <a:pt x="12474" y="7787"/>
                  <a:pt x="12306" y="7787"/>
                </a:cubicBezTo>
                <a:cubicBezTo>
                  <a:pt x="12139" y="7787"/>
                  <a:pt x="12003" y="7923"/>
                  <a:pt x="12003" y="8091"/>
                </a:cubicBezTo>
                <a:cubicBezTo>
                  <a:pt x="12003" y="8785"/>
                  <a:pt x="11819" y="9464"/>
                  <a:pt x="11470" y="10058"/>
                </a:cubicBezTo>
                <a:cubicBezTo>
                  <a:pt x="11425" y="10056"/>
                  <a:pt x="11380" y="10055"/>
                  <a:pt x="11333" y="10055"/>
                </a:cubicBezTo>
                <a:lnTo>
                  <a:pt x="9762" y="10055"/>
                </a:lnTo>
                <a:cubicBezTo>
                  <a:pt x="9431" y="9475"/>
                  <a:pt x="8805" y="9082"/>
                  <a:pt x="8090" y="9082"/>
                </a:cubicBezTo>
                <a:cubicBezTo>
                  <a:pt x="7027" y="9082"/>
                  <a:pt x="6163" y="9946"/>
                  <a:pt x="6163" y="11007"/>
                </a:cubicBezTo>
                <a:cubicBezTo>
                  <a:pt x="6163" y="11190"/>
                  <a:pt x="6190" y="11367"/>
                  <a:pt x="6236" y="11534"/>
                </a:cubicBezTo>
                <a:cubicBezTo>
                  <a:pt x="5745" y="11269"/>
                  <a:pt x="5309" y="10897"/>
                  <a:pt x="4968" y="10449"/>
                </a:cubicBezTo>
                <a:cubicBezTo>
                  <a:pt x="4450" y="9766"/>
                  <a:pt x="4175" y="8948"/>
                  <a:pt x="4175" y="8088"/>
                </a:cubicBezTo>
                <a:cubicBezTo>
                  <a:pt x="4175" y="7920"/>
                  <a:pt x="4040" y="7784"/>
                  <a:pt x="3871" y="7784"/>
                </a:cubicBezTo>
                <a:cubicBezTo>
                  <a:pt x="3704" y="7784"/>
                  <a:pt x="3568" y="7920"/>
                  <a:pt x="3568" y="8088"/>
                </a:cubicBezTo>
                <a:lnTo>
                  <a:pt x="3568" y="8108"/>
                </a:lnTo>
                <a:lnTo>
                  <a:pt x="3386" y="8108"/>
                </a:lnTo>
                <a:cubicBezTo>
                  <a:pt x="3243" y="8108"/>
                  <a:pt x="3106" y="8048"/>
                  <a:pt x="3010" y="7941"/>
                </a:cubicBezTo>
                <a:cubicBezTo>
                  <a:pt x="2911" y="7834"/>
                  <a:pt x="2867" y="7694"/>
                  <a:pt x="2881" y="7548"/>
                </a:cubicBezTo>
                <a:cubicBezTo>
                  <a:pt x="2906" y="7294"/>
                  <a:pt x="3148" y="7094"/>
                  <a:pt x="3433" y="7094"/>
                </a:cubicBezTo>
                <a:cubicBezTo>
                  <a:pt x="3747" y="7094"/>
                  <a:pt x="4277" y="6819"/>
                  <a:pt x="4542" y="6569"/>
                </a:cubicBezTo>
                <a:close/>
                <a:moveTo>
                  <a:pt x="8090" y="9689"/>
                </a:moveTo>
                <a:cubicBezTo>
                  <a:pt x="8817" y="9689"/>
                  <a:pt x="9408" y="10282"/>
                  <a:pt x="9408" y="11006"/>
                </a:cubicBezTo>
                <a:cubicBezTo>
                  <a:pt x="9408" y="11733"/>
                  <a:pt x="8817" y="12326"/>
                  <a:pt x="8090" y="12326"/>
                </a:cubicBezTo>
                <a:cubicBezTo>
                  <a:pt x="7362" y="12326"/>
                  <a:pt x="6770" y="11734"/>
                  <a:pt x="6770" y="11006"/>
                </a:cubicBezTo>
                <a:cubicBezTo>
                  <a:pt x="6770" y="10280"/>
                  <a:pt x="7362" y="9689"/>
                  <a:pt x="8090" y="9689"/>
                </a:cubicBezTo>
                <a:close/>
                <a:moveTo>
                  <a:pt x="11336" y="10660"/>
                </a:moveTo>
                <a:cubicBezTo>
                  <a:pt x="12779" y="10660"/>
                  <a:pt x="13951" y="11833"/>
                  <a:pt x="13951" y="13275"/>
                </a:cubicBezTo>
                <a:lnTo>
                  <a:pt x="13951" y="14288"/>
                </a:lnTo>
                <a:cubicBezTo>
                  <a:pt x="13902" y="14255"/>
                  <a:pt x="13850" y="14231"/>
                  <a:pt x="13793" y="14212"/>
                </a:cubicBezTo>
                <a:lnTo>
                  <a:pt x="12817" y="13912"/>
                </a:lnTo>
                <a:cubicBezTo>
                  <a:pt x="12755" y="13893"/>
                  <a:pt x="12693" y="13884"/>
                  <a:pt x="12631" y="13884"/>
                </a:cubicBezTo>
                <a:cubicBezTo>
                  <a:pt x="12498" y="13884"/>
                  <a:pt x="12368" y="13926"/>
                  <a:pt x="12259" y="14008"/>
                </a:cubicBezTo>
                <a:cubicBezTo>
                  <a:pt x="12209" y="14044"/>
                  <a:pt x="12167" y="14087"/>
                  <a:pt x="12132" y="14132"/>
                </a:cubicBezTo>
                <a:lnTo>
                  <a:pt x="11145" y="13841"/>
                </a:lnTo>
                <a:cubicBezTo>
                  <a:pt x="10861" y="13758"/>
                  <a:pt x="10665" y="13494"/>
                  <a:pt x="10665" y="13198"/>
                </a:cubicBezTo>
                <a:lnTo>
                  <a:pt x="10665" y="11960"/>
                </a:lnTo>
                <a:lnTo>
                  <a:pt x="11333" y="11960"/>
                </a:lnTo>
                <a:cubicBezTo>
                  <a:pt x="11957" y="11960"/>
                  <a:pt x="12500" y="12403"/>
                  <a:pt x="12626" y="13011"/>
                </a:cubicBezTo>
                <a:cubicBezTo>
                  <a:pt x="12654" y="13155"/>
                  <a:pt x="12781" y="13254"/>
                  <a:pt x="12924" y="13254"/>
                </a:cubicBezTo>
                <a:cubicBezTo>
                  <a:pt x="12944" y="13254"/>
                  <a:pt x="12966" y="13252"/>
                  <a:pt x="12986" y="13247"/>
                </a:cubicBezTo>
                <a:cubicBezTo>
                  <a:pt x="13150" y="13212"/>
                  <a:pt x="13254" y="13053"/>
                  <a:pt x="13221" y="12888"/>
                </a:cubicBezTo>
                <a:cubicBezTo>
                  <a:pt x="13038" y="11997"/>
                  <a:pt x="12246" y="11352"/>
                  <a:pt x="11336" y="11352"/>
                </a:cubicBezTo>
                <a:lnTo>
                  <a:pt x="9986" y="11352"/>
                </a:lnTo>
                <a:cubicBezTo>
                  <a:pt x="10008" y="11239"/>
                  <a:pt x="10018" y="11123"/>
                  <a:pt x="10018" y="11005"/>
                </a:cubicBezTo>
                <a:cubicBezTo>
                  <a:pt x="10018" y="10887"/>
                  <a:pt x="10008" y="10770"/>
                  <a:pt x="9986" y="10660"/>
                </a:cubicBezTo>
                <a:close/>
                <a:moveTo>
                  <a:pt x="10058" y="11960"/>
                </a:moveTo>
                <a:lnTo>
                  <a:pt x="10058" y="13198"/>
                </a:lnTo>
                <a:cubicBezTo>
                  <a:pt x="10058" y="13531"/>
                  <a:pt x="10189" y="13841"/>
                  <a:pt x="10408" y="14074"/>
                </a:cubicBezTo>
                <a:cubicBezTo>
                  <a:pt x="9761" y="14622"/>
                  <a:pt x="8948" y="14922"/>
                  <a:pt x="8090" y="14922"/>
                </a:cubicBezTo>
                <a:cubicBezTo>
                  <a:pt x="7232" y="14922"/>
                  <a:pt x="6419" y="14622"/>
                  <a:pt x="5773" y="14072"/>
                </a:cubicBezTo>
                <a:cubicBezTo>
                  <a:pt x="5990" y="13839"/>
                  <a:pt x="6123" y="13530"/>
                  <a:pt x="6123" y="13197"/>
                </a:cubicBezTo>
                <a:lnTo>
                  <a:pt x="6123" y="12156"/>
                </a:lnTo>
                <a:cubicBezTo>
                  <a:pt x="6333" y="12260"/>
                  <a:pt x="6553" y="12346"/>
                  <a:pt x="6777" y="12413"/>
                </a:cubicBezTo>
                <a:cubicBezTo>
                  <a:pt x="7123" y="12734"/>
                  <a:pt x="7583" y="12933"/>
                  <a:pt x="8090" y="12933"/>
                </a:cubicBezTo>
                <a:cubicBezTo>
                  <a:pt x="8804" y="12933"/>
                  <a:pt x="9431" y="12540"/>
                  <a:pt x="9762" y="11960"/>
                </a:cubicBezTo>
                <a:close/>
                <a:moveTo>
                  <a:pt x="6463" y="1"/>
                </a:moveTo>
                <a:cubicBezTo>
                  <a:pt x="5938" y="1"/>
                  <a:pt x="5469" y="256"/>
                  <a:pt x="5178" y="650"/>
                </a:cubicBezTo>
                <a:lnTo>
                  <a:pt x="5168" y="650"/>
                </a:lnTo>
                <a:cubicBezTo>
                  <a:pt x="3748" y="650"/>
                  <a:pt x="2593" y="1806"/>
                  <a:pt x="2593" y="3225"/>
                </a:cubicBezTo>
                <a:lnTo>
                  <a:pt x="2593" y="6839"/>
                </a:lnTo>
                <a:cubicBezTo>
                  <a:pt x="2420" y="7013"/>
                  <a:pt x="2303" y="7240"/>
                  <a:pt x="2277" y="7491"/>
                </a:cubicBezTo>
                <a:cubicBezTo>
                  <a:pt x="2246" y="7805"/>
                  <a:pt x="2349" y="8120"/>
                  <a:pt x="2560" y="8354"/>
                </a:cubicBezTo>
                <a:cubicBezTo>
                  <a:pt x="2770" y="8588"/>
                  <a:pt x="3071" y="8720"/>
                  <a:pt x="3386" y="8720"/>
                </a:cubicBezTo>
                <a:lnTo>
                  <a:pt x="3611" y="8720"/>
                </a:lnTo>
                <a:cubicBezTo>
                  <a:pt x="3715" y="9482"/>
                  <a:pt x="4012" y="10198"/>
                  <a:pt x="4484" y="10820"/>
                </a:cubicBezTo>
                <a:cubicBezTo>
                  <a:pt x="4774" y="11203"/>
                  <a:pt x="5122" y="11534"/>
                  <a:pt x="5513" y="11806"/>
                </a:cubicBezTo>
                <a:lnTo>
                  <a:pt x="5513" y="13202"/>
                </a:lnTo>
                <a:cubicBezTo>
                  <a:pt x="5513" y="13497"/>
                  <a:pt x="5315" y="13761"/>
                  <a:pt x="5034" y="13845"/>
                </a:cubicBezTo>
                <a:lnTo>
                  <a:pt x="4047" y="14136"/>
                </a:lnTo>
                <a:cubicBezTo>
                  <a:pt x="4011" y="14089"/>
                  <a:pt x="3970" y="14047"/>
                  <a:pt x="3920" y="14011"/>
                </a:cubicBezTo>
                <a:cubicBezTo>
                  <a:pt x="3809" y="13930"/>
                  <a:pt x="3681" y="13888"/>
                  <a:pt x="3549" y="13888"/>
                </a:cubicBezTo>
                <a:cubicBezTo>
                  <a:pt x="3487" y="13888"/>
                  <a:pt x="3423" y="13898"/>
                  <a:pt x="3361" y="13917"/>
                </a:cubicBezTo>
                <a:lnTo>
                  <a:pt x="2389" y="14219"/>
                </a:lnTo>
                <a:cubicBezTo>
                  <a:pt x="2146" y="14295"/>
                  <a:pt x="1976" y="14505"/>
                  <a:pt x="1950" y="14753"/>
                </a:cubicBezTo>
                <a:lnTo>
                  <a:pt x="1615" y="14852"/>
                </a:lnTo>
                <a:cubicBezTo>
                  <a:pt x="665" y="15132"/>
                  <a:pt x="1" y="16019"/>
                  <a:pt x="1" y="17010"/>
                </a:cubicBezTo>
                <a:lnTo>
                  <a:pt x="1" y="20420"/>
                </a:lnTo>
                <a:cubicBezTo>
                  <a:pt x="1" y="20587"/>
                  <a:pt x="136" y="20723"/>
                  <a:pt x="305" y="20723"/>
                </a:cubicBezTo>
                <a:cubicBezTo>
                  <a:pt x="472" y="20723"/>
                  <a:pt x="608" y="20587"/>
                  <a:pt x="608" y="20420"/>
                </a:cubicBezTo>
                <a:lnTo>
                  <a:pt x="608" y="17010"/>
                </a:lnTo>
                <a:cubicBezTo>
                  <a:pt x="608" y="16286"/>
                  <a:pt x="1092" y="15637"/>
                  <a:pt x="1789" y="15433"/>
                </a:cubicBezTo>
                <a:lnTo>
                  <a:pt x="1949" y="15386"/>
                </a:lnTo>
                <a:lnTo>
                  <a:pt x="1949" y="20417"/>
                </a:lnTo>
                <a:cubicBezTo>
                  <a:pt x="1949" y="20586"/>
                  <a:pt x="2084" y="20722"/>
                  <a:pt x="2253" y="20722"/>
                </a:cubicBezTo>
                <a:cubicBezTo>
                  <a:pt x="2420" y="20722"/>
                  <a:pt x="2556" y="20586"/>
                  <a:pt x="2556" y="20417"/>
                </a:cubicBezTo>
                <a:lnTo>
                  <a:pt x="2556" y="14818"/>
                </a:lnTo>
                <a:cubicBezTo>
                  <a:pt x="2556" y="14809"/>
                  <a:pt x="2561" y="14801"/>
                  <a:pt x="2570" y="14798"/>
                </a:cubicBezTo>
                <a:lnTo>
                  <a:pt x="3543" y="14495"/>
                </a:lnTo>
                <a:cubicBezTo>
                  <a:pt x="3545" y="14494"/>
                  <a:pt x="3548" y="14493"/>
                  <a:pt x="3551" y="14493"/>
                </a:cubicBezTo>
                <a:cubicBezTo>
                  <a:pt x="3554" y="14493"/>
                  <a:pt x="3558" y="14494"/>
                  <a:pt x="3561" y="14498"/>
                </a:cubicBezTo>
                <a:cubicBezTo>
                  <a:pt x="3570" y="14505"/>
                  <a:pt x="3570" y="14512"/>
                  <a:pt x="3570" y="14515"/>
                </a:cubicBezTo>
                <a:lnTo>
                  <a:pt x="3570" y="20417"/>
                </a:lnTo>
                <a:cubicBezTo>
                  <a:pt x="3570" y="20586"/>
                  <a:pt x="3705" y="20722"/>
                  <a:pt x="3874" y="20722"/>
                </a:cubicBezTo>
                <a:cubicBezTo>
                  <a:pt x="4041" y="20722"/>
                  <a:pt x="4177" y="20586"/>
                  <a:pt x="4177" y="20417"/>
                </a:cubicBezTo>
                <a:lnTo>
                  <a:pt x="4177" y="14729"/>
                </a:lnTo>
                <a:lnTo>
                  <a:pt x="5206" y="14425"/>
                </a:lnTo>
                <a:cubicBezTo>
                  <a:pt x="5218" y="14422"/>
                  <a:pt x="5231" y="14418"/>
                  <a:pt x="5241" y="14412"/>
                </a:cubicBezTo>
                <a:cubicBezTo>
                  <a:pt x="6019" y="15133"/>
                  <a:pt x="7024" y="15529"/>
                  <a:pt x="8090" y="15529"/>
                </a:cubicBezTo>
                <a:cubicBezTo>
                  <a:pt x="9155" y="15529"/>
                  <a:pt x="10161" y="15133"/>
                  <a:pt x="10939" y="14412"/>
                </a:cubicBezTo>
                <a:cubicBezTo>
                  <a:pt x="10950" y="14416"/>
                  <a:pt x="10962" y="14422"/>
                  <a:pt x="10973" y="14425"/>
                </a:cubicBezTo>
                <a:lnTo>
                  <a:pt x="12003" y="14729"/>
                </a:lnTo>
                <a:lnTo>
                  <a:pt x="12003" y="20417"/>
                </a:lnTo>
                <a:cubicBezTo>
                  <a:pt x="12003" y="20586"/>
                  <a:pt x="12139" y="20722"/>
                  <a:pt x="12307" y="20722"/>
                </a:cubicBezTo>
                <a:cubicBezTo>
                  <a:pt x="12474" y="20722"/>
                  <a:pt x="12610" y="20586"/>
                  <a:pt x="12610" y="20417"/>
                </a:cubicBezTo>
                <a:lnTo>
                  <a:pt x="12610" y="14515"/>
                </a:lnTo>
                <a:cubicBezTo>
                  <a:pt x="12610" y="14511"/>
                  <a:pt x="12610" y="14504"/>
                  <a:pt x="12619" y="14498"/>
                </a:cubicBezTo>
                <a:cubicBezTo>
                  <a:pt x="12625" y="14495"/>
                  <a:pt x="12629" y="14495"/>
                  <a:pt x="12632" y="14495"/>
                </a:cubicBezTo>
                <a:cubicBezTo>
                  <a:pt x="12634" y="14495"/>
                  <a:pt x="12635" y="14495"/>
                  <a:pt x="12637" y="14495"/>
                </a:cubicBezTo>
                <a:lnTo>
                  <a:pt x="13610" y="14798"/>
                </a:lnTo>
                <a:cubicBezTo>
                  <a:pt x="13618" y="14801"/>
                  <a:pt x="13624" y="14809"/>
                  <a:pt x="13624" y="14818"/>
                </a:cubicBezTo>
                <a:lnTo>
                  <a:pt x="13624" y="20417"/>
                </a:lnTo>
                <a:cubicBezTo>
                  <a:pt x="13624" y="20586"/>
                  <a:pt x="13760" y="20722"/>
                  <a:pt x="13928" y="20722"/>
                </a:cubicBezTo>
                <a:cubicBezTo>
                  <a:pt x="14095" y="20722"/>
                  <a:pt x="14231" y="20586"/>
                  <a:pt x="14231" y="20417"/>
                </a:cubicBezTo>
                <a:lnTo>
                  <a:pt x="14231" y="15386"/>
                </a:lnTo>
                <a:lnTo>
                  <a:pt x="14389" y="15433"/>
                </a:lnTo>
                <a:cubicBezTo>
                  <a:pt x="15085" y="15637"/>
                  <a:pt x="15571" y="16284"/>
                  <a:pt x="15571" y="17010"/>
                </a:cubicBezTo>
                <a:lnTo>
                  <a:pt x="15571" y="20420"/>
                </a:lnTo>
                <a:cubicBezTo>
                  <a:pt x="15571" y="20587"/>
                  <a:pt x="15706" y="20723"/>
                  <a:pt x="15873" y="20723"/>
                </a:cubicBezTo>
                <a:cubicBezTo>
                  <a:pt x="16042" y="20723"/>
                  <a:pt x="16178" y="20587"/>
                  <a:pt x="16178" y="20420"/>
                </a:cubicBezTo>
                <a:lnTo>
                  <a:pt x="16178" y="17010"/>
                </a:lnTo>
                <a:cubicBezTo>
                  <a:pt x="16178" y="16015"/>
                  <a:pt x="15513" y="15126"/>
                  <a:pt x="14564" y="14846"/>
                </a:cubicBezTo>
                <a:lnTo>
                  <a:pt x="14557" y="14845"/>
                </a:lnTo>
                <a:lnTo>
                  <a:pt x="14557" y="13277"/>
                </a:lnTo>
                <a:cubicBezTo>
                  <a:pt x="14557" y="11769"/>
                  <a:pt x="13515" y="10499"/>
                  <a:pt x="12112" y="10149"/>
                </a:cubicBezTo>
                <a:cubicBezTo>
                  <a:pt x="12343" y="9699"/>
                  <a:pt x="12496" y="9217"/>
                  <a:pt x="12566" y="8714"/>
                </a:cubicBezTo>
                <a:lnTo>
                  <a:pt x="12746" y="8714"/>
                </a:lnTo>
                <a:cubicBezTo>
                  <a:pt x="13337" y="8714"/>
                  <a:pt x="13844" y="8275"/>
                  <a:pt x="13901" y="7714"/>
                </a:cubicBezTo>
                <a:cubicBezTo>
                  <a:pt x="13932" y="7400"/>
                  <a:pt x="13830" y="7086"/>
                  <a:pt x="13618" y="6854"/>
                </a:cubicBezTo>
                <a:cubicBezTo>
                  <a:pt x="13607" y="6840"/>
                  <a:pt x="13593" y="6826"/>
                  <a:pt x="13580" y="6813"/>
                </a:cubicBezTo>
                <a:lnTo>
                  <a:pt x="13580" y="4197"/>
                </a:lnTo>
                <a:cubicBezTo>
                  <a:pt x="13580" y="1883"/>
                  <a:pt x="11696" y="1"/>
                  <a:pt x="93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01" name="Google Shape;1927;p39"/>
          <p:cNvGrpSpPr/>
          <p:nvPr/>
        </p:nvGrpSpPr>
        <p:grpSpPr>
          <a:xfrm>
            <a:off x="1744200" y="4457880"/>
            <a:ext cx="511920" cy="685440"/>
            <a:chOff x="1744200" y="4457880"/>
            <a:chExt cx="511920" cy="685440"/>
          </a:xfrm>
        </p:grpSpPr>
        <p:sp>
          <p:nvSpPr>
            <p:cNvPr id="2102" name="Google Shape;1928;p39"/>
            <p:cNvSpPr/>
            <p:nvPr/>
          </p:nvSpPr>
          <p:spPr>
            <a:xfrm>
              <a:off x="192600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3" name="Google Shape;1929;p39"/>
            <p:cNvSpPr/>
            <p:nvPr/>
          </p:nvSpPr>
          <p:spPr>
            <a:xfrm>
              <a:off x="205452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4" name="Google Shape;1930;p39"/>
            <p:cNvSpPr/>
            <p:nvPr/>
          </p:nvSpPr>
          <p:spPr>
            <a:xfrm>
              <a:off x="1956960" y="477000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5" name="Google Shape;1931;p39"/>
            <p:cNvSpPr/>
            <p:nvPr/>
          </p:nvSpPr>
          <p:spPr>
            <a:xfrm>
              <a:off x="191520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6" name="Google Shape;1932;p39"/>
            <p:cNvSpPr/>
            <p:nvPr/>
          </p:nvSpPr>
          <p:spPr>
            <a:xfrm>
              <a:off x="204372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7" name="Google Shape;1933;p39"/>
            <p:cNvSpPr/>
            <p:nvPr/>
          </p:nvSpPr>
          <p:spPr>
            <a:xfrm>
              <a:off x="1744200" y="445788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8" name="Google Shape;1934;p39"/>
            <p:cNvSpPr/>
            <p:nvPr/>
          </p:nvSpPr>
          <p:spPr>
            <a:xfrm>
              <a:off x="1968840" y="504828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09" name="Google Shape;1935;p39"/>
          <p:cNvSpPr/>
          <p:nvPr/>
        </p:nvSpPr>
        <p:spPr>
          <a:xfrm>
            <a:off x="7142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10" name="Google Shape;1936;p39"/>
          <p:cNvSpPr/>
          <p:nvPr/>
        </p:nvSpPr>
        <p:spPr>
          <a:xfrm>
            <a:off x="157140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11" name="Google Shape;1937;p39"/>
          <p:cNvGrpSpPr/>
          <p:nvPr/>
        </p:nvGrpSpPr>
        <p:grpSpPr>
          <a:xfrm>
            <a:off x="874800" y="171360"/>
            <a:ext cx="536760" cy="685440"/>
            <a:chOff x="874800" y="171360"/>
            <a:chExt cx="536760" cy="685440"/>
          </a:xfrm>
        </p:grpSpPr>
        <p:sp>
          <p:nvSpPr>
            <p:cNvPr id="2112" name="Google Shape;1938;p39"/>
            <p:cNvSpPr/>
            <p:nvPr/>
          </p:nvSpPr>
          <p:spPr>
            <a:xfrm>
              <a:off x="8748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3" name="Google Shape;1939;p39"/>
            <p:cNvSpPr/>
            <p:nvPr/>
          </p:nvSpPr>
          <p:spPr>
            <a:xfrm>
              <a:off x="105768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4" name="Google Shape;1940;p39"/>
            <p:cNvSpPr/>
            <p:nvPr/>
          </p:nvSpPr>
          <p:spPr>
            <a:xfrm>
              <a:off x="117612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5" name="Google Shape;1941;p39"/>
            <p:cNvSpPr/>
            <p:nvPr/>
          </p:nvSpPr>
          <p:spPr>
            <a:xfrm>
              <a:off x="1099800" y="504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116" name="Google Shape;1942;p39"/>
          <p:cNvGrpSpPr/>
          <p:nvPr/>
        </p:nvGrpSpPr>
        <p:grpSpPr>
          <a:xfrm>
            <a:off x="1731960" y="171360"/>
            <a:ext cx="536760" cy="685440"/>
            <a:chOff x="1731960" y="171360"/>
            <a:chExt cx="536760" cy="685440"/>
          </a:xfrm>
        </p:grpSpPr>
        <p:sp>
          <p:nvSpPr>
            <p:cNvPr id="2117" name="Google Shape;1943;p39"/>
            <p:cNvSpPr/>
            <p:nvPr/>
          </p:nvSpPr>
          <p:spPr>
            <a:xfrm>
              <a:off x="1828800" y="235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4">
                  <a:moveTo>
                    <a:pt x="0" y="1"/>
                  </a:moveTo>
                  <a:cubicBezTo>
                    <a:pt x="0" y="1"/>
                    <a:pt x="0" y="4"/>
                    <a:pt x="0" y="1"/>
                  </a:cubicBezTo>
                  <a:cubicBezTo>
                    <a:pt x="0" y="4"/>
                    <a:pt x="0" y="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8" name="Google Shape;1944;p39"/>
            <p:cNvSpPr/>
            <p:nvPr/>
          </p:nvSpPr>
          <p:spPr>
            <a:xfrm>
              <a:off x="173196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9" h="20721">
                  <a:moveTo>
                    <a:pt x="8085" y="603"/>
                  </a:moveTo>
                  <a:cubicBezTo>
                    <a:pt x="9354" y="603"/>
                    <a:pt x="10542" y="767"/>
                    <a:pt x="11432" y="1062"/>
                  </a:cubicBezTo>
                  <a:cubicBezTo>
                    <a:pt x="11990" y="1249"/>
                    <a:pt x="12653" y="1577"/>
                    <a:pt x="12653" y="1916"/>
                  </a:cubicBezTo>
                  <a:lnTo>
                    <a:pt x="12653" y="2915"/>
                  </a:lnTo>
                  <a:lnTo>
                    <a:pt x="3528" y="2915"/>
                  </a:lnTo>
                  <a:lnTo>
                    <a:pt x="3528" y="1883"/>
                  </a:lnTo>
                  <a:lnTo>
                    <a:pt x="3527" y="1883"/>
                  </a:lnTo>
                  <a:cubicBezTo>
                    <a:pt x="3575" y="1561"/>
                    <a:pt x="4201" y="1242"/>
                    <a:pt x="4741" y="1063"/>
                  </a:cubicBezTo>
                  <a:cubicBezTo>
                    <a:pt x="5629" y="767"/>
                    <a:pt x="6817" y="603"/>
                    <a:pt x="8085" y="603"/>
                  </a:cubicBezTo>
                  <a:close/>
                  <a:moveTo>
                    <a:pt x="4218" y="4822"/>
                  </a:moveTo>
                  <a:lnTo>
                    <a:pt x="4218" y="5816"/>
                  </a:lnTo>
                  <a:cubicBezTo>
                    <a:pt x="4218" y="6006"/>
                    <a:pt x="4062" y="6160"/>
                    <a:pt x="3872" y="6160"/>
                  </a:cubicBezTo>
                  <a:lnTo>
                    <a:pt x="3527" y="6160"/>
                  </a:lnTo>
                  <a:lnTo>
                    <a:pt x="3527" y="4822"/>
                  </a:lnTo>
                  <a:close/>
                  <a:moveTo>
                    <a:pt x="12653" y="4822"/>
                  </a:moveTo>
                  <a:lnTo>
                    <a:pt x="12653" y="6160"/>
                  </a:lnTo>
                  <a:lnTo>
                    <a:pt x="12308" y="6160"/>
                  </a:lnTo>
                  <a:cubicBezTo>
                    <a:pt x="12117" y="6160"/>
                    <a:pt x="11961" y="6004"/>
                    <a:pt x="11961" y="5816"/>
                  </a:cubicBezTo>
                  <a:lnTo>
                    <a:pt x="11961" y="4822"/>
                  </a:lnTo>
                  <a:close/>
                  <a:moveTo>
                    <a:pt x="12651" y="3524"/>
                  </a:moveTo>
                  <a:lnTo>
                    <a:pt x="12651" y="4215"/>
                  </a:lnTo>
                  <a:lnTo>
                    <a:pt x="11009" y="4215"/>
                  </a:lnTo>
                  <a:cubicBezTo>
                    <a:pt x="10840" y="4215"/>
                    <a:pt x="10705" y="4351"/>
                    <a:pt x="10705" y="4518"/>
                  </a:cubicBezTo>
                  <a:cubicBezTo>
                    <a:pt x="10705" y="4686"/>
                    <a:pt x="10840" y="4822"/>
                    <a:pt x="11009" y="4822"/>
                  </a:cubicBezTo>
                  <a:lnTo>
                    <a:pt x="11354" y="4822"/>
                  </a:lnTo>
                  <a:lnTo>
                    <a:pt x="11354" y="5816"/>
                  </a:lnTo>
                  <a:cubicBezTo>
                    <a:pt x="11354" y="6340"/>
                    <a:pt x="11782" y="6767"/>
                    <a:pt x="12306" y="6767"/>
                  </a:cubicBezTo>
                  <a:lnTo>
                    <a:pt x="12747" y="6767"/>
                  </a:lnTo>
                  <a:cubicBezTo>
                    <a:pt x="13031" y="6767"/>
                    <a:pt x="13271" y="6967"/>
                    <a:pt x="13298" y="7221"/>
                  </a:cubicBezTo>
                  <a:cubicBezTo>
                    <a:pt x="13312" y="7367"/>
                    <a:pt x="13267" y="7507"/>
                    <a:pt x="13170" y="7614"/>
                  </a:cubicBezTo>
                  <a:cubicBezTo>
                    <a:pt x="13074" y="7721"/>
                    <a:pt x="12935" y="7781"/>
                    <a:pt x="12793" y="7781"/>
                  </a:cubicBezTo>
                  <a:lnTo>
                    <a:pt x="12610" y="7781"/>
                  </a:lnTo>
                  <a:lnTo>
                    <a:pt x="12610" y="7760"/>
                  </a:lnTo>
                  <a:cubicBezTo>
                    <a:pt x="12610" y="7593"/>
                    <a:pt x="12474" y="7457"/>
                    <a:pt x="12306" y="7457"/>
                  </a:cubicBezTo>
                  <a:cubicBezTo>
                    <a:pt x="12139" y="7457"/>
                    <a:pt x="12003" y="7593"/>
                    <a:pt x="12003" y="7760"/>
                  </a:cubicBezTo>
                  <a:cubicBezTo>
                    <a:pt x="12003" y="9918"/>
                    <a:pt x="10248" y="11673"/>
                    <a:pt x="8090" y="11673"/>
                  </a:cubicBezTo>
                  <a:cubicBezTo>
                    <a:pt x="8089" y="11673"/>
                    <a:pt x="8088" y="11673"/>
                    <a:pt x="8087" y="11673"/>
                  </a:cubicBezTo>
                  <a:cubicBezTo>
                    <a:pt x="5930" y="11673"/>
                    <a:pt x="4177" y="9917"/>
                    <a:pt x="4177" y="7761"/>
                  </a:cubicBezTo>
                  <a:cubicBezTo>
                    <a:pt x="4177" y="7594"/>
                    <a:pt x="4041" y="7458"/>
                    <a:pt x="3872" y="7458"/>
                  </a:cubicBezTo>
                  <a:cubicBezTo>
                    <a:pt x="3705" y="7458"/>
                    <a:pt x="3570" y="7594"/>
                    <a:pt x="3570" y="7761"/>
                  </a:cubicBezTo>
                  <a:lnTo>
                    <a:pt x="3570" y="7782"/>
                  </a:lnTo>
                  <a:lnTo>
                    <a:pt x="3385" y="7782"/>
                  </a:lnTo>
                  <a:cubicBezTo>
                    <a:pt x="3243" y="7782"/>
                    <a:pt x="3105" y="7723"/>
                    <a:pt x="3008" y="7615"/>
                  </a:cubicBezTo>
                  <a:cubicBezTo>
                    <a:pt x="2911" y="7508"/>
                    <a:pt x="2866" y="7368"/>
                    <a:pt x="2880" y="7223"/>
                  </a:cubicBezTo>
                  <a:cubicBezTo>
                    <a:pt x="2906" y="6967"/>
                    <a:pt x="3148" y="6769"/>
                    <a:pt x="3432" y="6769"/>
                  </a:cubicBezTo>
                  <a:lnTo>
                    <a:pt x="3871" y="6769"/>
                  </a:lnTo>
                  <a:cubicBezTo>
                    <a:pt x="4397" y="6769"/>
                    <a:pt x="4825" y="6341"/>
                    <a:pt x="4825" y="5817"/>
                  </a:cubicBezTo>
                  <a:lnTo>
                    <a:pt x="4825" y="4822"/>
                  </a:lnTo>
                  <a:lnTo>
                    <a:pt x="9711" y="4822"/>
                  </a:lnTo>
                  <a:cubicBezTo>
                    <a:pt x="9878" y="4822"/>
                    <a:pt x="10013" y="4686"/>
                    <a:pt x="10013" y="4518"/>
                  </a:cubicBezTo>
                  <a:cubicBezTo>
                    <a:pt x="10013" y="4351"/>
                    <a:pt x="9878" y="4215"/>
                    <a:pt x="9711" y="4215"/>
                  </a:cubicBezTo>
                  <a:lnTo>
                    <a:pt x="3527" y="4215"/>
                  </a:lnTo>
                  <a:lnTo>
                    <a:pt x="3527" y="3524"/>
                  </a:lnTo>
                  <a:close/>
                  <a:moveTo>
                    <a:pt x="10056" y="11830"/>
                  </a:moveTo>
                  <a:lnTo>
                    <a:pt x="10056" y="12581"/>
                  </a:lnTo>
                  <a:cubicBezTo>
                    <a:pt x="9431" y="12841"/>
                    <a:pt x="8770" y="12971"/>
                    <a:pt x="8090" y="12971"/>
                  </a:cubicBezTo>
                  <a:cubicBezTo>
                    <a:pt x="7410" y="12971"/>
                    <a:pt x="6749" y="12838"/>
                    <a:pt x="6122" y="12581"/>
                  </a:cubicBezTo>
                  <a:lnTo>
                    <a:pt x="6122" y="11830"/>
                  </a:lnTo>
                  <a:cubicBezTo>
                    <a:pt x="6717" y="12120"/>
                    <a:pt x="7384" y="12281"/>
                    <a:pt x="8090" y="12281"/>
                  </a:cubicBezTo>
                  <a:cubicBezTo>
                    <a:pt x="8795" y="12281"/>
                    <a:pt x="9462" y="12120"/>
                    <a:pt x="10056" y="11830"/>
                  </a:cubicBezTo>
                  <a:close/>
                  <a:moveTo>
                    <a:pt x="10713" y="12990"/>
                  </a:moveTo>
                  <a:cubicBezTo>
                    <a:pt x="10834" y="12990"/>
                    <a:pt x="10948" y="13051"/>
                    <a:pt x="11010" y="13159"/>
                  </a:cubicBezTo>
                  <a:lnTo>
                    <a:pt x="11354" y="13764"/>
                  </a:lnTo>
                  <a:cubicBezTo>
                    <a:pt x="10356" y="14308"/>
                    <a:pt x="9234" y="14593"/>
                    <a:pt x="8090" y="14593"/>
                  </a:cubicBezTo>
                  <a:cubicBezTo>
                    <a:pt x="6946" y="14593"/>
                    <a:pt x="5822" y="14308"/>
                    <a:pt x="4822" y="13764"/>
                  </a:cubicBezTo>
                  <a:lnTo>
                    <a:pt x="5168" y="13159"/>
                  </a:lnTo>
                  <a:cubicBezTo>
                    <a:pt x="5229" y="13051"/>
                    <a:pt x="5343" y="12990"/>
                    <a:pt x="5465" y="12990"/>
                  </a:cubicBezTo>
                  <a:cubicBezTo>
                    <a:pt x="5518" y="12990"/>
                    <a:pt x="5574" y="13002"/>
                    <a:pt x="5626" y="13027"/>
                  </a:cubicBezTo>
                  <a:cubicBezTo>
                    <a:pt x="6403" y="13392"/>
                    <a:pt x="7231" y="13578"/>
                    <a:pt x="8090" y="13578"/>
                  </a:cubicBezTo>
                  <a:cubicBezTo>
                    <a:pt x="8947" y="13578"/>
                    <a:pt x="9775" y="13392"/>
                    <a:pt x="10552" y="13027"/>
                  </a:cubicBezTo>
                  <a:cubicBezTo>
                    <a:pt x="10604" y="13002"/>
                    <a:pt x="10659" y="12990"/>
                    <a:pt x="10713" y="12990"/>
                  </a:cubicBezTo>
                  <a:close/>
                  <a:moveTo>
                    <a:pt x="8085" y="0"/>
                  </a:moveTo>
                  <a:cubicBezTo>
                    <a:pt x="6754" y="0"/>
                    <a:pt x="5499" y="176"/>
                    <a:pt x="4549" y="492"/>
                  </a:cubicBezTo>
                  <a:cubicBezTo>
                    <a:pt x="3397" y="877"/>
                    <a:pt x="3021" y="1356"/>
                    <a:pt x="2937" y="1740"/>
                  </a:cubicBezTo>
                  <a:cubicBezTo>
                    <a:pt x="2925" y="1797"/>
                    <a:pt x="2920" y="1856"/>
                    <a:pt x="2920" y="1916"/>
                  </a:cubicBezTo>
                  <a:lnTo>
                    <a:pt x="2920" y="6282"/>
                  </a:lnTo>
                  <a:cubicBezTo>
                    <a:pt x="2571" y="6447"/>
                    <a:pt x="2316" y="6779"/>
                    <a:pt x="2277" y="7166"/>
                  </a:cubicBezTo>
                  <a:cubicBezTo>
                    <a:pt x="2244" y="7480"/>
                    <a:pt x="2349" y="7794"/>
                    <a:pt x="2558" y="8028"/>
                  </a:cubicBezTo>
                  <a:cubicBezTo>
                    <a:pt x="2770" y="8261"/>
                    <a:pt x="3071" y="8394"/>
                    <a:pt x="3385" y="8394"/>
                  </a:cubicBezTo>
                  <a:lnTo>
                    <a:pt x="3612" y="8394"/>
                  </a:lnTo>
                  <a:cubicBezTo>
                    <a:pt x="3791" y="9668"/>
                    <a:pt x="4501" y="10774"/>
                    <a:pt x="5515" y="11479"/>
                  </a:cubicBezTo>
                  <a:lnTo>
                    <a:pt x="5515" y="12388"/>
                  </a:lnTo>
                  <a:cubicBezTo>
                    <a:pt x="5499" y="12388"/>
                    <a:pt x="5483" y="12387"/>
                    <a:pt x="5467" y="12387"/>
                  </a:cubicBezTo>
                  <a:cubicBezTo>
                    <a:pt x="5133" y="12387"/>
                    <a:pt x="4817" y="12557"/>
                    <a:pt x="4641" y="12864"/>
                  </a:cubicBezTo>
                  <a:lnTo>
                    <a:pt x="4112" y="13791"/>
                  </a:lnTo>
                  <a:lnTo>
                    <a:pt x="1616" y="14523"/>
                  </a:lnTo>
                  <a:cubicBezTo>
                    <a:pt x="666" y="14805"/>
                    <a:pt x="1" y="15692"/>
                    <a:pt x="1" y="16683"/>
                  </a:cubicBezTo>
                  <a:lnTo>
                    <a:pt x="1" y="20403"/>
                  </a:lnTo>
                  <a:cubicBezTo>
                    <a:pt x="1" y="20569"/>
                    <a:pt x="129" y="20713"/>
                    <a:pt x="295" y="20719"/>
                  </a:cubicBezTo>
                  <a:cubicBezTo>
                    <a:pt x="298" y="20719"/>
                    <a:pt x="302" y="20719"/>
                    <a:pt x="305" y="20719"/>
                  </a:cubicBezTo>
                  <a:cubicBezTo>
                    <a:pt x="472" y="20719"/>
                    <a:pt x="608" y="20582"/>
                    <a:pt x="608" y="20414"/>
                  </a:cubicBezTo>
                  <a:lnTo>
                    <a:pt x="608" y="16683"/>
                  </a:lnTo>
                  <a:cubicBezTo>
                    <a:pt x="608" y="15957"/>
                    <a:pt x="1092" y="15309"/>
                    <a:pt x="1786" y="15106"/>
                  </a:cubicBezTo>
                  <a:lnTo>
                    <a:pt x="4529" y="14299"/>
                  </a:lnTo>
                  <a:cubicBezTo>
                    <a:pt x="4722" y="14405"/>
                    <a:pt x="4919" y="14501"/>
                    <a:pt x="5119" y="14588"/>
                  </a:cubicBezTo>
                  <a:lnTo>
                    <a:pt x="4164" y="15066"/>
                  </a:lnTo>
                  <a:cubicBezTo>
                    <a:pt x="3401" y="15447"/>
                    <a:pt x="2920" y="16227"/>
                    <a:pt x="2920" y="17078"/>
                  </a:cubicBezTo>
                  <a:lnTo>
                    <a:pt x="2920" y="20405"/>
                  </a:lnTo>
                  <a:cubicBezTo>
                    <a:pt x="2920" y="20570"/>
                    <a:pt x="3048" y="20714"/>
                    <a:pt x="3214" y="20720"/>
                  </a:cubicBezTo>
                  <a:cubicBezTo>
                    <a:pt x="3217" y="20720"/>
                    <a:pt x="3221" y="20720"/>
                    <a:pt x="3224" y="20720"/>
                  </a:cubicBezTo>
                  <a:cubicBezTo>
                    <a:pt x="3391" y="20720"/>
                    <a:pt x="3527" y="20585"/>
                    <a:pt x="3527" y="20417"/>
                  </a:cubicBezTo>
                  <a:lnTo>
                    <a:pt x="3527" y="17078"/>
                  </a:lnTo>
                  <a:cubicBezTo>
                    <a:pt x="3527" y="16456"/>
                    <a:pt x="3878" y="15887"/>
                    <a:pt x="4435" y="15609"/>
                  </a:cubicBezTo>
                  <a:lnTo>
                    <a:pt x="5900" y="14878"/>
                  </a:lnTo>
                  <a:cubicBezTo>
                    <a:pt x="6606" y="15093"/>
                    <a:pt x="7343" y="15206"/>
                    <a:pt x="8090" y="15206"/>
                  </a:cubicBezTo>
                  <a:cubicBezTo>
                    <a:pt x="9335" y="15206"/>
                    <a:pt x="10560" y="14893"/>
                    <a:pt x="11647" y="14299"/>
                  </a:cubicBezTo>
                  <a:lnTo>
                    <a:pt x="14391" y="15106"/>
                  </a:lnTo>
                  <a:cubicBezTo>
                    <a:pt x="15086" y="15309"/>
                    <a:pt x="15572" y="15957"/>
                    <a:pt x="15572" y="16681"/>
                  </a:cubicBezTo>
                  <a:lnTo>
                    <a:pt x="15572" y="20403"/>
                  </a:lnTo>
                  <a:cubicBezTo>
                    <a:pt x="15572" y="20569"/>
                    <a:pt x="15700" y="20713"/>
                    <a:pt x="15866" y="20719"/>
                  </a:cubicBezTo>
                  <a:cubicBezTo>
                    <a:pt x="15869" y="20719"/>
                    <a:pt x="15873" y="20719"/>
                    <a:pt x="15876" y="20719"/>
                  </a:cubicBezTo>
                  <a:cubicBezTo>
                    <a:pt x="16043" y="20719"/>
                    <a:pt x="16179" y="20582"/>
                    <a:pt x="16179" y="20414"/>
                  </a:cubicBezTo>
                  <a:lnTo>
                    <a:pt x="16179" y="16681"/>
                  </a:lnTo>
                  <a:cubicBezTo>
                    <a:pt x="16179" y="15686"/>
                    <a:pt x="15515" y="14799"/>
                    <a:pt x="14562" y="14521"/>
                  </a:cubicBezTo>
                  <a:lnTo>
                    <a:pt x="12066" y="13786"/>
                  </a:lnTo>
                  <a:lnTo>
                    <a:pt x="11537" y="12862"/>
                  </a:lnTo>
                  <a:cubicBezTo>
                    <a:pt x="11363" y="12558"/>
                    <a:pt x="11048" y="12385"/>
                    <a:pt x="10716" y="12385"/>
                  </a:cubicBezTo>
                  <a:cubicBezTo>
                    <a:pt x="10698" y="12385"/>
                    <a:pt x="10680" y="12386"/>
                    <a:pt x="10662" y="12387"/>
                  </a:cubicBezTo>
                  <a:lnTo>
                    <a:pt x="10662" y="11477"/>
                  </a:lnTo>
                  <a:cubicBezTo>
                    <a:pt x="11674" y="10773"/>
                    <a:pt x="12387" y="9666"/>
                    <a:pt x="12566" y="8392"/>
                  </a:cubicBezTo>
                  <a:lnTo>
                    <a:pt x="12791" y="8392"/>
                  </a:lnTo>
                  <a:cubicBezTo>
                    <a:pt x="13105" y="8392"/>
                    <a:pt x="13408" y="8258"/>
                    <a:pt x="13618" y="8025"/>
                  </a:cubicBezTo>
                  <a:cubicBezTo>
                    <a:pt x="13829" y="7792"/>
                    <a:pt x="13932" y="7480"/>
                    <a:pt x="13901" y="7164"/>
                  </a:cubicBezTo>
                  <a:cubicBezTo>
                    <a:pt x="13861" y="6776"/>
                    <a:pt x="13608" y="6446"/>
                    <a:pt x="13258" y="6280"/>
                  </a:cubicBezTo>
                  <a:lnTo>
                    <a:pt x="13258" y="1873"/>
                  </a:lnTo>
                  <a:cubicBezTo>
                    <a:pt x="13258" y="1463"/>
                    <a:pt x="12913" y="923"/>
                    <a:pt x="11623" y="492"/>
                  </a:cubicBezTo>
                  <a:cubicBezTo>
                    <a:pt x="10673" y="176"/>
                    <a:pt x="9418" y="0"/>
                    <a:pt x="808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9" name="Google Shape;1945;p39"/>
            <p:cNvSpPr/>
            <p:nvPr/>
          </p:nvSpPr>
          <p:spPr>
            <a:xfrm>
              <a:off x="1926000" y="3859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4">
                  <a:moveTo>
                    <a:pt x="303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629"/>
                  </a:lnTo>
                  <a:cubicBezTo>
                    <a:pt x="0" y="798"/>
                    <a:pt x="136" y="933"/>
                    <a:pt x="303" y="933"/>
                  </a:cubicBezTo>
                  <a:cubicBezTo>
                    <a:pt x="472" y="933"/>
                    <a:pt x="607" y="798"/>
                    <a:pt x="607" y="629"/>
                  </a:cubicBezTo>
                  <a:lnTo>
                    <a:pt x="607" y="305"/>
                  </a:lnTo>
                  <a:cubicBezTo>
                    <a:pt x="607" y="137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0" name="Google Shape;1946;p39"/>
            <p:cNvSpPr/>
            <p:nvPr/>
          </p:nvSpPr>
          <p:spPr>
            <a:xfrm>
              <a:off x="2055240" y="3859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4">
                  <a:moveTo>
                    <a:pt x="303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629"/>
                  </a:lnTo>
                  <a:cubicBezTo>
                    <a:pt x="0" y="798"/>
                    <a:pt x="136" y="933"/>
                    <a:pt x="303" y="933"/>
                  </a:cubicBezTo>
                  <a:cubicBezTo>
                    <a:pt x="471" y="933"/>
                    <a:pt x="607" y="798"/>
                    <a:pt x="607" y="629"/>
                  </a:cubicBezTo>
                  <a:lnTo>
                    <a:pt x="607" y="305"/>
                  </a:lnTo>
                  <a:cubicBezTo>
                    <a:pt x="607" y="137"/>
                    <a:pt x="471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1" name="Google Shape;1947;p39"/>
            <p:cNvSpPr/>
            <p:nvPr/>
          </p:nvSpPr>
          <p:spPr>
            <a:xfrm>
              <a:off x="1915200" y="3538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5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2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19" y="607"/>
                    <a:pt x="1255" y="472"/>
                    <a:pt x="1255" y="304"/>
                  </a:cubicBezTo>
                  <a:cubicBezTo>
                    <a:pt x="1255" y="136"/>
                    <a:pt x="1119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2" name="Google Shape;1948;p39"/>
            <p:cNvSpPr/>
            <p:nvPr/>
          </p:nvSpPr>
          <p:spPr>
            <a:xfrm>
              <a:off x="2044440" y="3538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5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2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19" y="607"/>
                    <a:pt x="1254" y="472"/>
                    <a:pt x="1254" y="304"/>
                  </a:cubicBezTo>
                  <a:cubicBezTo>
                    <a:pt x="1254" y="136"/>
                    <a:pt x="1119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3" name="Google Shape;1949;p39"/>
            <p:cNvSpPr/>
            <p:nvPr/>
          </p:nvSpPr>
          <p:spPr>
            <a:xfrm>
              <a:off x="1872000" y="7297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4"/>
                  </a:cubicBezTo>
                  <a:cubicBezTo>
                    <a:pt x="1" y="471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1"/>
                    <a:pt x="609" y="304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4" name="Google Shape;1950;p39"/>
            <p:cNvSpPr/>
            <p:nvPr/>
          </p:nvSpPr>
          <p:spPr>
            <a:xfrm>
              <a:off x="1872000" y="78336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5"/>
                  </a:cubicBezTo>
                  <a:cubicBezTo>
                    <a:pt x="1" y="472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2"/>
                    <a:pt x="609" y="305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5" name="Google Shape;1951;p39"/>
            <p:cNvSpPr/>
            <p:nvPr/>
          </p:nvSpPr>
          <p:spPr>
            <a:xfrm>
              <a:off x="1872000" y="83700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5"/>
                  </a:cubicBezTo>
                  <a:cubicBezTo>
                    <a:pt x="1" y="472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2"/>
                    <a:pt x="609" y="305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6" name="Google Shape;1952;p39"/>
            <p:cNvSpPr/>
            <p:nvPr/>
          </p:nvSpPr>
          <p:spPr>
            <a:xfrm>
              <a:off x="1942200" y="444960"/>
              <a:ext cx="116640" cy="626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3527" h="1906">
                  <a:moveTo>
                    <a:pt x="2864" y="608"/>
                  </a:moveTo>
                  <a:cubicBezTo>
                    <a:pt x="2714" y="1007"/>
                    <a:pt x="2278" y="1299"/>
                    <a:pt x="1763" y="1299"/>
                  </a:cubicBezTo>
                  <a:cubicBezTo>
                    <a:pt x="1249" y="1299"/>
                    <a:pt x="812" y="1007"/>
                    <a:pt x="662" y="608"/>
                  </a:cubicBezTo>
                  <a:close/>
                  <a:moveTo>
                    <a:pt x="305" y="1"/>
                  </a:moveTo>
                  <a:cubicBezTo>
                    <a:pt x="136" y="1"/>
                    <a:pt x="0" y="136"/>
                    <a:pt x="0" y="305"/>
                  </a:cubicBezTo>
                  <a:cubicBezTo>
                    <a:pt x="0" y="1187"/>
                    <a:pt x="792" y="1906"/>
                    <a:pt x="1764" y="1906"/>
                  </a:cubicBezTo>
                  <a:cubicBezTo>
                    <a:pt x="2735" y="1906"/>
                    <a:pt x="3526" y="1187"/>
                    <a:pt x="3526" y="305"/>
                  </a:cubicBezTo>
                  <a:cubicBezTo>
                    <a:pt x="3526" y="136"/>
                    <a:pt x="3391" y="1"/>
                    <a:pt x="32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27" name="Google Shape;1953;p39"/>
            <p:cNvSpPr/>
            <p:nvPr/>
          </p:nvSpPr>
          <p:spPr>
            <a:xfrm>
              <a:off x="2044080" y="729720"/>
              <a:ext cx="127440" cy="6264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3854" h="1906">
                  <a:moveTo>
                    <a:pt x="3225" y="607"/>
                  </a:moveTo>
                  <a:cubicBezTo>
                    <a:pt x="3235" y="607"/>
                    <a:pt x="3247" y="616"/>
                    <a:pt x="3247" y="628"/>
                  </a:cubicBezTo>
                  <a:lnTo>
                    <a:pt x="3247" y="1277"/>
                  </a:lnTo>
                  <a:cubicBezTo>
                    <a:pt x="3247" y="1287"/>
                    <a:pt x="3238" y="1298"/>
                    <a:pt x="3225" y="1298"/>
                  </a:cubicBezTo>
                  <a:lnTo>
                    <a:pt x="629" y="1298"/>
                  </a:lnTo>
                  <a:cubicBezTo>
                    <a:pt x="619" y="1298"/>
                    <a:pt x="607" y="1290"/>
                    <a:pt x="607" y="1277"/>
                  </a:cubicBezTo>
                  <a:lnTo>
                    <a:pt x="607" y="628"/>
                  </a:lnTo>
                  <a:cubicBezTo>
                    <a:pt x="607" y="616"/>
                    <a:pt x="617" y="607"/>
                    <a:pt x="629" y="607"/>
                  </a:cubicBezTo>
                  <a:close/>
                  <a:moveTo>
                    <a:pt x="629" y="0"/>
                  </a:moveTo>
                  <a:cubicBezTo>
                    <a:pt x="283" y="0"/>
                    <a:pt x="0" y="283"/>
                    <a:pt x="0" y="628"/>
                  </a:cubicBezTo>
                  <a:lnTo>
                    <a:pt x="0" y="1277"/>
                  </a:lnTo>
                  <a:cubicBezTo>
                    <a:pt x="0" y="1622"/>
                    <a:pt x="283" y="1905"/>
                    <a:pt x="629" y="1905"/>
                  </a:cubicBezTo>
                  <a:lnTo>
                    <a:pt x="3225" y="1905"/>
                  </a:lnTo>
                  <a:cubicBezTo>
                    <a:pt x="3571" y="1905"/>
                    <a:pt x="3854" y="1622"/>
                    <a:pt x="3854" y="1277"/>
                  </a:cubicBezTo>
                  <a:lnTo>
                    <a:pt x="3854" y="628"/>
                  </a:lnTo>
                  <a:cubicBezTo>
                    <a:pt x="3854" y="283"/>
                    <a:pt x="3571" y="0"/>
                    <a:pt x="32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28" name="Google Shape;1954;p39"/>
          <p:cNvSpPr/>
          <p:nvPr/>
        </p:nvSpPr>
        <p:spPr>
          <a:xfrm>
            <a:off x="7571520" y="342900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29" name="Google Shape;1955;p39"/>
          <p:cNvSpPr/>
          <p:nvPr/>
        </p:nvSpPr>
        <p:spPr>
          <a:xfrm>
            <a:off x="757152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30" name="Google Shape;1956;p39"/>
          <p:cNvGrpSpPr/>
          <p:nvPr/>
        </p:nvGrpSpPr>
        <p:grpSpPr>
          <a:xfrm>
            <a:off x="7732080" y="3600360"/>
            <a:ext cx="536760" cy="685440"/>
            <a:chOff x="7732080" y="3600360"/>
            <a:chExt cx="536760" cy="685440"/>
          </a:xfrm>
        </p:grpSpPr>
        <p:sp>
          <p:nvSpPr>
            <p:cNvPr id="2131" name="Google Shape;1957;p39"/>
            <p:cNvSpPr/>
            <p:nvPr/>
          </p:nvSpPr>
          <p:spPr>
            <a:xfrm>
              <a:off x="7914960" y="375084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0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1277" y="608"/>
                  </a:lnTo>
                  <a:cubicBezTo>
                    <a:pt x="1444" y="608"/>
                    <a:pt x="1580" y="472"/>
                    <a:pt x="1580" y="303"/>
                  </a:cubicBezTo>
                  <a:cubicBezTo>
                    <a:pt x="1580" y="136"/>
                    <a:pt x="1444" y="1"/>
                    <a:pt x="12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2" name="Google Shape;1958;p39"/>
            <p:cNvSpPr/>
            <p:nvPr/>
          </p:nvSpPr>
          <p:spPr>
            <a:xfrm>
              <a:off x="8033400" y="375084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0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1276" y="608"/>
                  </a:lnTo>
                  <a:cubicBezTo>
                    <a:pt x="1444" y="608"/>
                    <a:pt x="1580" y="472"/>
                    <a:pt x="1580" y="303"/>
                  </a:cubicBezTo>
                  <a:cubicBezTo>
                    <a:pt x="1580" y="136"/>
                    <a:pt x="1444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3" name="Google Shape;1959;p39"/>
            <p:cNvSpPr/>
            <p:nvPr/>
          </p:nvSpPr>
          <p:spPr>
            <a:xfrm>
              <a:off x="7979040" y="3912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1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946" y="608"/>
                  </a:lnTo>
                  <a:cubicBezTo>
                    <a:pt x="1114" y="608"/>
                    <a:pt x="1250" y="472"/>
                    <a:pt x="1250" y="303"/>
                  </a:cubicBezTo>
                  <a:cubicBezTo>
                    <a:pt x="1250" y="136"/>
                    <a:pt x="1114" y="1"/>
                    <a:pt x="9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4" name="Google Shape;1960;p39"/>
            <p:cNvSpPr/>
            <p:nvPr/>
          </p:nvSpPr>
          <p:spPr>
            <a:xfrm>
              <a:off x="7923600" y="38696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5" h="1063">
                  <a:moveTo>
                    <a:pt x="346" y="1"/>
                  </a:moveTo>
                  <a:cubicBezTo>
                    <a:pt x="248" y="1"/>
                    <a:pt x="151" y="48"/>
                    <a:pt x="93" y="136"/>
                  </a:cubicBezTo>
                  <a:cubicBezTo>
                    <a:pt x="0" y="276"/>
                    <a:pt x="37" y="464"/>
                    <a:pt x="176" y="557"/>
                  </a:cubicBezTo>
                  <a:lnTo>
                    <a:pt x="610" y="847"/>
                  </a:lnTo>
                  <a:cubicBezTo>
                    <a:pt x="825" y="990"/>
                    <a:pt x="1071" y="1062"/>
                    <a:pt x="1318" y="1062"/>
                  </a:cubicBezTo>
                  <a:cubicBezTo>
                    <a:pt x="1565" y="1062"/>
                    <a:pt x="1812" y="990"/>
                    <a:pt x="2028" y="847"/>
                  </a:cubicBezTo>
                  <a:lnTo>
                    <a:pt x="2102" y="797"/>
                  </a:lnTo>
                  <a:cubicBezTo>
                    <a:pt x="2160" y="758"/>
                    <a:pt x="2227" y="739"/>
                    <a:pt x="2294" y="739"/>
                  </a:cubicBezTo>
                  <a:cubicBezTo>
                    <a:pt x="2361" y="739"/>
                    <a:pt x="2428" y="758"/>
                    <a:pt x="2485" y="797"/>
                  </a:cubicBezTo>
                  <a:lnTo>
                    <a:pt x="2558" y="847"/>
                  </a:lnTo>
                  <a:cubicBezTo>
                    <a:pt x="2772" y="990"/>
                    <a:pt x="3021" y="1063"/>
                    <a:pt x="3266" y="1063"/>
                  </a:cubicBezTo>
                  <a:cubicBezTo>
                    <a:pt x="3513" y="1063"/>
                    <a:pt x="3759" y="991"/>
                    <a:pt x="3973" y="847"/>
                  </a:cubicBezTo>
                  <a:lnTo>
                    <a:pt x="4407" y="557"/>
                  </a:lnTo>
                  <a:cubicBezTo>
                    <a:pt x="4546" y="464"/>
                    <a:pt x="4584" y="276"/>
                    <a:pt x="4492" y="136"/>
                  </a:cubicBezTo>
                  <a:cubicBezTo>
                    <a:pt x="4433" y="48"/>
                    <a:pt x="4336" y="1"/>
                    <a:pt x="4238" y="1"/>
                  </a:cubicBezTo>
                  <a:cubicBezTo>
                    <a:pt x="4180" y="1"/>
                    <a:pt x="4122" y="17"/>
                    <a:pt x="4070" y="51"/>
                  </a:cubicBezTo>
                  <a:lnTo>
                    <a:pt x="3636" y="341"/>
                  </a:lnTo>
                  <a:cubicBezTo>
                    <a:pt x="3523" y="416"/>
                    <a:pt x="3393" y="454"/>
                    <a:pt x="3264" y="454"/>
                  </a:cubicBezTo>
                  <a:cubicBezTo>
                    <a:pt x="3135" y="454"/>
                    <a:pt x="3006" y="416"/>
                    <a:pt x="2894" y="341"/>
                  </a:cubicBezTo>
                  <a:lnTo>
                    <a:pt x="2821" y="291"/>
                  </a:lnTo>
                  <a:cubicBezTo>
                    <a:pt x="2660" y="184"/>
                    <a:pt x="2476" y="131"/>
                    <a:pt x="2292" y="131"/>
                  </a:cubicBezTo>
                  <a:cubicBezTo>
                    <a:pt x="2108" y="131"/>
                    <a:pt x="1925" y="184"/>
                    <a:pt x="1764" y="291"/>
                  </a:cubicBezTo>
                  <a:lnTo>
                    <a:pt x="1690" y="341"/>
                  </a:lnTo>
                  <a:cubicBezTo>
                    <a:pt x="1577" y="416"/>
                    <a:pt x="1448" y="454"/>
                    <a:pt x="1318" y="454"/>
                  </a:cubicBezTo>
                  <a:cubicBezTo>
                    <a:pt x="1189" y="454"/>
                    <a:pt x="1060" y="416"/>
                    <a:pt x="947" y="341"/>
                  </a:cubicBezTo>
                  <a:lnTo>
                    <a:pt x="514" y="51"/>
                  </a:lnTo>
                  <a:cubicBezTo>
                    <a:pt x="463" y="17"/>
                    <a:pt x="404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5" name="Google Shape;1961;p39"/>
            <p:cNvSpPr/>
            <p:nvPr/>
          </p:nvSpPr>
          <p:spPr>
            <a:xfrm>
              <a:off x="7732080" y="3600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6" h="20717">
                  <a:moveTo>
                    <a:pt x="11527" y="1594"/>
                  </a:moveTo>
                  <a:cubicBezTo>
                    <a:pt x="12217" y="2250"/>
                    <a:pt x="12647" y="3172"/>
                    <a:pt x="12647" y="4195"/>
                  </a:cubicBezTo>
                  <a:lnTo>
                    <a:pt x="12647" y="5837"/>
                  </a:lnTo>
                  <a:lnTo>
                    <a:pt x="12625" y="5837"/>
                  </a:lnTo>
                  <a:cubicBezTo>
                    <a:pt x="12255" y="5837"/>
                    <a:pt x="11955" y="5537"/>
                    <a:pt x="11955" y="5169"/>
                  </a:cubicBezTo>
                  <a:lnTo>
                    <a:pt x="11955" y="4617"/>
                  </a:lnTo>
                  <a:cubicBezTo>
                    <a:pt x="11955" y="4356"/>
                    <a:pt x="11875" y="4103"/>
                    <a:pt x="11725" y="3889"/>
                  </a:cubicBezTo>
                  <a:cubicBezTo>
                    <a:pt x="11453" y="3502"/>
                    <a:pt x="11308" y="3046"/>
                    <a:pt x="11308" y="2574"/>
                  </a:cubicBezTo>
                  <a:cubicBezTo>
                    <a:pt x="11307" y="2234"/>
                    <a:pt x="11383" y="1900"/>
                    <a:pt x="11527" y="1594"/>
                  </a:cubicBezTo>
                  <a:close/>
                  <a:moveTo>
                    <a:pt x="4642" y="1595"/>
                  </a:moveTo>
                  <a:cubicBezTo>
                    <a:pt x="4786" y="1901"/>
                    <a:pt x="4862" y="2235"/>
                    <a:pt x="4862" y="2577"/>
                  </a:cubicBezTo>
                  <a:cubicBezTo>
                    <a:pt x="4862" y="3049"/>
                    <a:pt x="4717" y="3505"/>
                    <a:pt x="4443" y="3892"/>
                  </a:cubicBezTo>
                  <a:cubicBezTo>
                    <a:pt x="4292" y="4106"/>
                    <a:pt x="4213" y="4357"/>
                    <a:pt x="4213" y="4620"/>
                  </a:cubicBezTo>
                  <a:lnTo>
                    <a:pt x="4213" y="5170"/>
                  </a:lnTo>
                  <a:cubicBezTo>
                    <a:pt x="4213" y="5540"/>
                    <a:pt x="3913" y="5840"/>
                    <a:pt x="3543" y="5840"/>
                  </a:cubicBezTo>
                  <a:lnTo>
                    <a:pt x="3522" y="5840"/>
                  </a:lnTo>
                  <a:lnTo>
                    <a:pt x="3522" y="4198"/>
                  </a:lnTo>
                  <a:cubicBezTo>
                    <a:pt x="3522" y="3174"/>
                    <a:pt x="3953" y="2250"/>
                    <a:pt x="4642" y="1595"/>
                  </a:cubicBezTo>
                  <a:close/>
                  <a:moveTo>
                    <a:pt x="9058" y="607"/>
                  </a:moveTo>
                  <a:cubicBezTo>
                    <a:pt x="9417" y="607"/>
                    <a:pt x="9766" y="660"/>
                    <a:pt x="10093" y="760"/>
                  </a:cubicBezTo>
                  <a:cubicBezTo>
                    <a:pt x="9695" y="1488"/>
                    <a:pt x="8932" y="1948"/>
                    <a:pt x="8085" y="1948"/>
                  </a:cubicBezTo>
                  <a:cubicBezTo>
                    <a:pt x="7891" y="1948"/>
                    <a:pt x="7698" y="1924"/>
                    <a:pt x="7512" y="1877"/>
                  </a:cubicBezTo>
                  <a:cubicBezTo>
                    <a:pt x="7487" y="1870"/>
                    <a:pt x="7461" y="1867"/>
                    <a:pt x="7436" y="1867"/>
                  </a:cubicBezTo>
                  <a:cubicBezTo>
                    <a:pt x="7300" y="1867"/>
                    <a:pt x="7177" y="1957"/>
                    <a:pt x="7142" y="2094"/>
                  </a:cubicBezTo>
                  <a:cubicBezTo>
                    <a:pt x="7101" y="2257"/>
                    <a:pt x="7200" y="2422"/>
                    <a:pt x="7361" y="2464"/>
                  </a:cubicBezTo>
                  <a:cubicBezTo>
                    <a:pt x="7597" y="2524"/>
                    <a:pt x="7839" y="2554"/>
                    <a:pt x="8085" y="2554"/>
                  </a:cubicBezTo>
                  <a:cubicBezTo>
                    <a:pt x="9183" y="2554"/>
                    <a:pt x="10164" y="1947"/>
                    <a:pt x="10660" y="987"/>
                  </a:cubicBezTo>
                  <a:cubicBezTo>
                    <a:pt x="10791" y="1053"/>
                    <a:pt x="10920" y="1128"/>
                    <a:pt x="11041" y="1208"/>
                  </a:cubicBezTo>
                  <a:cubicBezTo>
                    <a:pt x="10817" y="1628"/>
                    <a:pt x="10699" y="2095"/>
                    <a:pt x="10699" y="2575"/>
                  </a:cubicBezTo>
                  <a:cubicBezTo>
                    <a:pt x="10699" y="3175"/>
                    <a:pt x="10881" y="3751"/>
                    <a:pt x="11230" y="4242"/>
                  </a:cubicBezTo>
                  <a:cubicBezTo>
                    <a:pt x="11307" y="4352"/>
                    <a:pt x="11348" y="4482"/>
                    <a:pt x="11348" y="4620"/>
                  </a:cubicBezTo>
                  <a:lnTo>
                    <a:pt x="11348" y="5170"/>
                  </a:lnTo>
                  <a:cubicBezTo>
                    <a:pt x="11348" y="5416"/>
                    <a:pt x="11418" y="5644"/>
                    <a:pt x="11538" y="5838"/>
                  </a:cubicBezTo>
                  <a:lnTo>
                    <a:pt x="10653" y="5838"/>
                  </a:lnTo>
                  <a:cubicBezTo>
                    <a:pt x="10451" y="5639"/>
                    <a:pt x="10174" y="5514"/>
                    <a:pt x="9867" y="5514"/>
                  </a:cubicBezTo>
                  <a:cubicBezTo>
                    <a:pt x="9476" y="5514"/>
                    <a:pt x="9133" y="5716"/>
                    <a:pt x="8933" y="6021"/>
                  </a:cubicBezTo>
                  <a:cubicBezTo>
                    <a:pt x="8712" y="5906"/>
                    <a:pt x="8418" y="5840"/>
                    <a:pt x="8082" y="5840"/>
                  </a:cubicBezTo>
                  <a:cubicBezTo>
                    <a:pt x="7747" y="5840"/>
                    <a:pt x="7452" y="5907"/>
                    <a:pt x="7231" y="6021"/>
                  </a:cubicBezTo>
                  <a:cubicBezTo>
                    <a:pt x="7032" y="5716"/>
                    <a:pt x="6688" y="5514"/>
                    <a:pt x="6297" y="5514"/>
                  </a:cubicBezTo>
                  <a:cubicBezTo>
                    <a:pt x="5991" y="5514"/>
                    <a:pt x="5713" y="5637"/>
                    <a:pt x="5511" y="5838"/>
                  </a:cubicBezTo>
                  <a:lnTo>
                    <a:pt x="4626" y="5838"/>
                  </a:lnTo>
                  <a:cubicBezTo>
                    <a:pt x="4746" y="5644"/>
                    <a:pt x="4815" y="5414"/>
                    <a:pt x="4815" y="5170"/>
                  </a:cubicBezTo>
                  <a:lnTo>
                    <a:pt x="4815" y="4620"/>
                  </a:lnTo>
                  <a:cubicBezTo>
                    <a:pt x="4815" y="4482"/>
                    <a:pt x="4856" y="4352"/>
                    <a:pt x="4934" y="4242"/>
                  </a:cubicBezTo>
                  <a:cubicBezTo>
                    <a:pt x="5282" y="3751"/>
                    <a:pt x="5464" y="3174"/>
                    <a:pt x="5464" y="2575"/>
                  </a:cubicBezTo>
                  <a:cubicBezTo>
                    <a:pt x="5469" y="2094"/>
                    <a:pt x="5350" y="1627"/>
                    <a:pt x="5127" y="1208"/>
                  </a:cubicBezTo>
                  <a:cubicBezTo>
                    <a:pt x="5250" y="1127"/>
                    <a:pt x="5377" y="1053"/>
                    <a:pt x="5511" y="986"/>
                  </a:cubicBezTo>
                  <a:cubicBezTo>
                    <a:pt x="5660" y="1273"/>
                    <a:pt x="5853" y="1531"/>
                    <a:pt x="6090" y="1755"/>
                  </a:cubicBezTo>
                  <a:cubicBezTo>
                    <a:pt x="6148" y="1813"/>
                    <a:pt x="6224" y="1838"/>
                    <a:pt x="6298" y="1838"/>
                  </a:cubicBezTo>
                  <a:cubicBezTo>
                    <a:pt x="6378" y="1838"/>
                    <a:pt x="6460" y="1807"/>
                    <a:pt x="6518" y="1744"/>
                  </a:cubicBezTo>
                  <a:cubicBezTo>
                    <a:pt x="6634" y="1623"/>
                    <a:pt x="6628" y="1430"/>
                    <a:pt x="6507" y="1316"/>
                  </a:cubicBezTo>
                  <a:cubicBezTo>
                    <a:pt x="6334" y="1151"/>
                    <a:pt x="6191" y="966"/>
                    <a:pt x="6077" y="760"/>
                  </a:cubicBezTo>
                  <a:cubicBezTo>
                    <a:pt x="6405" y="660"/>
                    <a:pt x="6754" y="607"/>
                    <a:pt x="7112" y="607"/>
                  </a:cubicBezTo>
                  <a:close/>
                  <a:moveTo>
                    <a:pt x="6303" y="6121"/>
                  </a:moveTo>
                  <a:cubicBezTo>
                    <a:pt x="6581" y="6121"/>
                    <a:pt x="6808" y="6350"/>
                    <a:pt x="6808" y="6628"/>
                  </a:cubicBezTo>
                  <a:cubicBezTo>
                    <a:pt x="6808" y="6908"/>
                    <a:pt x="6581" y="7135"/>
                    <a:pt x="6303" y="7135"/>
                  </a:cubicBezTo>
                  <a:cubicBezTo>
                    <a:pt x="6023" y="7135"/>
                    <a:pt x="5796" y="6907"/>
                    <a:pt x="5796" y="6628"/>
                  </a:cubicBezTo>
                  <a:cubicBezTo>
                    <a:pt x="5796" y="6348"/>
                    <a:pt x="6023" y="6121"/>
                    <a:pt x="6303" y="6121"/>
                  </a:cubicBezTo>
                  <a:close/>
                  <a:moveTo>
                    <a:pt x="9869" y="6121"/>
                  </a:moveTo>
                  <a:cubicBezTo>
                    <a:pt x="10147" y="6121"/>
                    <a:pt x="10376" y="6350"/>
                    <a:pt x="10376" y="6628"/>
                  </a:cubicBezTo>
                  <a:cubicBezTo>
                    <a:pt x="10376" y="6908"/>
                    <a:pt x="10147" y="7135"/>
                    <a:pt x="9869" y="7135"/>
                  </a:cubicBezTo>
                  <a:cubicBezTo>
                    <a:pt x="9590" y="7135"/>
                    <a:pt x="9362" y="6907"/>
                    <a:pt x="9362" y="6628"/>
                  </a:cubicBezTo>
                  <a:cubicBezTo>
                    <a:pt x="9362" y="6348"/>
                    <a:pt x="9590" y="6121"/>
                    <a:pt x="9869" y="6121"/>
                  </a:cubicBezTo>
                  <a:close/>
                  <a:moveTo>
                    <a:pt x="8084" y="6443"/>
                  </a:moveTo>
                  <a:cubicBezTo>
                    <a:pt x="8471" y="6443"/>
                    <a:pt x="8706" y="6568"/>
                    <a:pt x="8753" y="6628"/>
                  </a:cubicBezTo>
                  <a:cubicBezTo>
                    <a:pt x="8753" y="7242"/>
                    <a:pt x="9253" y="7742"/>
                    <a:pt x="9867" y="7742"/>
                  </a:cubicBezTo>
                  <a:cubicBezTo>
                    <a:pt x="10481" y="7742"/>
                    <a:pt x="10981" y="7242"/>
                    <a:pt x="10981" y="6627"/>
                  </a:cubicBezTo>
                  <a:cubicBezTo>
                    <a:pt x="10981" y="6564"/>
                    <a:pt x="10976" y="6504"/>
                    <a:pt x="10967" y="6444"/>
                  </a:cubicBezTo>
                  <a:lnTo>
                    <a:pt x="12788" y="6444"/>
                  </a:lnTo>
                  <a:cubicBezTo>
                    <a:pt x="12931" y="6444"/>
                    <a:pt x="13068" y="6505"/>
                    <a:pt x="13162" y="6613"/>
                  </a:cubicBezTo>
                  <a:cubicBezTo>
                    <a:pt x="13261" y="6720"/>
                    <a:pt x="13305" y="6861"/>
                    <a:pt x="13291" y="7007"/>
                  </a:cubicBezTo>
                  <a:cubicBezTo>
                    <a:pt x="13266" y="7262"/>
                    <a:pt x="13024" y="7461"/>
                    <a:pt x="12739" y="7461"/>
                  </a:cubicBezTo>
                  <a:lnTo>
                    <a:pt x="12602" y="7461"/>
                  </a:lnTo>
                  <a:lnTo>
                    <a:pt x="12602" y="7441"/>
                  </a:lnTo>
                  <a:cubicBezTo>
                    <a:pt x="12602" y="7272"/>
                    <a:pt x="12467" y="7137"/>
                    <a:pt x="12298" y="7137"/>
                  </a:cubicBezTo>
                  <a:cubicBezTo>
                    <a:pt x="12131" y="7137"/>
                    <a:pt x="11995" y="7272"/>
                    <a:pt x="11995" y="7441"/>
                  </a:cubicBezTo>
                  <a:cubicBezTo>
                    <a:pt x="11995" y="9599"/>
                    <a:pt x="10240" y="11354"/>
                    <a:pt x="8082" y="11354"/>
                  </a:cubicBezTo>
                  <a:cubicBezTo>
                    <a:pt x="5923" y="11354"/>
                    <a:pt x="4172" y="9599"/>
                    <a:pt x="4172" y="7441"/>
                  </a:cubicBezTo>
                  <a:cubicBezTo>
                    <a:pt x="4172" y="7272"/>
                    <a:pt x="4036" y="7137"/>
                    <a:pt x="3869" y="7137"/>
                  </a:cubicBezTo>
                  <a:cubicBezTo>
                    <a:pt x="3701" y="7137"/>
                    <a:pt x="3565" y="7272"/>
                    <a:pt x="3565" y="7441"/>
                  </a:cubicBezTo>
                  <a:lnTo>
                    <a:pt x="3565" y="7461"/>
                  </a:lnTo>
                  <a:lnTo>
                    <a:pt x="3382" y="7461"/>
                  </a:lnTo>
                  <a:cubicBezTo>
                    <a:pt x="3239" y="7461"/>
                    <a:pt x="3101" y="7399"/>
                    <a:pt x="3005" y="7294"/>
                  </a:cubicBezTo>
                  <a:cubicBezTo>
                    <a:pt x="2907" y="7187"/>
                    <a:pt x="2862" y="7045"/>
                    <a:pt x="2877" y="6900"/>
                  </a:cubicBezTo>
                  <a:cubicBezTo>
                    <a:pt x="2901" y="6644"/>
                    <a:pt x="3144" y="6447"/>
                    <a:pt x="3426" y="6444"/>
                  </a:cubicBezTo>
                  <a:lnTo>
                    <a:pt x="5200" y="6444"/>
                  </a:lnTo>
                  <a:cubicBezTo>
                    <a:pt x="5192" y="6505"/>
                    <a:pt x="5186" y="6565"/>
                    <a:pt x="5186" y="6628"/>
                  </a:cubicBezTo>
                  <a:cubicBezTo>
                    <a:pt x="5186" y="7242"/>
                    <a:pt x="5686" y="7742"/>
                    <a:pt x="6300" y="7742"/>
                  </a:cubicBezTo>
                  <a:cubicBezTo>
                    <a:pt x="6914" y="7742"/>
                    <a:pt x="7414" y="7242"/>
                    <a:pt x="7414" y="6628"/>
                  </a:cubicBezTo>
                  <a:cubicBezTo>
                    <a:pt x="7461" y="6568"/>
                    <a:pt x="7697" y="6443"/>
                    <a:pt x="8084" y="6443"/>
                  </a:cubicBezTo>
                  <a:close/>
                  <a:moveTo>
                    <a:pt x="10053" y="11511"/>
                  </a:moveTo>
                  <a:lnTo>
                    <a:pt x="10053" y="12488"/>
                  </a:lnTo>
                  <a:lnTo>
                    <a:pt x="8082" y="13582"/>
                  </a:lnTo>
                  <a:lnTo>
                    <a:pt x="7344" y="13171"/>
                  </a:lnTo>
                  <a:cubicBezTo>
                    <a:pt x="7297" y="13145"/>
                    <a:pt x="7247" y="13132"/>
                    <a:pt x="7198" y="13132"/>
                  </a:cubicBezTo>
                  <a:cubicBezTo>
                    <a:pt x="7091" y="13132"/>
                    <a:pt x="6988" y="13189"/>
                    <a:pt x="6932" y="13289"/>
                  </a:cubicBezTo>
                  <a:cubicBezTo>
                    <a:pt x="6851" y="13435"/>
                    <a:pt x="6904" y="13620"/>
                    <a:pt x="7050" y="13702"/>
                  </a:cubicBezTo>
                  <a:lnTo>
                    <a:pt x="7554" y="13982"/>
                  </a:lnTo>
                  <a:lnTo>
                    <a:pt x="5913" y="15389"/>
                  </a:lnTo>
                  <a:cubicBezTo>
                    <a:pt x="5912" y="15390"/>
                    <a:pt x="5907" y="15394"/>
                    <a:pt x="5899" y="15394"/>
                  </a:cubicBezTo>
                  <a:cubicBezTo>
                    <a:pt x="5898" y="15394"/>
                    <a:pt x="5897" y="15394"/>
                    <a:pt x="5896" y="15394"/>
                  </a:cubicBezTo>
                  <a:cubicBezTo>
                    <a:pt x="5884" y="15391"/>
                    <a:pt x="5883" y="15384"/>
                    <a:pt x="5881" y="15383"/>
                  </a:cubicBezTo>
                  <a:lnTo>
                    <a:pt x="4857" y="13595"/>
                  </a:lnTo>
                  <a:lnTo>
                    <a:pt x="5283" y="12745"/>
                  </a:lnTo>
                  <a:cubicBezTo>
                    <a:pt x="5283" y="12742"/>
                    <a:pt x="5286" y="12735"/>
                    <a:pt x="5296" y="12734"/>
                  </a:cubicBezTo>
                  <a:cubicBezTo>
                    <a:pt x="5298" y="12733"/>
                    <a:pt x="5299" y="12733"/>
                    <a:pt x="5301" y="12733"/>
                  </a:cubicBezTo>
                  <a:cubicBezTo>
                    <a:pt x="5307" y="12733"/>
                    <a:pt x="5310" y="12735"/>
                    <a:pt x="5312" y="12735"/>
                  </a:cubicBezTo>
                  <a:lnTo>
                    <a:pt x="5976" y="13105"/>
                  </a:lnTo>
                  <a:cubicBezTo>
                    <a:pt x="6022" y="13131"/>
                    <a:pt x="6073" y="13144"/>
                    <a:pt x="6123" y="13144"/>
                  </a:cubicBezTo>
                  <a:cubicBezTo>
                    <a:pt x="6229" y="13144"/>
                    <a:pt x="6333" y="13087"/>
                    <a:pt x="6388" y="12988"/>
                  </a:cubicBezTo>
                  <a:cubicBezTo>
                    <a:pt x="6468" y="12841"/>
                    <a:pt x="6417" y="12655"/>
                    <a:pt x="6270" y="12575"/>
                  </a:cubicBezTo>
                  <a:lnTo>
                    <a:pt x="6118" y="12491"/>
                  </a:lnTo>
                  <a:lnTo>
                    <a:pt x="6118" y="11511"/>
                  </a:lnTo>
                  <a:cubicBezTo>
                    <a:pt x="6713" y="11800"/>
                    <a:pt x="7381" y="11961"/>
                    <a:pt x="8085" y="11961"/>
                  </a:cubicBezTo>
                  <a:cubicBezTo>
                    <a:pt x="8791" y="11961"/>
                    <a:pt x="9456" y="11798"/>
                    <a:pt x="10053" y="11511"/>
                  </a:cubicBezTo>
                  <a:close/>
                  <a:moveTo>
                    <a:pt x="10864" y="12733"/>
                  </a:moveTo>
                  <a:cubicBezTo>
                    <a:pt x="10866" y="12733"/>
                    <a:pt x="10867" y="12733"/>
                    <a:pt x="10868" y="12734"/>
                  </a:cubicBezTo>
                  <a:cubicBezTo>
                    <a:pt x="10877" y="12735"/>
                    <a:pt x="10881" y="12742"/>
                    <a:pt x="10881" y="12744"/>
                  </a:cubicBezTo>
                  <a:lnTo>
                    <a:pt x="11306" y="13593"/>
                  </a:lnTo>
                  <a:lnTo>
                    <a:pt x="10283" y="15383"/>
                  </a:lnTo>
                  <a:cubicBezTo>
                    <a:pt x="10282" y="15387"/>
                    <a:pt x="10277" y="15391"/>
                    <a:pt x="10269" y="15394"/>
                  </a:cubicBezTo>
                  <a:cubicBezTo>
                    <a:pt x="10268" y="15394"/>
                    <a:pt x="10267" y="15394"/>
                    <a:pt x="10266" y="15394"/>
                  </a:cubicBezTo>
                  <a:cubicBezTo>
                    <a:pt x="10259" y="15394"/>
                    <a:pt x="10254" y="15390"/>
                    <a:pt x="10252" y="15389"/>
                  </a:cubicBezTo>
                  <a:lnTo>
                    <a:pt x="8611" y="13982"/>
                  </a:lnTo>
                  <a:lnTo>
                    <a:pt x="10853" y="12735"/>
                  </a:lnTo>
                  <a:cubicBezTo>
                    <a:pt x="10854" y="12735"/>
                    <a:pt x="10859" y="12733"/>
                    <a:pt x="10864" y="12733"/>
                  </a:cubicBezTo>
                  <a:close/>
                  <a:moveTo>
                    <a:pt x="7114" y="0"/>
                  </a:moveTo>
                  <a:cubicBezTo>
                    <a:pt x="4800" y="0"/>
                    <a:pt x="2919" y="1883"/>
                    <a:pt x="2919" y="4195"/>
                  </a:cubicBezTo>
                  <a:lnTo>
                    <a:pt x="2919" y="5953"/>
                  </a:lnTo>
                  <a:cubicBezTo>
                    <a:pt x="2571" y="6120"/>
                    <a:pt x="2315" y="6450"/>
                    <a:pt x="2277" y="6837"/>
                  </a:cubicBezTo>
                  <a:cubicBezTo>
                    <a:pt x="2247" y="7151"/>
                    <a:pt x="2348" y="7465"/>
                    <a:pt x="2558" y="7699"/>
                  </a:cubicBezTo>
                  <a:cubicBezTo>
                    <a:pt x="2769" y="7934"/>
                    <a:pt x="3071" y="8065"/>
                    <a:pt x="3385" y="8065"/>
                  </a:cubicBezTo>
                  <a:lnTo>
                    <a:pt x="3612" y="8065"/>
                  </a:lnTo>
                  <a:cubicBezTo>
                    <a:pt x="3791" y="9340"/>
                    <a:pt x="4500" y="10447"/>
                    <a:pt x="5514" y="11151"/>
                  </a:cubicBezTo>
                  <a:lnTo>
                    <a:pt x="5514" y="12161"/>
                  </a:lnTo>
                  <a:cubicBezTo>
                    <a:pt x="5446" y="12136"/>
                    <a:pt x="5374" y="12124"/>
                    <a:pt x="5302" y="12124"/>
                  </a:cubicBezTo>
                  <a:cubicBezTo>
                    <a:pt x="5240" y="12124"/>
                    <a:pt x="5179" y="12133"/>
                    <a:pt x="5120" y="12151"/>
                  </a:cubicBezTo>
                  <a:cubicBezTo>
                    <a:pt x="4957" y="12202"/>
                    <a:pt x="4820" y="12318"/>
                    <a:pt x="4743" y="12471"/>
                  </a:cubicBezTo>
                  <a:lnTo>
                    <a:pt x="4305" y="13349"/>
                  </a:lnTo>
                  <a:lnTo>
                    <a:pt x="1587" y="14185"/>
                  </a:lnTo>
                  <a:cubicBezTo>
                    <a:pt x="637" y="14477"/>
                    <a:pt x="0" y="15341"/>
                    <a:pt x="0" y="16337"/>
                  </a:cubicBezTo>
                  <a:lnTo>
                    <a:pt x="0" y="20414"/>
                  </a:lnTo>
                  <a:cubicBezTo>
                    <a:pt x="0" y="20581"/>
                    <a:pt x="136" y="20717"/>
                    <a:pt x="304" y="20717"/>
                  </a:cubicBezTo>
                  <a:cubicBezTo>
                    <a:pt x="472" y="20717"/>
                    <a:pt x="607" y="20581"/>
                    <a:pt x="607" y="20414"/>
                  </a:cubicBezTo>
                  <a:lnTo>
                    <a:pt x="607" y="16337"/>
                  </a:lnTo>
                  <a:cubicBezTo>
                    <a:pt x="607" y="15610"/>
                    <a:pt x="1073" y="14980"/>
                    <a:pt x="1765" y="14766"/>
                  </a:cubicBezTo>
                  <a:lnTo>
                    <a:pt x="4375" y="13962"/>
                  </a:lnTo>
                  <a:lnTo>
                    <a:pt x="5356" y="15681"/>
                  </a:lnTo>
                  <a:cubicBezTo>
                    <a:pt x="5449" y="15844"/>
                    <a:pt x="5610" y="15956"/>
                    <a:pt x="5793" y="15988"/>
                  </a:cubicBezTo>
                  <a:cubicBezTo>
                    <a:pt x="5829" y="15994"/>
                    <a:pt x="5864" y="15997"/>
                    <a:pt x="5900" y="15997"/>
                  </a:cubicBezTo>
                  <a:cubicBezTo>
                    <a:pt x="6048" y="15997"/>
                    <a:pt x="6193" y="15946"/>
                    <a:pt x="6308" y="15846"/>
                  </a:cubicBezTo>
                  <a:lnTo>
                    <a:pt x="8084" y="14325"/>
                  </a:lnTo>
                  <a:lnTo>
                    <a:pt x="9860" y="15846"/>
                  </a:lnTo>
                  <a:cubicBezTo>
                    <a:pt x="9974" y="15944"/>
                    <a:pt x="10119" y="15997"/>
                    <a:pt x="10267" y="15997"/>
                  </a:cubicBezTo>
                  <a:cubicBezTo>
                    <a:pt x="10303" y="15997"/>
                    <a:pt x="10339" y="15994"/>
                    <a:pt x="10376" y="15988"/>
                  </a:cubicBezTo>
                  <a:cubicBezTo>
                    <a:pt x="10560" y="15956"/>
                    <a:pt x="10720" y="15844"/>
                    <a:pt x="10813" y="15681"/>
                  </a:cubicBezTo>
                  <a:lnTo>
                    <a:pt x="11797" y="13960"/>
                  </a:lnTo>
                  <a:lnTo>
                    <a:pt x="14410" y="14766"/>
                  </a:lnTo>
                  <a:cubicBezTo>
                    <a:pt x="15104" y="14980"/>
                    <a:pt x="15569" y="15610"/>
                    <a:pt x="15569" y="16337"/>
                  </a:cubicBezTo>
                  <a:lnTo>
                    <a:pt x="15569" y="20414"/>
                  </a:lnTo>
                  <a:cubicBezTo>
                    <a:pt x="15569" y="20581"/>
                    <a:pt x="15704" y="20717"/>
                    <a:pt x="15873" y="20717"/>
                  </a:cubicBezTo>
                  <a:cubicBezTo>
                    <a:pt x="16040" y="20717"/>
                    <a:pt x="16176" y="20581"/>
                    <a:pt x="16176" y="20414"/>
                  </a:cubicBezTo>
                  <a:lnTo>
                    <a:pt x="16176" y="16337"/>
                  </a:lnTo>
                  <a:cubicBezTo>
                    <a:pt x="16174" y="15344"/>
                    <a:pt x="15536" y="14480"/>
                    <a:pt x="14586" y="14189"/>
                  </a:cubicBezTo>
                  <a:lnTo>
                    <a:pt x="11861" y="13349"/>
                  </a:lnTo>
                  <a:lnTo>
                    <a:pt x="11424" y="12474"/>
                  </a:lnTo>
                  <a:cubicBezTo>
                    <a:pt x="11348" y="12321"/>
                    <a:pt x="11211" y="12205"/>
                    <a:pt x="11048" y="12154"/>
                  </a:cubicBezTo>
                  <a:cubicBezTo>
                    <a:pt x="10989" y="12135"/>
                    <a:pt x="10928" y="12126"/>
                    <a:pt x="10867" y="12126"/>
                  </a:cubicBezTo>
                  <a:cubicBezTo>
                    <a:pt x="10796" y="12126"/>
                    <a:pt x="10726" y="12138"/>
                    <a:pt x="10660" y="12161"/>
                  </a:cubicBezTo>
                  <a:lnTo>
                    <a:pt x="10660" y="11154"/>
                  </a:lnTo>
                  <a:cubicBezTo>
                    <a:pt x="11673" y="10450"/>
                    <a:pt x="12384" y="9343"/>
                    <a:pt x="12562" y="8068"/>
                  </a:cubicBezTo>
                  <a:lnTo>
                    <a:pt x="12744" y="8068"/>
                  </a:lnTo>
                  <a:cubicBezTo>
                    <a:pt x="13333" y="8068"/>
                    <a:pt x="13840" y="7628"/>
                    <a:pt x="13898" y="7068"/>
                  </a:cubicBezTo>
                  <a:cubicBezTo>
                    <a:pt x="13930" y="6754"/>
                    <a:pt x="13826" y="6440"/>
                    <a:pt x="13616" y="6206"/>
                  </a:cubicBezTo>
                  <a:cubicBezTo>
                    <a:pt x="13515" y="6093"/>
                    <a:pt x="13391" y="6003"/>
                    <a:pt x="13255" y="5941"/>
                  </a:cubicBezTo>
                  <a:lnTo>
                    <a:pt x="13255" y="4195"/>
                  </a:lnTo>
                  <a:cubicBezTo>
                    <a:pt x="13255" y="1881"/>
                    <a:pt x="11373" y="0"/>
                    <a:pt x="906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136" name="Google Shape;1962;p39"/>
          <p:cNvGrpSpPr/>
          <p:nvPr/>
        </p:nvGrpSpPr>
        <p:grpSpPr>
          <a:xfrm>
            <a:off x="7732080" y="4457520"/>
            <a:ext cx="536760" cy="685440"/>
            <a:chOff x="7732080" y="4457520"/>
            <a:chExt cx="536760" cy="685440"/>
          </a:xfrm>
        </p:grpSpPr>
        <p:sp>
          <p:nvSpPr>
            <p:cNvPr id="2137" name="Google Shape;1963;p39"/>
            <p:cNvSpPr/>
            <p:nvPr/>
          </p:nvSpPr>
          <p:spPr>
            <a:xfrm>
              <a:off x="792576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7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8" name="Google Shape;1964;p39"/>
            <p:cNvSpPr/>
            <p:nvPr/>
          </p:nvSpPr>
          <p:spPr>
            <a:xfrm>
              <a:off x="805500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9" name="Google Shape;1965;p39"/>
            <p:cNvSpPr/>
            <p:nvPr/>
          </p:nvSpPr>
          <p:spPr>
            <a:xfrm>
              <a:off x="7979040" y="4844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0" h="608">
                  <a:moveTo>
                    <a:pt x="305" y="0"/>
                  </a:moveTo>
                  <a:cubicBezTo>
                    <a:pt x="137" y="0"/>
                    <a:pt x="0" y="136"/>
                    <a:pt x="0" y="305"/>
                  </a:cubicBezTo>
                  <a:cubicBezTo>
                    <a:pt x="0" y="472"/>
                    <a:pt x="137" y="607"/>
                    <a:pt x="305" y="607"/>
                  </a:cubicBezTo>
                  <a:lnTo>
                    <a:pt x="947" y="607"/>
                  </a:lnTo>
                  <a:cubicBezTo>
                    <a:pt x="1116" y="607"/>
                    <a:pt x="1250" y="472"/>
                    <a:pt x="1250" y="305"/>
                  </a:cubicBezTo>
                  <a:cubicBezTo>
                    <a:pt x="1250" y="136"/>
                    <a:pt x="1114" y="0"/>
                    <a:pt x="9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0" name="Google Shape;1966;p39"/>
            <p:cNvSpPr/>
            <p:nvPr/>
          </p:nvSpPr>
          <p:spPr>
            <a:xfrm>
              <a:off x="7923240" y="48020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6" h="1061">
                  <a:moveTo>
                    <a:pt x="347" y="0"/>
                  </a:moveTo>
                  <a:cubicBezTo>
                    <a:pt x="250" y="0"/>
                    <a:pt x="153" y="47"/>
                    <a:pt x="94" y="135"/>
                  </a:cubicBezTo>
                  <a:cubicBezTo>
                    <a:pt x="1" y="274"/>
                    <a:pt x="38" y="462"/>
                    <a:pt x="178" y="557"/>
                  </a:cubicBezTo>
                  <a:lnTo>
                    <a:pt x="612" y="845"/>
                  </a:lnTo>
                  <a:cubicBezTo>
                    <a:pt x="826" y="988"/>
                    <a:pt x="1072" y="1061"/>
                    <a:pt x="1321" y="1061"/>
                  </a:cubicBezTo>
                  <a:cubicBezTo>
                    <a:pt x="1566" y="1061"/>
                    <a:pt x="1813" y="989"/>
                    <a:pt x="2029" y="845"/>
                  </a:cubicBezTo>
                  <a:lnTo>
                    <a:pt x="2105" y="795"/>
                  </a:lnTo>
                  <a:cubicBezTo>
                    <a:pt x="2162" y="757"/>
                    <a:pt x="2229" y="737"/>
                    <a:pt x="2296" y="737"/>
                  </a:cubicBezTo>
                  <a:cubicBezTo>
                    <a:pt x="2362" y="737"/>
                    <a:pt x="2429" y="757"/>
                    <a:pt x="2486" y="795"/>
                  </a:cubicBezTo>
                  <a:lnTo>
                    <a:pt x="2560" y="845"/>
                  </a:lnTo>
                  <a:cubicBezTo>
                    <a:pt x="2775" y="989"/>
                    <a:pt x="3022" y="1060"/>
                    <a:pt x="3268" y="1060"/>
                  </a:cubicBezTo>
                  <a:cubicBezTo>
                    <a:pt x="3514" y="1060"/>
                    <a:pt x="3761" y="989"/>
                    <a:pt x="3976" y="845"/>
                  </a:cubicBezTo>
                  <a:lnTo>
                    <a:pt x="4408" y="557"/>
                  </a:lnTo>
                  <a:cubicBezTo>
                    <a:pt x="4548" y="464"/>
                    <a:pt x="4585" y="274"/>
                    <a:pt x="4493" y="135"/>
                  </a:cubicBezTo>
                  <a:cubicBezTo>
                    <a:pt x="4434" y="47"/>
                    <a:pt x="4338" y="0"/>
                    <a:pt x="4240" y="0"/>
                  </a:cubicBezTo>
                  <a:cubicBezTo>
                    <a:pt x="4182" y="0"/>
                    <a:pt x="4123" y="17"/>
                    <a:pt x="4071" y="51"/>
                  </a:cubicBezTo>
                  <a:lnTo>
                    <a:pt x="3637" y="340"/>
                  </a:lnTo>
                  <a:cubicBezTo>
                    <a:pt x="3524" y="415"/>
                    <a:pt x="3395" y="452"/>
                    <a:pt x="3266" y="452"/>
                  </a:cubicBezTo>
                  <a:cubicBezTo>
                    <a:pt x="3136" y="452"/>
                    <a:pt x="3007" y="415"/>
                    <a:pt x="2894" y="340"/>
                  </a:cubicBezTo>
                  <a:lnTo>
                    <a:pt x="2822" y="292"/>
                  </a:lnTo>
                  <a:cubicBezTo>
                    <a:pt x="2661" y="185"/>
                    <a:pt x="2477" y="132"/>
                    <a:pt x="2293" y="132"/>
                  </a:cubicBezTo>
                  <a:cubicBezTo>
                    <a:pt x="2109" y="132"/>
                    <a:pt x="1925" y="185"/>
                    <a:pt x="1765" y="292"/>
                  </a:cubicBezTo>
                  <a:lnTo>
                    <a:pt x="1692" y="340"/>
                  </a:lnTo>
                  <a:cubicBezTo>
                    <a:pt x="1578" y="415"/>
                    <a:pt x="1449" y="452"/>
                    <a:pt x="1320" y="452"/>
                  </a:cubicBezTo>
                  <a:cubicBezTo>
                    <a:pt x="1190" y="452"/>
                    <a:pt x="1061" y="415"/>
                    <a:pt x="949" y="340"/>
                  </a:cubicBezTo>
                  <a:lnTo>
                    <a:pt x="515" y="51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1" name="Google Shape;1967;p39"/>
            <p:cNvSpPr/>
            <p:nvPr/>
          </p:nvSpPr>
          <p:spPr>
            <a:xfrm>
              <a:off x="773208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5" h="20725">
                  <a:moveTo>
                    <a:pt x="8752" y="2233"/>
                  </a:moveTo>
                  <a:lnTo>
                    <a:pt x="8752" y="3227"/>
                  </a:lnTo>
                  <a:cubicBezTo>
                    <a:pt x="8752" y="3596"/>
                    <a:pt x="8452" y="3896"/>
                    <a:pt x="8082" y="3896"/>
                  </a:cubicBezTo>
                  <a:cubicBezTo>
                    <a:pt x="7712" y="3896"/>
                    <a:pt x="7412" y="3596"/>
                    <a:pt x="7412" y="3227"/>
                  </a:cubicBezTo>
                  <a:lnTo>
                    <a:pt x="7412" y="2233"/>
                  </a:lnTo>
                  <a:close/>
                  <a:moveTo>
                    <a:pt x="8082" y="607"/>
                  </a:moveTo>
                  <a:cubicBezTo>
                    <a:pt x="9430" y="607"/>
                    <a:pt x="10724" y="914"/>
                    <a:pt x="11824" y="1498"/>
                  </a:cubicBezTo>
                  <a:cubicBezTo>
                    <a:pt x="12887" y="2061"/>
                    <a:pt x="13694" y="2837"/>
                    <a:pt x="14159" y="3744"/>
                  </a:cubicBezTo>
                  <a:cubicBezTo>
                    <a:pt x="14318" y="4055"/>
                    <a:pt x="14305" y="4418"/>
                    <a:pt x="14123" y="4715"/>
                  </a:cubicBezTo>
                  <a:cubicBezTo>
                    <a:pt x="13941" y="5013"/>
                    <a:pt x="13624" y="5193"/>
                    <a:pt x="13272" y="5193"/>
                  </a:cubicBezTo>
                  <a:lnTo>
                    <a:pt x="13252" y="5193"/>
                  </a:lnTo>
                  <a:lnTo>
                    <a:pt x="13252" y="4849"/>
                  </a:lnTo>
                  <a:cubicBezTo>
                    <a:pt x="13252" y="4325"/>
                    <a:pt x="12825" y="3896"/>
                    <a:pt x="12301" y="3896"/>
                  </a:cubicBezTo>
                  <a:lnTo>
                    <a:pt x="9169" y="3896"/>
                  </a:lnTo>
                  <a:cubicBezTo>
                    <a:pt x="9291" y="3701"/>
                    <a:pt x="9361" y="3471"/>
                    <a:pt x="9361" y="3227"/>
                  </a:cubicBezTo>
                  <a:lnTo>
                    <a:pt x="9361" y="1928"/>
                  </a:lnTo>
                  <a:cubicBezTo>
                    <a:pt x="9361" y="1761"/>
                    <a:pt x="9225" y="1626"/>
                    <a:pt x="9056" y="1626"/>
                  </a:cubicBezTo>
                  <a:lnTo>
                    <a:pt x="7111" y="1626"/>
                  </a:lnTo>
                  <a:cubicBezTo>
                    <a:pt x="6943" y="1626"/>
                    <a:pt x="6807" y="1761"/>
                    <a:pt x="6807" y="1928"/>
                  </a:cubicBezTo>
                  <a:lnTo>
                    <a:pt x="6807" y="3227"/>
                  </a:lnTo>
                  <a:cubicBezTo>
                    <a:pt x="6807" y="3472"/>
                    <a:pt x="6877" y="3701"/>
                    <a:pt x="6998" y="3896"/>
                  </a:cubicBezTo>
                  <a:lnTo>
                    <a:pt x="3868" y="3896"/>
                  </a:lnTo>
                  <a:cubicBezTo>
                    <a:pt x="3342" y="3896"/>
                    <a:pt x="2917" y="4322"/>
                    <a:pt x="2917" y="4849"/>
                  </a:cubicBezTo>
                  <a:lnTo>
                    <a:pt x="2917" y="5195"/>
                  </a:lnTo>
                  <a:lnTo>
                    <a:pt x="2892" y="5195"/>
                  </a:lnTo>
                  <a:lnTo>
                    <a:pt x="2892" y="5193"/>
                  </a:lnTo>
                  <a:cubicBezTo>
                    <a:pt x="2542" y="5193"/>
                    <a:pt x="2225" y="5015"/>
                    <a:pt x="2043" y="4715"/>
                  </a:cubicBezTo>
                  <a:cubicBezTo>
                    <a:pt x="1861" y="4418"/>
                    <a:pt x="1847" y="4055"/>
                    <a:pt x="2005" y="3744"/>
                  </a:cubicBezTo>
                  <a:cubicBezTo>
                    <a:pt x="2471" y="2837"/>
                    <a:pt x="3278" y="2063"/>
                    <a:pt x="4341" y="1498"/>
                  </a:cubicBezTo>
                  <a:cubicBezTo>
                    <a:pt x="5440" y="916"/>
                    <a:pt x="6734" y="607"/>
                    <a:pt x="8082" y="607"/>
                  </a:cubicBezTo>
                  <a:close/>
                  <a:moveTo>
                    <a:pt x="12300" y="4503"/>
                  </a:moveTo>
                  <a:cubicBezTo>
                    <a:pt x="12490" y="4503"/>
                    <a:pt x="12644" y="4658"/>
                    <a:pt x="12644" y="4849"/>
                  </a:cubicBezTo>
                  <a:lnTo>
                    <a:pt x="12644" y="5843"/>
                  </a:lnTo>
                  <a:lnTo>
                    <a:pt x="11001" y="5843"/>
                  </a:lnTo>
                  <a:cubicBezTo>
                    <a:pt x="10833" y="5843"/>
                    <a:pt x="10697" y="5979"/>
                    <a:pt x="10697" y="6147"/>
                  </a:cubicBezTo>
                  <a:cubicBezTo>
                    <a:pt x="10697" y="6314"/>
                    <a:pt x="10833" y="6450"/>
                    <a:pt x="11001" y="6450"/>
                  </a:cubicBezTo>
                  <a:lnTo>
                    <a:pt x="12481" y="6450"/>
                  </a:lnTo>
                  <a:cubicBezTo>
                    <a:pt x="12251" y="6674"/>
                    <a:pt x="11817" y="6875"/>
                    <a:pt x="11426" y="7005"/>
                  </a:cubicBezTo>
                  <a:cubicBezTo>
                    <a:pt x="10537" y="7302"/>
                    <a:pt x="9349" y="7464"/>
                    <a:pt x="8082" y="7464"/>
                  </a:cubicBezTo>
                  <a:cubicBezTo>
                    <a:pt x="6813" y="7464"/>
                    <a:pt x="5626" y="7301"/>
                    <a:pt x="4738" y="7005"/>
                  </a:cubicBezTo>
                  <a:cubicBezTo>
                    <a:pt x="4348" y="6875"/>
                    <a:pt x="3912" y="6674"/>
                    <a:pt x="3682" y="6450"/>
                  </a:cubicBezTo>
                  <a:lnTo>
                    <a:pt x="9703" y="6450"/>
                  </a:lnTo>
                  <a:cubicBezTo>
                    <a:pt x="9870" y="6450"/>
                    <a:pt x="10006" y="6314"/>
                    <a:pt x="10006" y="6147"/>
                  </a:cubicBezTo>
                  <a:cubicBezTo>
                    <a:pt x="10006" y="5979"/>
                    <a:pt x="9870" y="5843"/>
                    <a:pt x="9703" y="5843"/>
                  </a:cubicBezTo>
                  <a:lnTo>
                    <a:pt x="3519" y="5843"/>
                  </a:lnTo>
                  <a:lnTo>
                    <a:pt x="3519" y="4849"/>
                  </a:lnTo>
                  <a:cubicBezTo>
                    <a:pt x="3519" y="4658"/>
                    <a:pt x="3675" y="4503"/>
                    <a:pt x="3865" y="4503"/>
                  </a:cubicBezTo>
                  <a:close/>
                  <a:moveTo>
                    <a:pt x="12645" y="7097"/>
                  </a:moveTo>
                  <a:lnTo>
                    <a:pt x="12645" y="8112"/>
                  </a:lnTo>
                  <a:lnTo>
                    <a:pt x="12301" y="8112"/>
                  </a:lnTo>
                  <a:cubicBezTo>
                    <a:pt x="12208" y="8112"/>
                    <a:pt x="12123" y="8077"/>
                    <a:pt x="12057" y="8011"/>
                  </a:cubicBezTo>
                  <a:cubicBezTo>
                    <a:pt x="11993" y="7947"/>
                    <a:pt x="11957" y="7859"/>
                    <a:pt x="11957" y="7767"/>
                  </a:cubicBezTo>
                  <a:lnTo>
                    <a:pt x="11957" y="7457"/>
                  </a:lnTo>
                  <a:lnTo>
                    <a:pt x="11954" y="7457"/>
                  </a:lnTo>
                  <a:cubicBezTo>
                    <a:pt x="12240" y="7341"/>
                    <a:pt x="12467" y="7220"/>
                    <a:pt x="12645" y="7097"/>
                  </a:cubicBezTo>
                  <a:close/>
                  <a:moveTo>
                    <a:pt x="3519" y="7098"/>
                  </a:moveTo>
                  <a:cubicBezTo>
                    <a:pt x="3698" y="7220"/>
                    <a:pt x="3924" y="7342"/>
                    <a:pt x="4211" y="7457"/>
                  </a:cubicBezTo>
                  <a:lnTo>
                    <a:pt x="4211" y="7768"/>
                  </a:lnTo>
                  <a:cubicBezTo>
                    <a:pt x="4211" y="7959"/>
                    <a:pt x="4055" y="8114"/>
                    <a:pt x="3866" y="8114"/>
                  </a:cubicBezTo>
                  <a:lnTo>
                    <a:pt x="3519" y="8114"/>
                  </a:lnTo>
                  <a:lnTo>
                    <a:pt x="3519" y="7098"/>
                  </a:lnTo>
                  <a:close/>
                  <a:moveTo>
                    <a:pt x="11347" y="7662"/>
                  </a:moveTo>
                  <a:lnTo>
                    <a:pt x="11347" y="7767"/>
                  </a:lnTo>
                  <a:cubicBezTo>
                    <a:pt x="11347" y="8019"/>
                    <a:pt x="11446" y="8259"/>
                    <a:pt x="11626" y="8439"/>
                  </a:cubicBezTo>
                  <a:cubicBezTo>
                    <a:pt x="11806" y="8619"/>
                    <a:pt x="12045" y="8718"/>
                    <a:pt x="12300" y="8718"/>
                  </a:cubicBezTo>
                  <a:lnTo>
                    <a:pt x="12785" y="8718"/>
                  </a:lnTo>
                  <a:cubicBezTo>
                    <a:pt x="12928" y="8718"/>
                    <a:pt x="13065" y="8778"/>
                    <a:pt x="13161" y="8885"/>
                  </a:cubicBezTo>
                  <a:cubicBezTo>
                    <a:pt x="13259" y="8992"/>
                    <a:pt x="13304" y="9133"/>
                    <a:pt x="13289" y="9280"/>
                  </a:cubicBezTo>
                  <a:cubicBezTo>
                    <a:pt x="13265" y="9533"/>
                    <a:pt x="13022" y="9733"/>
                    <a:pt x="12738" y="9733"/>
                  </a:cubicBezTo>
                  <a:lnTo>
                    <a:pt x="12601" y="9733"/>
                  </a:lnTo>
                  <a:lnTo>
                    <a:pt x="12601" y="9716"/>
                  </a:lnTo>
                  <a:cubicBezTo>
                    <a:pt x="12601" y="9548"/>
                    <a:pt x="12465" y="9412"/>
                    <a:pt x="12297" y="9412"/>
                  </a:cubicBezTo>
                  <a:cubicBezTo>
                    <a:pt x="12130" y="9412"/>
                    <a:pt x="11994" y="9548"/>
                    <a:pt x="11994" y="9716"/>
                  </a:cubicBezTo>
                  <a:cubicBezTo>
                    <a:pt x="11993" y="11873"/>
                    <a:pt x="10237" y="13625"/>
                    <a:pt x="8081" y="13625"/>
                  </a:cubicBezTo>
                  <a:cubicBezTo>
                    <a:pt x="8080" y="13625"/>
                    <a:pt x="8079" y="13625"/>
                    <a:pt x="8078" y="13625"/>
                  </a:cubicBezTo>
                  <a:cubicBezTo>
                    <a:pt x="5923" y="13625"/>
                    <a:pt x="4169" y="11870"/>
                    <a:pt x="4169" y="9713"/>
                  </a:cubicBezTo>
                  <a:cubicBezTo>
                    <a:pt x="4169" y="9546"/>
                    <a:pt x="4033" y="9410"/>
                    <a:pt x="3865" y="9410"/>
                  </a:cubicBezTo>
                  <a:cubicBezTo>
                    <a:pt x="3698" y="9410"/>
                    <a:pt x="3562" y="9546"/>
                    <a:pt x="3562" y="9713"/>
                  </a:cubicBezTo>
                  <a:lnTo>
                    <a:pt x="3562" y="9735"/>
                  </a:lnTo>
                  <a:lnTo>
                    <a:pt x="3378" y="9735"/>
                  </a:lnTo>
                  <a:cubicBezTo>
                    <a:pt x="3235" y="9735"/>
                    <a:pt x="3098" y="9675"/>
                    <a:pt x="3002" y="9568"/>
                  </a:cubicBezTo>
                  <a:cubicBezTo>
                    <a:pt x="2904" y="9460"/>
                    <a:pt x="2860" y="9319"/>
                    <a:pt x="2872" y="9173"/>
                  </a:cubicBezTo>
                  <a:cubicBezTo>
                    <a:pt x="2900" y="8919"/>
                    <a:pt x="3141" y="8719"/>
                    <a:pt x="3425" y="8719"/>
                  </a:cubicBezTo>
                  <a:lnTo>
                    <a:pt x="3864" y="8719"/>
                  </a:lnTo>
                  <a:cubicBezTo>
                    <a:pt x="4389" y="8719"/>
                    <a:pt x="4818" y="8292"/>
                    <a:pt x="4818" y="7767"/>
                  </a:cubicBezTo>
                  <a:lnTo>
                    <a:pt x="4818" y="7662"/>
                  </a:lnTo>
                  <a:cubicBezTo>
                    <a:pt x="5727" y="7925"/>
                    <a:pt x="6874" y="8069"/>
                    <a:pt x="8082" y="8069"/>
                  </a:cubicBezTo>
                  <a:cubicBezTo>
                    <a:pt x="9291" y="8069"/>
                    <a:pt x="10434" y="7927"/>
                    <a:pt x="11347" y="7662"/>
                  </a:cubicBezTo>
                  <a:close/>
                  <a:moveTo>
                    <a:pt x="6110" y="13782"/>
                  </a:moveTo>
                  <a:cubicBezTo>
                    <a:pt x="6706" y="14070"/>
                    <a:pt x="7374" y="14235"/>
                    <a:pt x="8081" y="14235"/>
                  </a:cubicBezTo>
                  <a:cubicBezTo>
                    <a:pt x="8784" y="14235"/>
                    <a:pt x="9450" y="14075"/>
                    <a:pt x="10045" y="13785"/>
                  </a:cubicBezTo>
                  <a:lnTo>
                    <a:pt x="10045" y="14438"/>
                  </a:lnTo>
                  <a:lnTo>
                    <a:pt x="8077" y="15530"/>
                  </a:lnTo>
                  <a:lnTo>
                    <a:pt x="7340" y="15119"/>
                  </a:lnTo>
                  <a:cubicBezTo>
                    <a:pt x="7293" y="15093"/>
                    <a:pt x="7242" y="15081"/>
                    <a:pt x="7192" y="15081"/>
                  </a:cubicBezTo>
                  <a:cubicBezTo>
                    <a:pt x="7085" y="15081"/>
                    <a:pt x="6981" y="15137"/>
                    <a:pt x="6927" y="15237"/>
                  </a:cubicBezTo>
                  <a:cubicBezTo>
                    <a:pt x="6846" y="15383"/>
                    <a:pt x="6898" y="15569"/>
                    <a:pt x="7045" y="15650"/>
                  </a:cubicBezTo>
                  <a:lnTo>
                    <a:pt x="7548" y="15930"/>
                  </a:lnTo>
                  <a:lnTo>
                    <a:pt x="5909" y="17338"/>
                  </a:lnTo>
                  <a:cubicBezTo>
                    <a:pt x="5906" y="17339"/>
                    <a:pt x="5902" y="17344"/>
                    <a:pt x="5894" y="17344"/>
                  </a:cubicBezTo>
                  <a:cubicBezTo>
                    <a:pt x="5892" y="17344"/>
                    <a:pt x="5891" y="17344"/>
                    <a:pt x="5890" y="17344"/>
                  </a:cubicBezTo>
                  <a:cubicBezTo>
                    <a:pt x="5882" y="17342"/>
                    <a:pt x="5877" y="17337"/>
                    <a:pt x="5876" y="17332"/>
                  </a:cubicBezTo>
                  <a:lnTo>
                    <a:pt x="4855" y="15544"/>
                  </a:lnTo>
                  <a:lnTo>
                    <a:pt x="5280" y="14695"/>
                  </a:lnTo>
                  <a:cubicBezTo>
                    <a:pt x="5280" y="14692"/>
                    <a:pt x="5283" y="14686"/>
                    <a:pt x="5292" y="14683"/>
                  </a:cubicBezTo>
                  <a:cubicBezTo>
                    <a:pt x="5293" y="14683"/>
                    <a:pt x="5294" y="14683"/>
                    <a:pt x="5296" y="14683"/>
                  </a:cubicBezTo>
                  <a:cubicBezTo>
                    <a:pt x="5303" y="14683"/>
                    <a:pt x="5306" y="14686"/>
                    <a:pt x="5309" y="14686"/>
                  </a:cubicBezTo>
                  <a:lnTo>
                    <a:pt x="5970" y="15053"/>
                  </a:lnTo>
                  <a:cubicBezTo>
                    <a:pt x="6017" y="15079"/>
                    <a:pt x="6068" y="15092"/>
                    <a:pt x="6118" y="15092"/>
                  </a:cubicBezTo>
                  <a:cubicBezTo>
                    <a:pt x="6224" y="15092"/>
                    <a:pt x="6327" y="15035"/>
                    <a:pt x="6383" y="14936"/>
                  </a:cubicBezTo>
                  <a:cubicBezTo>
                    <a:pt x="6463" y="14789"/>
                    <a:pt x="6411" y="14605"/>
                    <a:pt x="6266" y="14523"/>
                  </a:cubicBezTo>
                  <a:lnTo>
                    <a:pt x="6110" y="14438"/>
                  </a:lnTo>
                  <a:lnTo>
                    <a:pt x="6110" y="13782"/>
                  </a:lnTo>
                  <a:close/>
                  <a:moveTo>
                    <a:pt x="10861" y="14683"/>
                  </a:moveTo>
                  <a:cubicBezTo>
                    <a:pt x="10862" y="14683"/>
                    <a:pt x="10863" y="14683"/>
                    <a:pt x="10864" y="14683"/>
                  </a:cubicBezTo>
                  <a:cubicBezTo>
                    <a:pt x="10873" y="14686"/>
                    <a:pt x="10874" y="14692"/>
                    <a:pt x="10876" y="14695"/>
                  </a:cubicBezTo>
                  <a:lnTo>
                    <a:pt x="11301" y="15544"/>
                  </a:lnTo>
                  <a:lnTo>
                    <a:pt x="10280" y="17332"/>
                  </a:lnTo>
                  <a:cubicBezTo>
                    <a:pt x="10279" y="17337"/>
                    <a:pt x="10275" y="17342"/>
                    <a:pt x="10266" y="17344"/>
                  </a:cubicBezTo>
                  <a:cubicBezTo>
                    <a:pt x="10265" y="17344"/>
                    <a:pt x="10264" y="17344"/>
                    <a:pt x="10262" y="17344"/>
                  </a:cubicBezTo>
                  <a:cubicBezTo>
                    <a:pt x="10254" y="17344"/>
                    <a:pt x="10250" y="17339"/>
                    <a:pt x="10247" y="17338"/>
                  </a:cubicBezTo>
                  <a:lnTo>
                    <a:pt x="8605" y="15931"/>
                  </a:lnTo>
                  <a:lnTo>
                    <a:pt x="10847" y="14686"/>
                  </a:lnTo>
                  <a:cubicBezTo>
                    <a:pt x="10850" y="14686"/>
                    <a:pt x="10855" y="14683"/>
                    <a:pt x="10861" y="14683"/>
                  </a:cubicBezTo>
                  <a:close/>
                  <a:moveTo>
                    <a:pt x="8081" y="16278"/>
                  </a:moveTo>
                  <a:lnTo>
                    <a:pt x="8739" y="16843"/>
                  </a:lnTo>
                  <a:lnTo>
                    <a:pt x="8591" y="17285"/>
                  </a:lnTo>
                  <a:cubicBezTo>
                    <a:pt x="8545" y="17425"/>
                    <a:pt x="8412" y="17521"/>
                    <a:pt x="8265" y="17521"/>
                  </a:cubicBezTo>
                  <a:lnTo>
                    <a:pt x="7902" y="17521"/>
                  </a:lnTo>
                  <a:cubicBezTo>
                    <a:pt x="7754" y="17521"/>
                    <a:pt x="7622" y="17425"/>
                    <a:pt x="7574" y="17285"/>
                  </a:cubicBezTo>
                  <a:lnTo>
                    <a:pt x="7425" y="16838"/>
                  </a:lnTo>
                  <a:lnTo>
                    <a:pt x="8081" y="16278"/>
                  </a:lnTo>
                  <a:close/>
                  <a:moveTo>
                    <a:pt x="8082" y="0"/>
                  </a:moveTo>
                  <a:cubicBezTo>
                    <a:pt x="6634" y="0"/>
                    <a:pt x="5245" y="332"/>
                    <a:pt x="4056" y="960"/>
                  </a:cubicBezTo>
                  <a:cubicBezTo>
                    <a:pt x="2884" y="1581"/>
                    <a:pt x="1990" y="2448"/>
                    <a:pt x="1467" y="3465"/>
                  </a:cubicBezTo>
                  <a:cubicBezTo>
                    <a:pt x="1211" y="3965"/>
                    <a:pt x="1233" y="4549"/>
                    <a:pt x="1526" y="5029"/>
                  </a:cubicBezTo>
                  <a:cubicBezTo>
                    <a:pt x="1820" y="5512"/>
                    <a:pt x="2330" y="5799"/>
                    <a:pt x="2895" y="5799"/>
                  </a:cubicBezTo>
                  <a:lnTo>
                    <a:pt x="2914" y="5799"/>
                  </a:lnTo>
                  <a:lnTo>
                    <a:pt x="2914" y="8226"/>
                  </a:lnTo>
                  <a:cubicBezTo>
                    <a:pt x="2564" y="8392"/>
                    <a:pt x="2311" y="8723"/>
                    <a:pt x="2271" y="9112"/>
                  </a:cubicBezTo>
                  <a:cubicBezTo>
                    <a:pt x="2240" y="9426"/>
                    <a:pt x="2343" y="9740"/>
                    <a:pt x="2554" y="9973"/>
                  </a:cubicBezTo>
                  <a:cubicBezTo>
                    <a:pt x="2764" y="10206"/>
                    <a:pt x="3067" y="10340"/>
                    <a:pt x="3379" y="10340"/>
                  </a:cubicBezTo>
                  <a:lnTo>
                    <a:pt x="3606" y="10340"/>
                  </a:lnTo>
                  <a:cubicBezTo>
                    <a:pt x="3785" y="11616"/>
                    <a:pt x="4496" y="12719"/>
                    <a:pt x="5506" y="13425"/>
                  </a:cubicBezTo>
                  <a:lnTo>
                    <a:pt x="5506" y="14110"/>
                  </a:lnTo>
                  <a:cubicBezTo>
                    <a:pt x="5440" y="14088"/>
                    <a:pt x="5370" y="14076"/>
                    <a:pt x="5299" y="14076"/>
                  </a:cubicBezTo>
                  <a:cubicBezTo>
                    <a:pt x="5236" y="14076"/>
                    <a:pt x="5173" y="14085"/>
                    <a:pt x="5113" y="14103"/>
                  </a:cubicBezTo>
                  <a:cubicBezTo>
                    <a:pt x="4950" y="14153"/>
                    <a:pt x="4813" y="14269"/>
                    <a:pt x="4739" y="14423"/>
                  </a:cubicBezTo>
                  <a:lnTo>
                    <a:pt x="4299" y="15302"/>
                  </a:lnTo>
                  <a:lnTo>
                    <a:pt x="1587" y="16137"/>
                  </a:lnTo>
                  <a:cubicBezTo>
                    <a:pt x="637" y="16430"/>
                    <a:pt x="0" y="17294"/>
                    <a:pt x="0" y="18288"/>
                  </a:cubicBezTo>
                  <a:lnTo>
                    <a:pt x="0" y="20420"/>
                  </a:lnTo>
                  <a:cubicBezTo>
                    <a:pt x="0" y="20587"/>
                    <a:pt x="136" y="20723"/>
                    <a:pt x="305" y="20723"/>
                  </a:cubicBezTo>
                  <a:cubicBezTo>
                    <a:pt x="472" y="20723"/>
                    <a:pt x="607" y="20587"/>
                    <a:pt x="607" y="20420"/>
                  </a:cubicBezTo>
                  <a:lnTo>
                    <a:pt x="607" y="18288"/>
                  </a:lnTo>
                  <a:cubicBezTo>
                    <a:pt x="607" y="17671"/>
                    <a:pt x="944" y="17121"/>
                    <a:pt x="1473" y="16840"/>
                  </a:cubicBezTo>
                  <a:lnTo>
                    <a:pt x="3605" y="20569"/>
                  </a:lnTo>
                  <a:cubicBezTo>
                    <a:pt x="3662" y="20667"/>
                    <a:pt x="3764" y="20723"/>
                    <a:pt x="3869" y="20723"/>
                  </a:cubicBezTo>
                  <a:cubicBezTo>
                    <a:pt x="3921" y="20723"/>
                    <a:pt x="3972" y="20710"/>
                    <a:pt x="4019" y="20684"/>
                  </a:cubicBezTo>
                  <a:cubicBezTo>
                    <a:pt x="4165" y="20601"/>
                    <a:pt x="4215" y="20414"/>
                    <a:pt x="4132" y="20270"/>
                  </a:cubicBezTo>
                  <a:lnTo>
                    <a:pt x="2048" y="16630"/>
                  </a:lnTo>
                  <a:lnTo>
                    <a:pt x="3109" y="16303"/>
                  </a:lnTo>
                  <a:lnTo>
                    <a:pt x="5547" y="20569"/>
                  </a:lnTo>
                  <a:cubicBezTo>
                    <a:pt x="5603" y="20667"/>
                    <a:pt x="5706" y="20723"/>
                    <a:pt x="5812" y="20723"/>
                  </a:cubicBezTo>
                  <a:cubicBezTo>
                    <a:pt x="5863" y="20723"/>
                    <a:pt x="5914" y="20710"/>
                    <a:pt x="5961" y="20684"/>
                  </a:cubicBezTo>
                  <a:cubicBezTo>
                    <a:pt x="6106" y="20601"/>
                    <a:pt x="6157" y="20414"/>
                    <a:pt x="6074" y="20270"/>
                  </a:cubicBezTo>
                  <a:lnTo>
                    <a:pt x="3704" y="16121"/>
                  </a:lnTo>
                  <a:lnTo>
                    <a:pt x="4368" y="15917"/>
                  </a:lnTo>
                  <a:lnTo>
                    <a:pt x="5349" y="17635"/>
                  </a:lnTo>
                  <a:cubicBezTo>
                    <a:pt x="5442" y="17797"/>
                    <a:pt x="5603" y="17909"/>
                    <a:pt x="5787" y="17942"/>
                  </a:cubicBezTo>
                  <a:cubicBezTo>
                    <a:pt x="5823" y="17949"/>
                    <a:pt x="5859" y="17951"/>
                    <a:pt x="5896" y="17951"/>
                  </a:cubicBezTo>
                  <a:cubicBezTo>
                    <a:pt x="6043" y="17951"/>
                    <a:pt x="6189" y="17899"/>
                    <a:pt x="6303" y="17799"/>
                  </a:cubicBezTo>
                  <a:lnTo>
                    <a:pt x="6925" y="17265"/>
                  </a:lnTo>
                  <a:lnTo>
                    <a:pt x="6997" y="17478"/>
                  </a:lnTo>
                  <a:cubicBezTo>
                    <a:pt x="7050" y="17638"/>
                    <a:pt x="7144" y="17775"/>
                    <a:pt x="7263" y="17885"/>
                  </a:cubicBezTo>
                  <a:lnTo>
                    <a:pt x="6810" y="20366"/>
                  </a:lnTo>
                  <a:cubicBezTo>
                    <a:pt x="6778" y="20530"/>
                    <a:pt x="6888" y="20689"/>
                    <a:pt x="7054" y="20720"/>
                  </a:cubicBezTo>
                  <a:cubicBezTo>
                    <a:pt x="7073" y="20723"/>
                    <a:pt x="7091" y="20724"/>
                    <a:pt x="7110" y="20724"/>
                  </a:cubicBezTo>
                  <a:cubicBezTo>
                    <a:pt x="7254" y="20724"/>
                    <a:pt x="7381" y="20621"/>
                    <a:pt x="7408" y="20474"/>
                  </a:cubicBezTo>
                  <a:lnTo>
                    <a:pt x="7837" y="18125"/>
                  </a:lnTo>
                  <a:cubicBezTo>
                    <a:pt x="7858" y="18128"/>
                    <a:pt x="7880" y="18128"/>
                    <a:pt x="7901" y="18128"/>
                  </a:cubicBezTo>
                  <a:lnTo>
                    <a:pt x="8262" y="18128"/>
                  </a:lnTo>
                  <a:cubicBezTo>
                    <a:pt x="8284" y="18128"/>
                    <a:pt x="8308" y="18125"/>
                    <a:pt x="8329" y="18125"/>
                  </a:cubicBezTo>
                  <a:lnTo>
                    <a:pt x="8755" y="20473"/>
                  </a:lnTo>
                  <a:cubicBezTo>
                    <a:pt x="8782" y="20620"/>
                    <a:pt x="8909" y="20723"/>
                    <a:pt x="9053" y="20723"/>
                  </a:cubicBezTo>
                  <a:cubicBezTo>
                    <a:pt x="9072" y="20723"/>
                    <a:pt x="9089" y="20721"/>
                    <a:pt x="9109" y="20717"/>
                  </a:cubicBezTo>
                  <a:cubicBezTo>
                    <a:pt x="9273" y="20687"/>
                    <a:pt x="9383" y="20530"/>
                    <a:pt x="9353" y="20364"/>
                  </a:cubicBezTo>
                  <a:lnTo>
                    <a:pt x="8902" y="17881"/>
                  </a:lnTo>
                  <a:cubicBezTo>
                    <a:pt x="9022" y="17774"/>
                    <a:pt x="9115" y="17637"/>
                    <a:pt x="9166" y="17477"/>
                  </a:cubicBezTo>
                  <a:lnTo>
                    <a:pt x="9236" y="17270"/>
                  </a:lnTo>
                  <a:lnTo>
                    <a:pt x="9853" y="17801"/>
                  </a:lnTo>
                  <a:cubicBezTo>
                    <a:pt x="9967" y="17898"/>
                    <a:pt x="10112" y="17952"/>
                    <a:pt x="10260" y="17952"/>
                  </a:cubicBezTo>
                  <a:cubicBezTo>
                    <a:pt x="10296" y="17952"/>
                    <a:pt x="10332" y="17948"/>
                    <a:pt x="10367" y="17944"/>
                  </a:cubicBezTo>
                  <a:cubicBezTo>
                    <a:pt x="10553" y="17911"/>
                    <a:pt x="10712" y="17798"/>
                    <a:pt x="10804" y="17637"/>
                  </a:cubicBezTo>
                  <a:lnTo>
                    <a:pt x="11788" y="15916"/>
                  </a:lnTo>
                  <a:lnTo>
                    <a:pt x="12458" y="16120"/>
                  </a:lnTo>
                  <a:lnTo>
                    <a:pt x="10087" y="20272"/>
                  </a:lnTo>
                  <a:cubicBezTo>
                    <a:pt x="10003" y="20416"/>
                    <a:pt x="10055" y="20603"/>
                    <a:pt x="10200" y="20686"/>
                  </a:cubicBezTo>
                  <a:cubicBezTo>
                    <a:pt x="10247" y="20711"/>
                    <a:pt x="10297" y="20724"/>
                    <a:pt x="10350" y="20724"/>
                  </a:cubicBezTo>
                  <a:cubicBezTo>
                    <a:pt x="10454" y="20724"/>
                    <a:pt x="10559" y="20669"/>
                    <a:pt x="10614" y="20571"/>
                  </a:cubicBezTo>
                  <a:lnTo>
                    <a:pt x="13052" y="16303"/>
                  </a:lnTo>
                  <a:lnTo>
                    <a:pt x="14406" y="16718"/>
                  </a:lnTo>
                  <a:cubicBezTo>
                    <a:pt x="15099" y="16933"/>
                    <a:pt x="15564" y="17562"/>
                    <a:pt x="15564" y="18289"/>
                  </a:cubicBezTo>
                  <a:lnTo>
                    <a:pt x="15564" y="20421"/>
                  </a:lnTo>
                  <a:cubicBezTo>
                    <a:pt x="15564" y="20589"/>
                    <a:pt x="15700" y="20724"/>
                    <a:pt x="15867" y="20724"/>
                  </a:cubicBezTo>
                  <a:cubicBezTo>
                    <a:pt x="16036" y="20724"/>
                    <a:pt x="16171" y="20589"/>
                    <a:pt x="16171" y="20421"/>
                  </a:cubicBezTo>
                  <a:lnTo>
                    <a:pt x="16171" y="18289"/>
                  </a:lnTo>
                  <a:cubicBezTo>
                    <a:pt x="16174" y="17294"/>
                    <a:pt x="15536" y="16430"/>
                    <a:pt x="14586" y="16137"/>
                  </a:cubicBezTo>
                  <a:lnTo>
                    <a:pt x="11858" y="15297"/>
                  </a:lnTo>
                  <a:lnTo>
                    <a:pt x="11421" y="14423"/>
                  </a:lnTo>
                  <a:cubicBezTo>
                    <a:pt x="11344" y="14269"/>
                    <a:pt x="11207" y="14155"/>
                    <a:pt x="11044" y="14103"/>
                  </a:cubicBezTo>
                  <a:cubicBezTo>
                    <a:pt x="10984" y="14085"/>
                    <a:pt x="10922" y="14076"/>
                    <a:pt x="10860" y="14076"/>
                  </a:cubicBezTo>
                  <a:cubicBezTo>
                    <a:pt x="10789" y="14076"/>
                    <a:pt x="10719" y="14088"/>
                    <a:pt x="10652" y="14110"/>
                  </a:cubicBezTo>
                  <a:lnTo>
                    <a:pt x="10652" y="13429"/>
                  </a:lnTo>
                  <a:cubicBezTo>
                    <a:pt x="11666" y="12725"/>
                    <a:pt x="12380" y="11617"/>
                    <a:pt x="12558" y="10340"/>
                  </a:cubicBezTo>
                  <a:lnTo>
                    <a:pt x="12738" y="10340"/>
                  </a:lnTo>
                  <a:cubicBezTo>
                    <a:pt x="13329" y="10340"/>
                    <a:pt x="13836" y="9902"/>
                    <a:pt x="13893" y="9339"/>
                  </a:cubicBezTo>
                  <a:cubicBezTo>
                    <a:pt x="13925" y="9025"/>
                    <a:pt x="13822" y="8711"/>
                    <a:pt x="13611" y="8478"/>
                  </a:cubicBezTo>
                  <a:cubicBezTo>
                    <a:pt x="13509" y="8366"/>
                    <a:pt x="13386" y="8276"/>
                    <a:pt x="13251" y="8214"/>
                  </a:cubicBezTo>
                  <a:lnTo>
                    <a:pt x="13251" y="5799"/>
                  </a:lnTo>
                  <a:lnTo>
                    <a:pt x="13271" y="5799"/>
                  </a:lnTo>
                  <a:cubicBezTo>
                    <a:pt x="13832" y="5799"/>
                    <a:pt x="14345" y="5512"/>
                    <a:pt x="14639" y="5029"/>
                  </a:cubicBezTo>
                  <a:cubicBezTo>
                    <a:pt x="14932" y="4549"/>
                    <a:pt x="14953" y="3965"/>
                    <a:pt x="14699" y="3465"/>
                  </a:cubicBezTo>
                  <a:cubicBezTo>
                    <a:pt x="14178" y="2448"/>
                    <a:pt x="13281" y="1581"/>
                    <a:pt x="12108" y="960"/>
                  </a:cubicBezTo>
                  <a:cubicBezTo>
                    <a:pt x="10921" y="332"/>
                    <a:pt x="9529" y="0"/>
                    <a:pt x="80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42" name="Google Shape;1968;p39"/>
          <p:cNvSpPr/>
          <p:nvPr/>
        </p:nvSpPr>
        <p:spPr>
          <a:xfrm>
            <a:off x="757152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43" name="Google Shape;1969;p39"/>
          <p:cNvGrpSpPr/>
          <p:nvPr/>
        </p:nvGrpSpPr>
        <p:grpSpPr>
          <a:xfrm>
            <a:off x="7744320" y="171360"/>
            <a:ext cx="511920" cy="685440"/>
            <a:chOff x="7744320" y="171360"/>
            <a:chExt cx="511920" cy="685440"/>
          </a:xfrm>
        </p:grpSpPr>
        <p:sp>
          <p:nvSpPr>
            <p:cNvPr id="2144" name="Google Shape;1970;p39"/>
            <p:cNvSpPr/>
            <p:nvPr/>
          </p:nvSpPr>
          <p:spPr>
            <a:xfrm>
              <a:off x="7744320" y="17136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5" name="Google Shape;1971;p39"/>
            <p:cNvSpPr/>
            <p:nvPr/>
          </p:nvSpPr>
          <p:spPr>
            <a:xfrm>
              <a:off x="792612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6" name="Google Shape;1972;p39"/>
            <p:cNvSpPr/>
            <p:nvPr/>
          </p:nvSpPr>
          <p:spPr>
            <a:xfrm>
              <a:off x="805464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7" name="Google Shape;1973;p39"/>
            <p:cNvSpPr/>
            <p:nvPr/>
          </p:nvSpPr>
          <p:spPr>
            <a:xfrm>
              <a:off x="7957440" y="50508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8" name="Google Shape;1974;p39"/>
            <p:cNvSpPr/>
            <p:nvPr/>
          </p:nvSpPr>
          <p:spPr>
            <a:xfrm>
              <a:off x="791568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49" name="Google Shape;1975;p39"/>
            <p:cNvSpPr/>
            <p:nvPr/>
          </p:nvSpPr>
          <p:spPr>
            <a:xfrm>
              <a:off x="804384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0" name="Google Shape;1976;p39"/>
            <p:cNvSpPr/>
            <p:nvPr/>
          </p:nvSpPr>
          <p:spPr>
            <a:xfrm>
              <a:off x="7787160" y="76176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1" name="Google Shape;1977;p39"/>
            <p:cNvSpPr/>
            <p:nvPr/>
          </p:nvSpPr>
          <p:spPr>
            <a:xfrm>
              <a:off x="8108280" y="81540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52" name="Google Shape;1978;p39"/>
          <p:cNvSpPr/>
          <p:nvPr/>
        </p:nvSpPr>
        <p:spPr>
          <a:xfrm>
            <a:off x="7571520" y="857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53" name="Google Shape;1979;p39"/>
          <p:cNvGrpSpPr/>
          <p:nvPr/>
        </p:nvGrpSpPr>
        <p:grpSpPr>
          <a:xfrm>
            <a:off x="7711560" y="1028520"/>
            <a:ext cx="578160" cy="685440"/>
            <a:chOff x="7711560" y="1028520"/>
            <a:chExt cx="578160" cy="685440"/>
          </a:xfrm>
        </p:grpSpPr>
        <p:sp>
          <p:nvSpPr>
            <p:cNvPr id="2154" name="Google Shape;1980;p39"/>
            <p:cNvSpPr/>
            <p:nvPr/>
          </p:nvSpPr>
          <p:spPr>
            <a:xfrm>
              <a:off x="7711560" y="1028520"/>
              <a:ext cx="578160" cy="68544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7478" h="20720">
                  <a:moveTo>
                    <a:pt x="8739" y="607"/>
                  </a:moveTo>
                  <a:cubicBezTo>
                    <a:pt x="10660" y="607"/>
                    <a:pt x="12372" y="1820"/>
                    <a:pt x="13023" y="3598"/>
                  </a:cubicBezTo>
                  <a:cubicBezTo>
                    <a:pt x="11735" y="3368"/>
                    <a:pt x="10267" y="3244"/>
                    <a:pt x="8739" y="3244"/>
                  </a:cubicBezTo>
                  <a:cubicBezTo>
                    <a:pt x="7212" y="3244"/>
                    <a:pt x="5746" y="3366"/>
                    <a:pt x="4455" y="3598"/>
                  </a:cubicBezTo>
                  <a:cubicBezTo>
                    <a:pt x="5109" y="1820"/>
                    <a:pt x="6820" y="607"/>
                    <a:pt x="8739" y="607"/>
                  </a:cubicBezTo>
                  <a:close/>
                  <a:moveTo>
                    <a:pt x="8742" y="3853"/>
                  </a:moveTo>
                  <a:cubicBezTo>
                    <a:pt x="10964" y="3853"/>
                    <a:pt x="13051" y="4119"/>
                    <a:pt x="14616" y="4599"/>
                  </a:cubicBezTo>
                  <a:cubicBezTo>
                    <a:pt x="16028" y="5033"/>
                    <a:pt x="16872" y="5611"/>
                    <a:pt x="16872" y="6143"/>
                  </a:cubicBezTo>
                  <a:cubicBezTo>
                    <a:pt x="16872" y="6624"/>
                    <a:pt x="16087" y="7352"/>
                    <a:pt x="13912" y="7882"/>
                  </a:cubicBezTo>
                  <a:lnTo>
                    <a:pt x="13912" y="6143"/>
                  </a:lnTo>
                  <a:cubicBezTo>
                    <a:pt x="13912" y="5633"/>
                    <a:pt x="13356" y="5224"/>
                    <a:pt x="12262" y="4933"/>
                  </a:cubicBezTo>
                  <a:cubicBezTo>
                    <a:pt x="11317" y="4682"/>
                    <a:pt x="10067" y="4543"/>
                    <a:pt x="8743" y="4543"/>
                  </a:cubicBezTo>
                  <a:cubicBezTo>
                    <a:pt x="7418" y="4543"/>
                    <a:pt x="6168" y="4683"/>
                    <a:pt x="5224" y="4933"/>
                  </a:cubicBezTo>
                  <a:cubicBezTo>
                    <a:pt x="4130" y="5226"/>
                    <a:pt x="3575" y="5633"/>
                    <a:pt x="3575" y="6143"/>
                  </a:cubicBezTo>
                  <a:lnTo>
                    <a:pt x="3575" y="7882"/>
                  </a:lnTo>
                  <a:cubicBezTo>
                    <a:pt x="1393" y="7352"/>
                    <a:pt x="610" y="6624"/>
                    <a:pt x="610" y="6143"/>
                  </a:cubicBezTo>
                  <a:cubicBezTo>
                    <a:pt x="610" y="5611"/>
                    <a:pt x="1453" y="5033"/>
                    <a:pt x="2866" y="4599"/>
                  </a:cubicBezTo>
                  <a:cubicBezTo>
                    <a:pt x="4430" y="4118"/>
                    <a:pt x="6517" y="3853"/>
                    <a:pt x="8742" y="3853"/>
                  </a:cubicBezTo>
                  <a:close/>
                  <a:moveTo>
                    <a:pt x="8742" y="5150"/>
                  </a:moveTo>
                  <a:cubicBezTo>
                    <a:pt x="10016" y="5150"/>
                    <a:pt x="11210" y="5282"/>
                    <a:pt x="12102" y="5520"/>
                  </a:cubicBezTo>
                  <a:cubicBezTo>
                    <a:pt x="13083" y="5781"/>
                    <a:pt x="13302" y="6067"/>
                    <a:pt x="13302" y="6146"/>
                  </a:cubicBezTo>
                  <a:lnTo>
                    <a:pt x="13302" y="8091"/>
                  </a:lnTo>
                  <a:cubicBezTo>
                    <a:pt x="13302" y="9175"/>
                    <a:pt x="12919" y="10217"/>
                    <a:pt x="12221" y="11040"/>
                  </a:cubicBezTo>
                  <a:cubicBezTo>
                    <a:pt x="12142" y="11033"/>
                    <a:pt x="12064" y="11030"/>
                    <a:pt x="11985" y="11030"/>
                  </a:cubicBezTo>
                  <a:lnTo>
                    <a:pt x="10414" y="11030"/>
                  </a:lnTo>
                  <a:cubicBezTo>
                    <a:pt x="10400" y="11004"/>
                    <a:pt x="10384" y="10980"/>
                    <a:pt x="10367" y="10954"/>
                  </a:cubicBezTo>
                  <a:cubicBezTo>
                    <a:pt x="11722" y="10326"/>
                    <a:pt x="12614" y="8956"/>
                    <a:pt x="12614" y="7441"/>
                  </a:cubicBezTo>
                  <a:lnTo>
                    <a:pt x="12614" y="6627"/>
                  </a:lnTo>
                  <a:cubicBezTo>
                    <a:pt x="12614" y="6460"/>
                    <a:pt x="12478" y="6324"/>
                    <a:pt x="12309" y="6324"/>
                  </a:cubicBezTo>
                  <a:cubicBezTo>
                    <a:pt x="12142" y="6324"/>
                    <a:pt x="12007" y="6460"/>
                    <a:pt x="12007" y="6627"/>
                  </a:cubicBezTo>
                  <a:lnTo>
                    <a:pt x="12007" y="7441"/>
                  </a:lnTo>
                  <a:cubicBezTo>
                    <a:pt x="12007" y="8783"/>
                    <a:pt x="11181" y="9989"/>
                    <a:pt x="9942" y="10477"/>
                  </a:cubicBezTo>
                  <a:cubicBezTo>
                    <a:pt x="9610" y="10216"/>
                    <a:pt x="9195" y="10056"/>
                    <a:pt x="8742" y="10056"/>
                  </a:cubicBezTo>
                  <a:cubicBezTo>
                    <a:pt x="8288" y="10056"/>
                    <a:pt x="7872" y="10213"/>
                    <a:pt x="7542" y="10477"/>
                  </a:cubicBezTo>
                  <a:cubicBezTo>
                    <a:pt x="6300" y="9989"/>
                    <a:pt x="5476" y="8789"/>
                    <a:pt x="5476" y="7441"/>
                  </a:cubicBezTo>
                  <a:lnTo>
                    <a:pt x="5476" y="5496"/>
                  </a:lnTo>
                  <a:cubicBezTo>
                    <a:pt x="6358" y="5272"/>
                    <a:pt x="7514" y="5150"/>
                    <a:pt x="8742" y="5150"/>
                  </a:cubicBezTo>
                  <a:close/>
                  <a:moveTo>
                    <a:pt x="4869" y="5679"/>
                  </a:moveTo>
                  <a:lnTo>
                    <a:pt x="4869" y="7439"/>
                  </a:lnTo>
                  <a:cubicBezTo>
                    <a:pt x="4869" y="8962"/>
                    <a:pt x="5757" y="10326"/>
                    <a:pt x="7115" y="10954"/>
                  </a:cubicBezTo>
                  <a:cubicBezTo>
                    <a:pt x="6925" y="11251"/>
                    <a:pt x="6817" y="11604"/>
                    <a:pt x="6817" y="11981"/>
                  </a:cubicBezTo>
                  <a:cubicBezTo>
                    <a:pt x="6817" y="12067"/>
                    <a:pt x="6824" y="12151"/>
                    <a:pt x="6835" y="12232"/>
                  </a:cubicBezTo>
                  <a:cubicBezTo>
                    <a:pt x="6145" y="11915"/>
                    <a:pt x="5538" y="11425"/>
                    <a:pt x="5083" y="10817"/>
                  </a:cubicBezTo>
                  <a:cubicBezTo>
                    <a:pt x="4490" y="10024"/>
                    <a:pt x="4179" y="9082"/>
                    <a:pt x="4179" y="8089"/>
                  </a:cubicBezTo>
                  <a:lnTo>
                    <a:pt x="4179" y="6143"/>
                  </a:lnTo>
                  <a:cubicBezTo>
                    <a:pt x="4179" y="6081"/>
                    <a:pt x="4317" y="5888"/>
                    <a:pt x="4869" y="5679"/>
                  </a:cubicBezTo>
                  <a:close/>
                  <a:moveTo>
                    <a:pt x="8744" y="10666"/>
                  </a:moveTo>
                  <a:cubicBezTo>
                    <a:pt x="9470" y="10666"/>
                    <a:pt x="10059" y="11256"/>
                    <a:pt x="10059" y="11982"/>
                  </a:cubicBezTo>
                  <a:cubicBezTo>
                    <a:pt x="10059" y="12709"/>
                    <a:pt x="9467" y="13302"/>
                    <a:pt x="8739" y="13302"/>
                  </a:cubicBezTo>
                  <a:cubicBezTo>
                    <a:pt x="8013" y="13302"/>
                    <a:pt x="7419" y="12711"/>
                    <a:pt x="7419" y="11982"/>
                  </a:cubicBezTo>
                  <a:cubicBezTo>
                    <a:pt x="7419" y="11254"/>
                    <a:pt x="8011" y="10666"/>
                    <a:pt x="8739" y="10666"/>
                  </a:cubicBezTo>
                  <a:cubicBezTo>
                    <a:pt x="8741" y="10666"/>
                    <a:pt x="8742" y="10666"/>
                    <a:pt x="8744" y="10666"/>
                  </a:cubicBezTo>
                  <a:close/>
                  <a:moveTo>
                    <a:pt x="11990" y="11640"/>
                  </a:moveTo>
                  <a:cubicBezTo>
                    <a:pt x="13430" y="11640"/>
                    <a:pt x="14600" y="12812"/>
                    <a:pt x="14600" y="14253"/>
                  </a:cubicBezTo>
                  <a:lnTo>
                    <a:pt x="14600" y="15317"/>
                  </a:lnTo>
                  <a:lnTo>
                    <a:pt x="11795" y="14493"/>
                  </a:lnTo>
                  <a:cubicBezTo>
                    <a:pt x="11512" y="14410"/>
                    <a:pt x="11315" y="14145"/>
                    <a:pt x="11315" y="13850"/>
                  </a:cubicBezTo>
                  <a:lnTo>
                    <a:pt x="11315" y="12936"/>
                  </a:lnTo>
                  <a:lnTo>
                    <a:pt x="11985" y="12936"/>
                  </a:lnTo>
                  <a:cubicBezTo>
                    <a:pt x="12608" y="12936"/>
                    <a:pt x="13152" y="13381"/>
                    <a:pt x="13278" y="13990"/>
                  </a:cubicBezTo>
                  <a:cubicBezTo>
                    <a:pt x="13306" y="14133"/>
                    <a:pt x="13435" y="14233"/>
                    <a:pt x="13573" y="14233"/>
                  </a:cubicBezTo>
                  <a:cubicBezTo>
                    <a:pt x="13593" y="14233"/>
                    <a:pt x="13615" y="14232"/>
                    <a:pt x="13635" y="14229"/>
                  </a:cubicBezTo>
                  <a:cubicBezTo>
                    <a:pt x="13799" y="14195"/>
                    <a:pt x="13905" y="14033"/>
                    <a:pt x="13872" y="13869"/>
                  </a:cubicBezTo>
                  <a:cubicBezTo>
                    <a:pt x="13690" y="12976"/>
                    <a:pt x="12898" y="12329"/>
                    <a:pt x="11985" y="12329"/>
                  </a:cubicBezTo>
                  <a:lnTo>
                    <a:pt x="10636" y="12329"/>
                  </a:lnTo>
                  <a:cubicBezTo>
                    <a:pt x="10656" y="12217"/>
                    <a:pt x="10666" y="12102"/>
                    <a:pt x="10666" y="11984"/>
                  </a:cubicBezTo>
                  <a:cubicBezTo>
                    <a:pt x="10666" y="11867"/>
                    <a:pt x="10656" y="11751"/>
                    <a:pt x="10636" y="11640"/>
                  </a:cubicBezTo>
                  <a:lnTo>
                    <a:pt x="11985" y="11640"/>
                  </a:lnTo>
                  <a:cubicBezTo>
                    <a:pt x="11987" y="11640"/>
                    <a:pt x="11989" y="11640"/>
                    <a:pt x="11990" y="11640"/>
                  </a:cubicBezTo>
                  <a:close/>
                  <a:moveTo>
                    <a:pt x="4869" y="15364"/>
                  </a:moveTo>
                  <a:lnTo>
                    <a:pt x="4869" y="17014"/>
                  </a:lnTo>
                  <a:cubicBezTo>
                    <a:pt x="4869" y="17452"/>
                    <a:pt x="4697" y="17865"/>
                    <a:pt x="4387" y="18175"/>
                  </a:cubicBezTo>
                  <a:lnTo>
                    <a:pt x="4177" y="18385"/>
                  </a:lnTo>
                  <a:lnTo>
                    <a:pt x="4177" y="15567"/>
                  </a:lnTo>
                  <a:lnTo>
                    <a:pt x="4869" y="15364"/>
                  </a:lnTo>
                  <a:close/>
                  <a:moveTo>
                    <a:pt x="12612" y="15364"/>
                  </a:moveTo>
                  <a:lnTo>
                    <a:pt x="13302" y="15567"/>
                  </a:lnTo>
                  <a:lnTo>
                    <a:pt x="13302" y="18386"/>
                  </a:lnTo>
                  <a:lnTo>
                    <a:pt x="13093" y="18175"/>
                  </a:lnTo>
                  <a:cubicBezTo>
                    <a:pt x="12784" y="17865"/>
                    <a:pt x="12612" y="17452"/>
                    <a:pt x="12612" y="17014"/>
                  </a:cubicBezTo>
                  <a:lnTo>
                    <a:pt x="12612" y="15364"/>
                  </a:lnTo>
                  <a:close/>
                  <a:moveTo>
                    <a:pt x="6774" y="12868"/>
                  </a:moveTo>
                  <a:cubicBezTo>
                    <a:pt x="6881" y="12912"/>
                    <a:pt x="6991" y="12954"/>
                    <a:pt x="7102" y="12991"/>
                  </a:cubicBezTo>
                  <a:cubicBezTo>
                    <a:pt x="7442" y="13539"/>
                    <a:pt x="8051" y="13905"/>
                    <a:pt x="8742" y="13905"/>
                  </a:cubicBezTo>
                  <a:cubicBezTo>
                    <a:pt x="9457" y="13905"/>
                    <a:pt x="10081" y="13512"/>
                    <a:pt x="10414" y="12932"/>
                  </a:cubicBezTo>
                  <a:lnTo>
                    <a:pt x="10708" y="12932"/>
                  </a:lnTo>
                  <a:lnTo>
                    <a:pt x="10708" y="13846"/>
                  </a:lnTo>
                  <a:cubicBezTo>
                    <a:pt x="10708" y="14409"/>
                    <a:pt x="11085" y="14912"/>
                    <a:pt x="11627" y="15071"/>
                  </a:cubicBezTo>
                  <a:lnTo>
                    <a:pt x="12007" y="15183"/>
                  </a:lnTo>
                  <a:lnTo>
                    <a:pt x="12007" y="17011"/>
                  </a:lnTo>
                  <a:cubicBezTo>
                    <a:pt x="12007" y="17612"/>
                    <a:pt x="12241" y="18178"/>
                    <a:pt x="12665" y="18602"/>
                  </a:cubicBezTo>
                  <a:lnTo>
                    <a:pt x="12874" y="18810"/>
                  </a:lnTo>
                  <a:lnTo>
                    <a:pt x="4609" y="18810"/>
                  </a:lnTo>
                  <a:lnTo>
                    <a:pt x="4817" y="18602"/>
                  </a:lnTo>
                  <a:cubicBezTo>
                    <a:pt x="5243" y="18178"/>
                    <a:pt x="5476" y="17611"/>
                    <a:pt x="5476" y="17011"/>
                  </a:cubicBezTo>
                  <a:lnTo>
                    <a:pt x="5476" y="15186"/>
                  </a:lnTo>
                  <a:lnTo>
                    <a:pt x="5856" y="15073"/>
                  </a:lnTo>
                  <a:cubicBezTo>
                    <a:pt x="6395" y="14914"/>
                    <a:pt x="6774" y="14410"/>
                    <a:pt x="6774" y="13848"/>
                  </a:cubicBezTo>
                  <a:lnTo>
                    <a:pt x="6774" y="12868"/>
                  </a:lnTo>
                  <a:close/>
                  <a:moveTo>
                    <a:pt x="3573" y="15746"/>
                  </a:moveTo>
                  <a:lnTo>
                    <a:pt x="3573" y="18815"/>
                  </a:lnTo>
                  <a:lnTo>
                    <a:pt x="1261" y="18815"/>
                  </a:lnTo>
                  <a:lnTo>
                    <a:pt x="1261" y="17656"/>
                  </a:lnTo>
                  <a:lnTo>
                    <a:pt x="1260" y="17656"/>
                  </a:lnTo>
                  <a:cubicBezTo>
                    <a:pt x="1260" y="16931"/>
                    <a:pt x="1742" y="16283"/>
                    <a:pt x="2439" y="16080"/>
                  </a:cubicBezTo>
                  <a:lnTo>
                    <a:pt x="3573" y="15746"/>
                  </a:lnTo>
                  <a:close/>
                  <a:moveTo>
                    <a:pt x="13909" y="15746"/>
                  </a:moveTo>
                  <a:lnTo>
                    <a:pt x="15043" y="16080"/>
                  </a:lnTo>
                  <a:cubicBezTo>
                    <a:pt x="15737" y="16283"/>
                    <a:pt x="16221" y="16931"/>
                    <a:pt x="16221" y="17656"/>
                  </a:cubicBezTo>
                  <a:lnTo>
                    <a:pt x="16221" y="18815"/>
                  </a:lnTo>
                  <a:lnTo>
                    <a:pt x="13909" y="18815"/>
                  </a:lnTo>
                  <a:lnTo>
                    <a:pt x="13909" y="15746"/>
                  </a:lnTo>
                  <a:close/>
                  <a:moveTo>
                    <a:pt x="8739" y="0"/>
                  </a:moveTo>
                  <a:cubicBezTo>
                    <a:pt x="6443" y="0"/>
                    <a:pt x="4409" y="1533"/>
                    <a:pt x="3773" y="3733"/>
                  </a:cubicBezTo>
                  <a:cubicBezTo>
                    <a:pt x="3391" y="3818"/>
                    <a:pt x="3026" y="3912"/>
                    <a:pt x="2686" y="4018"/>
                  </a:cubicBezTo>
                  <a:cubicBezTo>
                    <a:pt x="928" y="4557"/>
                    <a:pt x="0" y="5293"/>
                    <a:pt x="0" y="6143"/>
                  </a:cubicBezTo>
                  <a:cubicBezTo>
                    <a:pt x="0" y="7135"/>
                    <a:pt x="1271" y="7974"/>
                    <a:pt x="3586" y="8509"/>
                  </a:cubicBezTo>
                  <a:cubicBezTo>
                    <a:pt x="3662" y="9477"/>
                    <a:pt x="4009" y="10394"/>
                    <a:pt x="4594" y="11180"/>
                  </a:cubicBezTo>
                  <a:cubicBezTo>
                    <a:pt x="5016" y="11744"/>
                    <a:pt x="5554" y="12218"/>
                    <a:pt x="6164" y="12568"/>
                  </a:cubicBezTo>
                  <a:lnTo>
                    <a:pt x="6164" y="13846"/>
                  </a:lnTo>
                  <a:cubicBezTo>
                    <a:pt x="6164" y="14140"/>
                    <a:pt x="5966" y="14405"/>
                    <a:pt x="5681" y="14489"/>
                  </a:cubicBezTo>
                  <a:lnTo>
                    <a:pt x="2262" y="15494"/>
                  </a:lnTo>
                  <a:cubicBezTo>
                    <a:pt x="1311" y="15774"/>
                    <a:pt x="647" y="16661"/>
                    <a:pt x="647" y="17652"/>
                  </a:cubicBezTo>
                  <a:lnTo>
                    <a:pt x="647" y="20416"/>
                  </a:lnTo>
                  <a:cubicBezTo>
                    <a:pt x="647" y="20584"/>
                    <a:pt x="783" y="20720"/>
                    <a:pt x="951" y="20720"/>
                  </a:cubicBezTo>
                  <a:cubicBezTo>
                    <a:pt x="1118" y="20720"/>
                    <a:pt x="1254" y="20584"/>
                    <a:pt x="1254" y="20416"/>
                  </a:cubicBezTo>
                  <a:lnTo>
                    <a:pt x="1254" y="19422"/>
                  </a:lnTo>
                  <a:lnTo>
                    <a:pt x="16218" y="19422"/>
                  </a:lnTo>
                  <a:lnTo>
                    <a:pt x="16218" y="20416"/>
                  </a:lnTo>
                  <a:cubicBezTo>
                    <a:pt x="16218" y="20584"/>
                    <a:pt x="16354" y="20720"/>
                    <a:pt x="16521" y="20720"/>
                  </a:cubicBezTo>
                  <a:cubicBezTo>
                    <a:pt x="16690" y="20720"/>
                    <a:pt x="16825" y="20584"/>
                    <a:pt x="16825" y="20416"/>
                  </a:cubicBezTo>
                  <a:lnTo>
                    <a:pt x="16825" y="17656"/>
                  </a:lnTo>
                  <a:cubicBezTo>
                    <a:pt x="16825" y="16665"/>
                    <a:pt x="16161" y="15778"/>
                    <a:pt x="15211" y="15497"/>
                  </a:cubicBezTo>
                  <a:lnTo>
                    <a:pt x="15204" y="15496"/>
                  </a:lnTo>
                  <a:lnTo>
                    <a:pt x="15204" y="14253"/>
                  </a:lnTo>
                  <a:cubicBezTo>
                    <a:pt x="15204" y="12792"/>
                    <a:pt x="14227" y="11557"/>
                    <a:pt x="12894" y="11163"/>
                  </a:cubicBezTo>
                  <a:cubicBezTo>
                    <a:pt x="13466" y="10389"/>
                    <a:pt x="13812" y="9470"/>
                    <a:pt x="13888" y="8511"/>
                  </a:cubicBezTo>
                  <a:cubicBezTo>
                    <a:pt x="16207" y="7974"/>
                    <a:pt x="17478" y="7135"/>
                    <a:pt x="17478" y="6143"/>
                  </a:cubicBezTo>
                  <a:cubicBezTo>
                    <a:pt x="17478" y="5293"/>
                    <a:pt x="16550" y="4557"/>
                    <a:pt x="14793" y="4018"/>
                  </a:cubicBezTo>
                  <a:cubicBezTo>
                    <a:pt x="14454" y="3913"/>
                    <a:pt x="14089" y="3819"/>
                    <a:pt x="13706" y="3733"/>
                  </a:cubicBezTo>
                  <a:cubicBezTo>
                    <a:pt x="13071" y="1533"/>
                    <a:pt x="11038" y="0"/>
                    <a:pt x="87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5" name="Google Shape;1981;p39"/>
            <p:cNvSpPr/>
            <p:nvPr/>
          </p:nvSpPr>
          <p:spPr>
            <a:xfrm>
              <a:off x="7990560" y="158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8"/>
                  </a:lnTo>
                  <a:cubicBezTo>
                    <a:pt x="0" y="797"/>
                    <a:pt x="136" y="933"/>
                    <a:pt x="303" y="933"/>
                  </a:cubicBezTo>
                  <a:cubicBezTo>
                    <a:pt x="472" y="933"/>
                    <a:pt x="607" y="797"/>
                    <a:pt x="607" y="628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6" name="Google Shape;1982;p39"/>
            <p:cNvSpPr/>
            <p:nvPr/>
          </p:nvSpPr>
          <p:spPr>
            <a:xfrm>
              <a:off x="7990560" y="15224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2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57" name="Google Shape;1983;p39"/>
          <p:cNvSpPr/>
          <p:nvPr/>
        </p:nvSpPr>
        <p:spPr>
          <a:xfrm>
            <a:off x="671436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58" name="Google Shape;1984;p39"/>
          <p:cNvSpPr/>
          <p:nvPr/>
        </p:nvSpPr>
        <p:spPr>
          <a:xfrm>
            <a:off x="500004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59" name="Google Shape;1985;p39"/>
          <p:cNvGrpSpPr/>
          <p:nvPr/>
        </p:nvGrpSpPr>
        <p:grpSpPr>
          <a:xfrm>
            <a:off x="6887160" y="171720"/>
            <a:ext cx="511920" cy="685440"/>
            <a:chOff x="6887160" y="171720"/>
            <a:chExt cx="511920" cy="685440"/>
          </a:xfrm>
        </p:grpSpPr>
        <p:sp>
          <p:nvSpPr>
            <p:cNvPr id="2160" name="Google Shape;1986;p39"/>
            <p:cNvSpPr/>
            <p:nvPr/>
          </p:nvSpPr>
          <p:spPr>
            <a:xfrm>
              <a:off x="706896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1" name="Google Shape;1987;p39"/>
            <p:cNvSpPr/>
            <p:nvPr/>
          </p:nvSpPr>
          <p:spPr>
            <a:xfrm>
              <a:off x="719712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2" name="Google Shape;1988;p39"/>
            <p:cNvSpPr/>
            <p:nvPr/>
          </p:nvSpPr>
          <p:spPr>
            <a:xfrm>
              <a:off x="7099920" y="4838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3" name="Google Shape;1989;p39"/>
            <p:cNvSpPr/>
            <p:nvPr/>
          </p:nvSpPr>
          <p:spPr>
            <a:xfrm>
              <a:off x="705816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4" name="Google Shape;1990;p39"/>
            <p:cNvSpPr/>
            <p:nvPr/>
          </p:nvSpPr>
          <p:spPr>
            <a:xfrm>
              <a:off x="718668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5" name="Google Shape;1991;p39"/>
            <p:cNvSpPr/>
            <p:nvPr/>
          </p:nvSpPr>
          <p:spPr>
            <a:xfrm>
              <a:off x="6887160" y="1717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66" name="Google Shape;1992;p39"/>
            <p:cNvSpPr/>
            <p:nvPr/>
          </p:nvSpPr>
          <p:spPr>
            <a:xfrm>
              <a:off x="7111800" y="76176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67" name="Google Shape;1993;p39"/>
          <p:cNvSpPr/>
          <p:nvPr/>
        </p:nvSpPr>
        <p:spPr>
          <a:xfrm>
            <a:off x="585720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8" name="Google Shape;1994;p39"/>
          <p:cNvSpPr/>
          <p:nvPr/>
        </p:nvSpPr>
        <p:spPr>
          <a:xfrm>
            <a:off x="6017760" y="17136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78" h="20724">
                <a:moveTo>
                  <a:pt x="5488" y="3662"/>
                </a:moveTo>
                <a:cubicBezTo>
                  <a:pt x="5510" y="3662"/>
                  <a:pt x="5533" y="3664"/>
                  <a:pt x="5555" y="3668"/>
                </a:cubicBezTo>
                <a:lnTo>
                  <a:pt x="10808" y="4668"/>
                </a:lnTo>
                <a:cubicBezTo>
                  <a:pt x="11122" y="4728"/>
                  <a:pt x="11352" y="5003"/>
                  <a:pt x="11352" y="5325"/>
                </a:cubicBezTo>
                <a:lnTo>
                  <a:pt x="11353" y="5839"/>
                </a:lnTo>
                <a:cubicBezTo>
                  <a:pt x="11346" y="5839"/>
                  <a:pt x="11339" y="5836"/>
                  <a:pt x="11332" y="5836"/>
                </a:cubicBezTo>
                <a:lnTo>
                  <a:pt x="5026" y="5836"/>
                </a:lnTo>
                <a:cubicBezTo>
                  <a:pt x="5104" y="5627"/>
                  <a:pt x="5145" y="5404"/>
                  <a:pt x="5145" y="5169"/>
                </a:cubicBezTo>
                <a:lnTo>
                  <a:pt x="5145" y="4007"/>
                </a:lnTo>
                <a:cubicBezTo>
                  <a:pt x="5145" y="3904"/>
                  <a:pt x="5189" y="3807"/>
                  <a:pt x="5269" y="3741"/>
                </a:cubicBezTo>
                <a:cubicBezTo>
                  <a:pt x="5331" y="3689"/>
                  <a:pt x="5408" y="3662"/>
                  <a:pt x="5488" y="3662"/>
                </a:cubicBezTo>
                <a:close/>
                <a:moveTo>
                  <a:pt x="9382" y="606"/>
                </a:moveTo>
                <a:cubicBezTo>
                  <a:pt x="11362" y="606"/>
                  <a:pt x="12971" y="2216"/>
                  <a:pt x="12971" y="4194"/>
                </a:cubicBezTo>
                <a:lnTo>
                  <a:pt x="12971" y="6503"/>
                </a:lnTo>
                <a:cubicBezTo>
                  <a:pt x="12911" y="6493"/>
                  <a:pt x="12851" y="6489"/>
                  <a:pt x="12790" y="6489"/>
                </a:cubicBezTo>
                <a:lnTo>
                  <a:pt x="12303" y="6489"/>
                </a:lnTo>
                <a:cubicBezTo>
                  <a:pt x="12210" y="6489"/>
                  <a:pt x="12124" y="6453"/>
                  <a:pt x="12059" y="6386"/>
                </a:cubicBezTo>
                <a:cubicBezTo>
                  <a:pt x="11993" y="6322"/>
                  <a:pt x="11957" y="6235"/>
                  <a:pt x="11957" y="6142"/>
                </a:cubicBezTo>
                <a:lnTo>
                  <a:pt x="11954" y="5322"/>
                </a:lnTo>
                <a:cubicBezTo>
                  <a:pt x="11953" y="4712"/>
                  <a:pt x="11517" y="4185"/>
                  <a:pt x="10918" y="4071"/>
                </a:cubicBezTo>
                <a:lnTo>
                  <a:pt x="5666" y="3071"/>
                </a:lnTo>
                <a:cubicBezTo>
                  <a:pt x="5606" y="3060"/>
                  <a:pt x="5546" y="3054"/>
                  <a:pt x="5486" y="3054"/>
                </a:cubicBezTo>
                <a:cubicBezTo>
                  <a:pt x="5266" y="3054"/>
                  <a:pt x="5053" y="3130"/>
                  <a:pt x="4881" y="3273"/>
                </a:cubicBezTo>
                <a:cubicBezTo>
                  <a:pt x="4661" y="3455"/>
                  <a:pt x="4534" y="3721"/>
                  <a:pt x="4534" y="4007"/>
                </a:cubicBezTo>
                <a:lnTo>
                  <a:pt x="4534" y="5169"/>
                </a:lnTo>
                <a:cubicBezTo>
                  <a:pt x="4534" y="5896"/>
                  <a:pt x="3943" y="6489"/>
                  <a:pt x="3217" y="6489"/>
                </a:cubicBezTo>
                <a:lnTo>
                  <a:pt x="3196" y="6489"/>
                </a:lnTo>
                <a:lnTo>
                  <a:pt x="3196" y="3221"/>
                </a:lnTo>
                <a:cubicBezTo>
                  <a:pt x="3198" y="2229"/>
                  <a:pt x="3940" y="1406"/>
                  <a:pt x="4897" y="1273"/>
                </a:cubicBezTo>
                <a:lnTo>
                  <a:pt x="4897" y="1273"/>
                </a:lnTo>
                <a:cubicBezTo>
                  <a:pt x="4875" y="1379"/>
                  <a:pt x="4862" y="1487"/>
                  <a:pt x="4862" y="1600"/>
                </a:cubicBezTo>
                <a:cubicBezTo>
                  <a:pt x="4862" y="1769"/>
                  <a:pt x="4998" y="1904"/>
                  <a:pt x="5166" y="1904"/>
                </a:cubicBezTo>
                <a:cubicBezTo>
                  <a:pt x="5334" y="1904"/>
                  <a:pt x="5469" y="1769"/>
                  <a:pt x="5469" y="1600"/>
                </a:cubicBezTo>
                <a:cubicBezTo>
                  <a:pt x="5469" y="1052"/>
                  <a:pt x="5916" y="606"/>
                  <a:pt x="6463" y="606"/>
                </a:cubicBezTo>
                <a:close/>
                <a:moveTo>
                  <a:pt x="8433" y="6443"/>
                </a:moveTo>
                <a:lnTo>
                  <a:pt x="8433" y="6849"/>
                </a:lnTo>
                <a:cubicBezTo>
                  <a:pt x="8327" y="6824"/>
                  <a:pt x="8213" y="6811"/>
                  <a:pt x="8088" y="6811"/>
                </a:cubicBezTo>
                <a:cubicBezTo>
                  <a:pt x="7966" y="6811"/>
                  <a:pt x="7849" y="6826"/>
                  <a:pt x="7741" y="6849"/>
                </a:cubicBezTo>
                <a:lnTo>
                  <a:pt x="7741" y="6443"/>
                </a:lnTo>
                <a:close/>
                <a:moveTo>
                  <a:pt x="7137" y="6446"/>
                </a:moveTo>
                <a:lnTo>
                  <a:pt x="7137" y="7440"/>
                </a:lnTo>
                <a:cubicBezTo>
                  <a:pt x="7137" y="7810"/>
                  <a:pt x="6837" y="8110"/>
                  <a:pt x="6467" y="8110"/>
                </a:cubicBezTo>
                <a:lnTo>
                  <a:pt x="5495" y="8110"/>
                </a:lnTo>
                <a:cubicBezTo>
                  <a:pt x="5304" y="8110"/>
                  <a:pt x="5148" y="7954"/>
                  <a:pt x="5148" y="7764"/>
                </a:cubicBezTo>
                <a:lnTo>
                  <a:pt x="5148" y="6446"/>
                </a:lnTo>
                <a:close/>
                <a:moveTo>
                  <a:pt x="11030" y="6446"/>
                </a:moveTo>
                <a:lnTo>
                  <a:pt x="11030" y="7764"/>
                </a:lnTo>
                <a:cubicBezTo>
                  <a:pt x="11030" y="7955"/>
                  <a:pt x="10875" y="8110"/>
                  <a:pt x="10686" y="8110"/>
                </a:cubicBezTo>
                <a:lnTo>
                  <a:pt x="9712" y="8110"/>
                </a:lnTo>
                <a:cubicBezTo>
                  <a:pt x="9344" y="8110"/>
                  <a:pt x="9044" y="7810"/>
                  <a:pt x="9044" y="7440"/>
                </a:cubicBezTo>
                <a:lnTo>
                  <a:pt x="9044" y="6446"/>
                </a:lnTo>
                <a:close/>
                <a:moveTo>
                  <a:pt x="4542" y="6569"/>
                </a:moveTo>
                <a:lnTo>
                  <a:pt x="4542" y="7764"/>
                </a:lnTo>
                <a:cubicBezTo>
                  <a:pt x="4542" y="8290"/>
                  <a:pt x="4969" y="8715"/>
                  <a:pt x="5496" y="8715"/>
                </a:cubicBezTo>
                <a:lnTo>
                  <a:pt x="6469" y="8715"/>
                </a:lnTo>
                <a:cubicBezTo>
                  <a:pt x="7154" y="8715"/>
                  <a:pt x="7714" y="8173"/>
                  <a:pt x="7743" y="7494"/>
                </a:cubicBezTo>
                <a:cubicBezTo>
                  <a:pt x="7790" y="7466"/>
                  <a:pt x="7910" y="7420"/>
                  <a:pt x="8090" y="7420"/>
                </a:cubicBezTo>
                <a:cubicBezTo>
                  <a:pt x="8270" y="7420"/>
                  <a:pt x="8390" y="7466"/>
                  <a:pt x="8435" y="7494"/>
                </a:cubicBezTo>
                <a:cubicBezTo>
                  <a:pt x="8464" y="8173"/>
                  <a:pt x="9025" y="8715"/>
                  <a:pt x="9711" y="8715"/>
                </a:cubicBezTo>
                <a:lnTo>
                  <a:pt x="10683" y="8715"/>
                </a:lnTo>
                <a:cubicBezTo>
                  <a:pt x="11209" y="8715"/>
                  <a:pt x="11637" y="8290"/>
                  <a:pt x="11637" y="7764"/>
                </a:cubicBezTo>
                <a:lnTo>
                  <a:pt x="11637" y="6820"/>
                </a:lnTo>
                <a:cubicBezTo>
                  <a:pt x="11816" y="6997"/>
                  <a:pt x="12053" y="7094"/>
                  <a:pt x="12306" y="7094"/>
                </a:cubicBezTo>
                <a:lnTo>
                  <a:pt x="12794" y="7094"/>
                </a:lnTo>
                <a:cubicBezTo>
                  <a:pt x="12937" y="7094"/>
                  <a:pt x="13074" y="7156"/>
                  <a:pt x="13170" y="7261"/>
                </a:cubicBezTo>
                <a:cubicBezTo>
                  <a:pt x="13268" y="7368"/>
                  <a:pt x="13313" y="7508"/>
                  <a:pt x="13298" y="7656"/>
                </a:cubicBezTo>
                <a:cubicBezTo>
                  <a:pt x="13273" y="7911"/>
                  <a:pt x="13031" y="8108"/>
                  <a:pt x="12747" y="8108"/>
                </a:cubicBezTo>
                <a:lnTo>
                  <a:pt x="12610" y="8108"/>
                </a:lnTo>
                <a:lnTo>
                  <a:pt x="12610" y="8091"/>
                </a:lnTo>
                <a:cubicBezTo>
                  <a:pt x="12610" y="7923"/>
                  <a:pt x="12474" y="7787"/>
                  <a:pt x="12306" y="7787"/>
                </a:cubicBezTo>
                <a:cubicBezTo>
                  <a:pt x="12139" y="7787"/>
                  <a:pt x="12003" y="7923"/>
                  <a:pt x="12003" y="8091"/>
                </a:cubicBezTo>
                <a:cubicBezTo>
                  <a:pt x="12003" y="8785"/>
                  <a:pt x="11819" y="9464"/>
                  <a:pt x="11470" y="10058"/>
                </a:cubicBezTo>
                <a:cubicBezTo>
                  <a:pt x="11425" y="10056"/>
                  <a:pt x="11380" y="10055"/>
                  <a:pt x="11333" y="10055"/>
                </a:cubicBezTo>
                <a:lnTo>
                  <a:pt x="9762" y="10055"/>
                </a:lnTo>
                <a:cubicBezTo>
                  <a:pt x="9431" y="9475"/>
                  <a:pt x="8805" y="9082"/>
                  <a:pt x="8090" y="9082"/>
                </a:cubicBezTo>
                <a:cubicBezTo>
                  <a:pt x="7027" y="9082"/>
                  <a:pt x="6163" y="9946"/>
                  <a:pt x="6163" y="11007"/>
                </a:cubicBezTo>
                <a:cubicBezTo>
                  <a:pt x="6163" y="11190"/>
                  <a:pt x="6190" y="11367"/>
                  <a:pt x="6236" y="11534"/>
                </a:cubicBezTo>
                <a:cubicBezTo>
                  <a:pt x="5745" y="11269"/>
                  <a:pt x="5309" y="10897"/>
                  <a:pt x="4968" y="10449"/>
                </a:cubicBezTo>
                <a:cubicBezTo>
                  <a:pt x="4450" y="9766"/>
                  <a:pt x="4175" y="8948"/>
                  <a:pt x="4175" y="8088"/>
                </a:cubicBezTo>
                <a:cubicBezTo>
                  <a:pt x="4175" y="7920"/>
                  <a:pt x="4040" y="7784"/>
                  <a:pt x="3871" y="7784"/>
                </a:cubicBezTo>
                <a:cubicBezTo>
                  <a:pt x="3704" y="7784"/>
                  <a:pt x="3568" y="7920"/>
                  <a:pt x="3568" y="8088"/>
                </a:cubicBezTo>
                <a:lnTo>
                  <a:pt x="3568" y="8108"/>
                </a:lnTo>
                <a:lnTo>
                  <a:pt x="3386" y="8108"/>
                </a:lnTo>
                <a:cubicBezTo>
                  <a:pt x="3243" y="8108"/>
                  <a:pt x="3106" y="8048"/>
                  <a:pt x="3010" y="7941"/>
                </a:cubicBezTo>
                <a:cubicBezTo>
                  <a:pt x="2911" y="7834"/>
                  <a:pt x="2867" y="7694"/>
                  <a:pt x="2881" y="7548"/>
                </a:cubicBezTo>
                <a:cubicBezTo>
                  <a:pt x="2906" y="7294"/>
                  <a:pt x="3148" y="7094"/>
                  <a:pt x="3433" y="7094"/>
                </a:cubicBezTo>
                <a:cubicBezTo>
                  <a:pt x="3747" y="7094"/>
                  <a:pt x="4277" y="6819"/>
                  <a:pt x="4542" y="6569"/>
                </a:cubicBezTo>
                <a:close/>
                <a:moveTo>
                  <a:pt x="8090" y="9689"/>
                </a:moveTo>
                <a:cubicBezTo>
                  <a:pt x="8817" y="9689"/>
                  <a:pt x="9408" y="10282"/>
                  <a:pt x="9408" y="11006"/>
                </a:cubicBezTo>
                <a:cubicBezTo>
                  <a:pt x="9408" y="11733"/>
                  <a:pt x="8817" y="12326"/>
                  <a:pt x="8090" y="12326"/>
                </a:cubicBezTo>
                <a:cubicBezTo>
                  <a:pt x="7362" y="12326"/>
                  <a:pt x="6770" y="11734"/>
                  <a:pt x="6770" y="11006"/>
                </a:cubicBezTo>
                <a:cubicBezTo>
                  <a:pt x="6770" y="10280"/>
                  <a:pt x="7362" y="9689"/>
                  <a:pt x="8090" y="9689"/>
                </a:cubicBezTo>
                <a:close/>
                <a:moveTo>
                  <a:pt x="11336" y="10660"/>
                </a:moveTo>
                <a:cubicBezTo>
                  <a:pt x="12779" y="10660"/>
                  <a:pt x="13951" y="11833"/>
                  <a:pt x="13951" y="13275"/>
                </a:cubicBezTo>
                <a:lnTo>
                  <a:pt x="13951" y="14288"/>
                </a:lnTo>
                <a:cubicBezTo>
                  <a:pt x="13902" y="14255"/>
                  <a:pt x="13850" y="14231"/>
                  <a:pt x="13793" y="14212"/>
                </a:cubicBezTo>
                <a:lnTo>
                  <a:pt x="12817" y="13912"/>
                </a:lnTo>
                <a:cubicBezTo>
                  <a:pt x="12755" y="13893"/>
                  <a:pt x="12693" y="13884"/>
                  <a:pt x="12631" y="13884"/>
                </a:cubicBezTo>
                <a:cubicBezTo>
                  <a:pt x="12498" y="13884"/>
                  <a:pt x="12368" y="13926"/>
                  <a:pt x="12259" y="14008"/>
                </a:cubicBezTo>
                <a:cubicBezTo>
                  <a:pt x="12209" y="14044"/>
                  <a:pt x="12167" y="14087"/>
                  <a:pt x="12132" y="14132"/>
                </a:cubicBezTo>
                <a:lnTo>
                  <a:pt x="11145" y="13841"/>
                </a:lnTo>
                <a:cubicBezTo>
                  <a:pt x="10861" y="13758"/>
                  <a:pt x="10665" y="13494"/>
                  <a:pt x="10665" y="13198"/>
                </a:cubicBezTo>
                <a:lnTo>
                  <a:pt x="10665" y="11960"/>
                </a:lnTo>
                <a:lnTo>
                  <a:pt x="11333" y="11960"/>
                </a:lnTo>
                <a:cubicBezTo>
                  <a:pt x="11957" y="11960"/>
                  <a:pt x="12500" y="12403"/>
                  <a:pt x="12626" y="13011"/>
                </a:cubicBezTo>
                <a:cubicBezTo>
                  <a:pt x="12654" y="13155"/>
                  <a:pt x="12781" y="13254"/>
                  <a:pt x="12924" y="13254"/>
                </a:cubicBezTo>
                <a:cubicBezTo>
                  <a:pt x="12944" y="13254"/>
                  <a:pt x="12966" y="13252"/>
                  <a:pt x="12986" y="13247"/>
                </a:cubicBezTo>
                <a:cubicBezTo>
                  <a:pt x="13150" y="13212"/>
                  <a:pt x="13254" y="13053"/>
                  <a:pt x="13221" y="12888"/>
                </a:cubicBezTo>
                <a:cubicBezTo>
                  <a:pt x="13038" y="11997"/>
                  <a:pt x="12246" y="11352"/>
                  <a:pt x="11336" y="11352"/>
                </a:cubicBezTo>
                <a:lnTo>
                  <a:pt x="9986" y="11352"/>
                </a:lnTo>
                <a:cubicBezTo>
                  <a:pt x="10008" y="11239"/>
                  <a:pt x="10018" y="11123"/>
                  <a:pt x="10018" y="11005"/>
                </a:cubicBezTo>
                <a:cubicBezTo>
                  <a:pt x="10018" y="10887"/>
                  <a:pt x="10008" y="10770"/>
                  <a:pt x="9986" y="10660"/>
                </a:cubicBezTo>
                <a:close/>
                <a:moveTo>
                  <a:pt x="10058" y="11960"/>
                </a:moveTo>
                <a:lnTo>
                  <a:pt x="10058" y="13198"/>
                </a:lnTo>
                <a:cubicBezTo>
                  <a:pt x="10058" y="13531"/>
                  <a:pt x="10189" y="13841"/>
                  <a:pt x="10408" y="14074"/>
                </a:cubicBezTo>
                <a:cubicBezTo>
                  <a:pt x="9761" y="14622"/>
                  <a:pt x="8948" y="14922"/>
                  <a:pt x="8090" y="14922"/>
                </a:cubicBezTo>
                <a:cubicBezTo>
                  <a:pt x="7232" y="14922"/>
                  <a:pt x="6419" y="14622"/>
                  <a:pt x="5773" y="14072"/>
                </a:cubicBezTo>
                <a:cubicBezTo>
                  <a:pt x="5990" y="13839"/>
                  <a:pt x="6123" y="13530"/>
                  <a:pt x="6123" y="13197"/>
                </a:cubicBezTo>
                <a:lnTo>
                  <a:pt x="6123" y="12156"/>
                </a:lnTo>
                <a:cubicBezTo>
                  <a:pt x="6333" y="12260"/>
                  <a:pt x="6553" y="12346"/>
                  <a:pt x="6777" y="12413"/>
                </a:cubicBezTo>
                <a:cubicBezTo>
                  <a:pt x="7123" y="12734"/>
                  <a:pt x="7583" y="12933"/>
                  <a:pt x="8090" y="12933"/>
                </a:cubicBezTo>
                <a:cubicBezTo>
                  <a:pt x="8804" y="12933"/>
                  <a:pt x="9431" y="12540"/>
                  <a:pt x="9762" y="11960"/>
                </a:cubicBezTo>
                <a:close/>
                <a:moveTo>
                  <a:pt x="6463" y="1"/>
                </a:moveTo>
                <a:cubicBezTo>
                  <a:pt x="5938" y="1"/>
                  <a:pt x="5469" y="256"/>
                  <a:pt x="5178" y="650"/>
                </a:cubicBezTo>
                <a:lnTo>
                  <a:pt x="5168" y="650"/>
                </a:lnTo>
                <a:cubicBezTo>
                  <a:pt x="3748" y="650"/>
                  <a:pt x="2593" y="1806"/>
                  <a:pt x="2593" y="3225"/>
                </a:cubicBezTo>
                <a:lnTo>
                  <a:pt x="2593" y="6839"/>
                </a:lnTo>
                <a:cubicBezTo>
                  <a:pt x="2420" y="7013"/>
                  <a:pt x="2303" y="7240"/>
                  <a:pt x="2277" y="7491"/>
                </a:cubicBezTo>
                <a:cubicBezTo>
                  <a:pt x="2246" y="7805"/>
                  <a:pt x="2349" y="8120"/>
                  <a:pt x="2560" y="8354"/>
                </a:cubicBezTo>
                <a:cubicBezTo>
                  <a:pt x="2770" y="8588"/>
                  <a:pt x="3071" y="8720"/>
                  <a:pt x="3386" y="8720"/>
                </a:cubicBezTo>
                <a:lnTo>
                  <a:pt x="3611" y="8720"/>
                </a:lnTo>
                <a:cubicBezTo>
                  <a:pt x="3715" y="9482"/>
                  <a:pt x="4012" y="10198"/>
                  <a:pt x="4484" y="10820"/>
                </a:cubicBezTo>
                <a:cubicBezTo>
                  <a:pt x="4774" y="11203"/>
                  <a:pt x="5122" y="11534"/>
                  <a:pt x="5513" y="11806"/>
                </a:cubicBezTo>
                <a:lnTo>
                  <a:pt x="5513" y="13202"/>
                </a:lnTo>
                <a:cubicBezTo>
                  <a:pt x="5513" y="13497"/>
                  <a:pt x="5315" y="13761"/>
                  <a:pt x="5034" y="13845"/>
                </a:cubicBezTo>
                <a:lnTo>
                  <a:pt x="4047" y="14136"/>
                </a:lnTo>
                <a:cubicBezTo>
                  <a:pt x="4011" y="14089"/>
                  <a:pt x="3970" y="14047"/>
                  <a:pt x="3920" y="14011"/>
                </a:cubicBezTo>
                <a:cubicBezTo>
                  <a:pt x="3809" y="13930"/>
                  <a:pt x="3681" y="13888"/>
                  <a:pt x="3549" y="13888"/>
                </a:cubicBezTo>
                <a:cubicBezTo>
                  <a:pt x="3487" y="13888"/>
                  <a:pt x="3423" y="13898"/>
                  <a:pt x="3361" y="13917"/>
                </a:cubicBezTo>
                <a:lnTo>
                  <a:pt x="2389" y="14219"/>
                </a:lnTo>
                <a:cubicBezTo>
                  <a:pt x="2146" y="14295"/>
                  <a:pt x="1976" y="14505"/>
                  <a:pt x="1950" y="14753"/>
                </a:cubicBezTo>
                <a:lnTo>
                  <a:pt x="1615" y="14852"/>
                </a:lnTo>
                <a:cubicBezTo>
                  <a:pt x="665" y="15132"/>
                  <a:pt x="1" y="16019"/>
                  <a:pt x="1" y="17010"/>
                </a:cubicBezTo>
                <a:lnTo>
                  <a:pt x="1" y="20420"/>
                </a:lnTo>
                <a:cubicBezTo>
                  <a:pt x="1" y="20587"/>
                  <a:pt x="136" y="20723"/>
                  <a:pt x="305" y="20723"/>
                </a:cubicBezTo>
                <a:cubicBezTo>
                  <a:pt x="472" y="20723"/>
                  <a:pt x="608" y="20587"/>
                  <a:pt x="608" y="20420"/>
                </a:cubicBezTo>
                <a:lnTo>
                  <a:pt x="608" y="17010"/>
                </a:lnTo>
                <a:cubicBezTo>
                  <a:pt x="608" y="16286"/>
                  <a:pt x="1092" y="15637"/>
                  <a:pt x="1789" y="15433"/>
                </a:cubicBezTo>
                <a:lnTo>
                  <a:pt x="1949" y="15386"/>
                </a:lnTo>
                <a:lnTo>
                  <a:pt x="1949" y="20417"/>
                </a:lnTo>
                <a:cubicBezTo>
                  <a:pt x="1949" y="20586"/>
                  <a:pt x="2084" y="20722"/>
                  <a:pt x="2253" y="20722"/>
                </a:cubicBezTo>
                <a:cubicBezTo>
                  <a:pt x="2420" y="20722"/>
                  <a:pt x="2556" y="20586"/>
                  <a:pt x="2556" y="20417"/>
                </a:cubicBezTo>
                <a:lnTo>
                  <a:pt x="2556" y="14818"/>
                </a:lnTo>
                <a:cubicBezTo>
                  <a:pt x="2556" y="14809"/>
                  <a:pt x="2561" y="14801"/>
                  <a:pt x="2570" y="14798"/>
                </a:cubicBezTo>
                <a:lnTo>
                  <a:pt x="3543" y="14495"/>
                </a:lnTo>
                <a:cubicBezTo>
                  <a:pt x="3545" y="14494"/>
                  <a:pt x="3548" y="14493"/>
                  <a:pt x="3551" y="14493"/>
                </a:cubicBezTo>
                <a:cubicBezTo>
                  <a:pt x="3554" y="14493"/>
                  <a:pt x="3558" y="14494"/>
                  <a:pt x="3561" y="14498"/>
                </a:cubicBezTo>
                <a:cubicBezTo>
                  <a:pt x="3570" y="14505"/>
                  <a:pt x="3570" y="14512"/>
                  <a:pt x="3570" y="14515"/>
                </a:cubicBezTo>
                <a:lnTo>
                  <a:pt x="3570" y="20417"/>
                </a:lnTo>
                <a:cubicBezTo>
                  <a:pt x="3570" y="20586"/>
                  <a:pt x="3705" y="20722"/>
                  <a:pt x="3874" y="20722"/>
                </a:cubicBezTo>
                <a:cubicBezTo>
                  <a:pt x="4041" y="20722"/>
                  <a:pt x="4177" y="20586"/>
                  <a:pt x="4177" y="20417"/>
                </a:cubicBezTo>
                <a:lnTo>
                  <a:pt x="4177" y="14729"/>
                </a:lnTo>
                <a:lnTo>
                  <a:pt x="5206" y="14425"/>
                </a:lnTo>
                <a:cubicBezTo>
                  <a:pt x="5218" y="14422"/>
                  <a:pt x="5231" y="14418"/>
                  <a:pt x="5241" y="14412"/>
                </a:cubicBezTo>
                <a:cubicBezTo>
                  <a:pt x="6019" y="15133"/>
                  <a:pt x="7024" y="15529"/>
                  <a:pt x="8090" y="15529"/>
                </a:cubicBezTo>
                <a:cubicBezTo>
                  <a:pt x="9155" y="15529"/>
                  <a:pt x="10161" y="15133"/>
                  <a:pt x="10939" y="14412"/>
                </a:cubicBezTo>
                <a:cubicBezTo>
                  <a:pt x="10950" y="14416"/>
                  <a:pt x="10962" y="14422"/>
                  <a:pt x="10973" y="14425"/>
                </a:cubicBezTo>
                <a:lnTo>
                  <a:pt x="12003" y="14729"/>
                </a:lnTo>
                <a:lnTo>
                  <a:pt x="12003" y="20417"/>
                </a:lnTo>
                <a:cubicBezTo>
                  <a:pt x="12003" y="20586"/>
                  <a:pt x="12139" y="20722"/>
                  <a:pt x="12307" y="20722"/>
                </a:cubicBezTo>
                <a:cubicBezTo>
                  <a:pt x="12474" y="20722"/>
                  <a:pt x="12610" y="20586"/>
                  <a:pt x="12610" y="20417"/>
                </a:cubicBezTo>
                <a:lnTo>
                  <a:pt x="12610" y="14515"/>
                </a:lnTo>
                <a:cubicBezTo>
                  <a:pt x="12610" y="14511"/>
                  <a:pt x="12610" y="14504"/>
                  <a:pt x="12619" y="14498"/>
                </a:cubicBezTo>
                <a:cubicBezTo>
                  <a:pt x="12625" y="14495"/>
                  <a:pt x="12629" y="14495"/>
                  <a:pt x="12632" y="14495"/>
                </a:cubicBezTo>
                <a:cubicBezTo>
                  <a:pt x="12634" y="14495"/>
                  <a:pt x="12635" y="14495"/>
                  <a:pt x="12637" y="14495"/>
                </a:cubicBezTo>
                <a:lnTo>
                  <a:pt x="13610" y="14798"/>
                </a:lnTo>
                <a:cubicBezTo>
                  <a:pt x="13618" y="14801"/>
                  <a:pt x="13624" y="14809"/>
                  <a:pt x="13624" y="14818"/>
                </a:cubicBezTo>
                <a:lnTo>
                  <a:pt x="13624" y="20417"/>
                </a:lnTo>
                <a:cubicBezTo>
                  <a:pt x="13624" y="20586"/>
                  <a:pt x="13760" y="20722"/>
                  <a:pt x="13928" y="20722"/>
                </a:cubicBezTo>
                <a:cubicBezTo>
                  <a:pt x="14095" y="20722"/>
                  <a:pt x="14231" y="20586"/>
                  <a:pt x="14231" y="20417"/>
                </a:cubicBezTo>
                <a:lnTo>
                  <a:pt x="14231" y="15386"/>
                </a:lnTo>
                <a:lnTo>
                  <a:pt x="14389" y="15433"/>
                </a:lnTo>
                <a:cubicBezTo>
                  <a:pt x="15085" y="15637"/>
                  <a:pt x="15571" y="16284"/>
                  <a:pt x="15571" y="17010"/>
                </a:cubicBezTo>
                <a:lnTo>
                  <a:pt x="15571" y="20420"/>
                </a:lnTo>
                <a:cubicBezTo>
                  <a:pt x="15571" y="20587"/>
                  <a:pt x="15706" y="20723"/>
                  <a:pt x="15873" y="20723"/>
                </a:cubicBezTo>
                <a:cubicBezTo>
                  <a:pt x="16042" y="20723"/>
                  <a:pt x="16178" y="20587"/>
                  <a:pt x="16178" y="20420"/>
                </a:cubicBezTo>
                <a:lnTo>
                  <a:pt x="16178" y="17010"/>
                </a:lnTo>
                <a:cubicBezTo>
                  <a:pt x="16178" y="16015"/>
                  <a:pt x="15513" y="15126"/>
                  <a:pt x="14564" y="14846"/>
                </a:cubicBezTo>
                <a:lnTo>
                  <a:pt x="14557" y="14845"/>
                </a:lnTo>
                <a:lnTo>
                  <a:pt x="14557" y="13277"/>
                </a:lnTo>
                <a:cubicBezTo>
                  <a:pt x="14557" y="11769"/>
                  <a:pt x="13515" y="10499"/>
                  <a:pt x="12112" y="10149"/>
                </a:cubicBezTo>
                <a:cubicBezTo>
                  <a:pt x="12343" y="9699"/>
                  <a:pt x="12496" y="9217"/>
                  <a:pt x="12566" y="8714"/>
                </a:cubicBezTo>
                <a:lnTo>
                  <a:pt x="12746" y="8714"/>
                </a:lnTo>
                <a:cubicBezTo>
                  <a:pt x="13337" y="8714"/>
                  <a:pt x="13844" y="8275"/>
                  <a:pt x="13901" y="7714"/>
                </a:cubicBezTo>
                <a:cubicBezTo>
                  <a:pt x="13932" y="7400"/>
                  <a:pt x="13830" y="7086"/>
                  <a:pt x="13618" y="6854"/>
                </a:cubicBezTo>
                <a:cubicBezTo>
                  <a:pt x="13607" y="6840"/>
                  <a:pt x="13593" y="6826"/>
                  <a:pt x="13580" y="6813"/>
                </a:cubicBezTo>
                <a:lnTo>
                  <a:pt x="13580" y="4197"/>
                </a:lnTo>
                <a:cubicBezTo>
                  <a:pt x="13580" y="1883"/>
                  <a:pt x="11696" y="1"/>
                  <a:pt x="93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69" name="Google Shape;1995;p39"/>
          <p:cNvGrpSpPr/>
          <p:nvPr/>
        </p:nvGrpSpPr>
        <p:grpSpPr>
          <a:xfrm>
            <a:off x="5160600" y="4457520"/>
            <a:ext cx="536760" cy="685440"/>
            <a:chOff x="5160600" y="4457520"/>
            <a:chExt cx="536760" cy="685440"/>
          </a:xfrm>
        </p:grpSpPr>
        <p:sp>
          <p:nvSpPr>
            <p:cNvPr id="2170" name="Google Shape;1996;p39"/>
            <p:cNvSpPr/>
            <p:nvPr/>
          </p:nvSpPr>
          <p:spPr>
            <a:xfrm>
              <a:off x="516060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7" h="20722">
                  <a:moveTo>
                    <a:pt x="9710" y="611"/>
                  </a:moveTo>
                  <a:cubicBezTo>
                    <a:pt x="11331" y="611"/>
                    <a:pt x="12651" y="1929"/>
                    <a:pt x="12651" y="3550"/>
                  </a:cubicBezTo>
                  <a:lnTo>
                    <a:pt x="12651" y="3897"/>
                  </a:lnTo>
                  <a:lnTo>
                    <a:pt x="3526" y="3897"/>
                  </a:lnTo>
                  <a:lnTo>
                    <a:pt x="3526" y="3550"/>
                  </a:lnTo>
                  <a:cubicBezTo>
                    <a:pt x="3525" y="1927"/>
                    <a:pt x="4844" y="611"/>
                    <a:pt x="6467" y="611"/>
                  </a:cubicBezTo>
                  <a:close/>
                  <a:moveTo>
                    <a:pt x="12651" y="4502"/>
                  </a:moveTo>
                  <a:lnTo>
                    <a:pt x="12651" y="5840"/>
                  </a:lnTo>
                  <a:lnTo>
                    <a:pt x="12305" y="5840"/>
                  </a:lnTo>
                  <a:cubicBezTo>
                    <a:pt x="12115" y="5840"/>
                    <a:pt x="11959" y="5685"/>
                    <a:pt x="11959" y="5495"/>
                  </a:cubicBezTo>
                  <a:lnTo>
                    <a:pt x="11959" y="4502"/>
                  </a:lnTo>
                  <a:close/>
                  <a:moveTo>
                    <a:pt x="4216" y="4504"/>
                  </a:moveTo>
                  <a:lnTo>
                    <a:pt x="4216" y="5496"/>
                  </a:lnTo>
                  <a:cubicBezTo>
                    <a:pt x="4216" y="5688"/>
                    <a:pt x="4060" y="5842"/>
                    <a:pt x="3870" y="5842"/>
                  </a:cubicBezTo>
                  <a:lnTo>
                    <a:pt x="3525" y="5842"/>
                  </a:lnTo>
                  <a:lnTo>
                    <a:pt x="3525" y="4504"/>
                  </a:lnTo>
                  <a:close/>
                  <a:moveTo>
                    <a:pt x="11352" y="4502"/>
                  </a:moveTo>
                  <a:lnTo>
                    <a:pt x="11352" y="5496"/>
                  </a:lnTo>
                  <a:cubicBezTo>
                    <a:pt x="11352" y="6020"/>
                    <a:pt x="11780" y="6449"/>
                    <a:pt x="12304" y="6449"/>
                  </a:cubicBezTo>
                  <a:lnTo>
                    <a:pt x="12745" y="6449"/>
                  </a:lnTo>
                  <a:cubicBezTo>
                    <a:pt x="13029" y="6449"/>
                    <a:pt x="13269" y="6649"/>
                    <a:pt x="13296" y="6903"/>
                  </a:cubicBezTo>
                  <a:cubicBezTo>
                    <a:pt x="13310" y="7049"/>
                    <a:pt x="13265" y="7189"/>
                    <a:pt x="13168" y="7296"/>
                  </a:cubicBezTo>
                  <a:cubicBezTo>
                    <a:pt x="13072" y="7403"/>
                    <a:pt x="12933" y="7463"/>
                    <a:pt x="12791" y="7463"/>
                  </a:cubicBezTo>
                  <a:lnTo>
                    <a:pt x="12608" y="7463"/>
                  </a:lnTo>
                  <a:lnTo>
                    <a:pt x="12608" y="7441"/>
                  </a:lnTo>
                  <a:cubicBezTo>
                    <a:pt x="12608" y="7274"/>
                    <a:pt x="12472" y="7139"/>
                    <a:pt x="12304" y="7139"/>
                  </a:cubicBezTo>
                  <a:cubicBezTo>
                    <a:pt x="12137" y="7139"/>
                    <a:pt x="12001" y="7274"/>
                    <a:pt x="12001" y="7441"/>
                  </a:cubicBezTo>
                  <a:lnTo>
                    <a:pt x="12001" y="7463"/>
                  </a:lnTo>
                  <a:lnTo>
                    <a:pt x="10249" y="7463"/>
                  </a:lnTo>
                  <a:cubicBezTo>
                    <a:pt x="9951" y="7463"/>
                    <a:pt x="9660" y="7383"/>
                    <a:pt x="9404" y="7229"/>
                  </a:cubicBezTo>
                  <a:lnTo>
                    <a:pt x="9080" y="7034"/>
                  </a:lnTo>
                  <a:cubicBezTo>
                    <a:pt x="8775" y="6852"/>
                    <a:pt x="8432" y="6760"/>
                    <a:pt x="8089" y="6760"/>
                  </a:cubicBezTo>
                  <a:cubicBezTo>
                    <a:pt x="7746" y="6760"/>
                    <a:pt x="7404" y="6852"/>
                    <a:pt x="7098" y="7034"/>
                  </a:cubicBezTo>
                  <a:lnTo>
                    <a:pt x="6774" y="7229"/>
                  </a:lnTo>
                  <a:cubicBezTo>
                    <a:pt x="6518" y="7383"/>
                    <a:pt x="6225" y="7463"/>
                    <a:pt x="5927" y="7463"/>
                  </a:cubicBezTo>
                  <a:lnTo>
                    <a:pt x="4176" y="7463"/>
                  </a:lnTo>
                  <a:lnTo>
                    <a:pt x="4176" y="7441"/>
                  </a:lnTo>
                  <a:cubicBezTo>
                    <a:pt x="4176" y="7274"/>
                    <a:pt x="4040" y="7139"/>
                    <a:pt x="3872" y="7139"/>
                  </a:cubicBezTo>
                  <a:cubicBezTo>
                    <a:pt x="3705" y="7139"/>
                    <a:pt x="3569" y="7274"/>
                    <a:pt x="3569" y="7441"/>
                  </a:cubicBezTo>
                  <a:lnTo>
                    <a:pt x="3569" y="7463"/>
                  </a:lnTo>
                  <a:lnTo>
                    <a:pt x="3383" y="7463"/>
                  </a:lnTo>
                  <a:cubicBezTo>
                    <a:pt x="3241" y="7463"/>
                    <a:pt x="3103" y="7403"/>
                    <a:pt x="3006" y="7296"/>
                  </a:cubicBezTo>
                  <a:cubicBezTo>
                    <a:pt x="2909" y="7189"/>
                    <a:pt x="2864" y="7049"/>
                    <a:pt x="2878" y="6903"/>
                  </a:cubicBezTo>
                  <a:cubicBezTo>
                    <a:pt x="2904" y="6647"/>
                    <a:pt x="3146" y="6449"/>
                    <a:pt x="3430" y="6449"/>
                  </a:cubicBezTo>
                  <a:lnTo>
                    <a:pt x="3869" y="6449"/>
                  </a:lnTo>
                  <a:cubicBezTo>
                    <a:pt x="4395" y="6449"/>
                    <a:pt x="4823" y="6020"/>
                    <a:pt x="4823" y="5496"/>
                  </a:cubicBezTo>
                  <a:lnTo>
                    <a:pt x="4823" y="4502"/>
                  </a:lnTo>
                  <a:close/>
                  <a:moveTo>
                    <a:pt x="4866" y="8070"/>
                  </a:moveTo>
                  <a:lnTo>
                    <a:pt x="4866" y="9659"/>
                  </a:lnTo>
                  <a:cubicBezTo>
                    <a:pt x="4544" y="9191"/>
                    <a:pt x="4320" y="8653"/>
                    <a:pt x="4226" y="8070"/>
                  </a:cubicBezTo>
                  <a:close/>
                  <a:moveTo>
                    <a:pt x="11951" y="8070"/>
                  </a:moveTo>
                  <a:cubicBezTo>
                    <a:pt x="11857" y="8653"/>
                    <a:pt x="11632" y="9192"/>
                    <a:pt x="11310" y="9659"/>
                  </a:cubicBezTo>
                  <a:lnTo>
                    <a:pt x="11310" y="8070"/>
                  </a:lnTo>
                  <a:close/>
                  <a:moveTo>
                    <a:pt x="8087" y="7367"/>
                  </a:moveTo>
                  <a:cubicBezTo>
                    <a:pt x="8322" y="7367"/>
                    <a:pt x="8557" y="7429"/>
                    <a:pt x="8766" y="7554"/>
                  </a:cubicBezTo>
                  <a:lnTo>
                    <a:pt x="9090" y="7748"/>
                  </a:lnTo>
                  <a:cubicBezTo>
                    <a:pt x="9440" y="7960"/>
                    <a:pt x="9840" y="8070"/>
                    <a:pt x="10247" y="8070"/>
                  </a:cubicBezTo>
                  <a:lnTo>
                    <a:pt x="10703" y="8070"/>
                  </a:lnTo>
                  <a:lnTo>
                    <a:pt x="10703" y="10351"/>
                  </a:lnTo>
                  <a:cubicBezTo>
                    <a:pt x="10009" y="10975"/>
                    <a:pt x="9090" y="11355"/>
                    <a:pt x="8088" y="11355"/>
                  </a:cubicBezTo>
                  <a:cubicBezTo>
                    <a:pt x="7082" y="11355"/>
                    <a:pt x="6165" y="10975"/>
                    <a:pt x="5473" y="10351"/>
                  </a:cubicBezTo>
                  <a:lnTo>
                    <a:pt x="5473" y="8070"/>
                  </a:lnTo>
                  <a:lnTo>
                    <a:pt x="5927" y="8070"/>
                  </a:lnTo>
                  <a:cubicBezTo>
                    <a:pt x="6334" y="8070"/>
                    <a:pt x="6734" y="7960"/>
                    <a:pt x="7084" y="7748"/>
                  </a:cubicBezTo>
                  <a:lnTo>
                    <a:pt x="7409" y="7554"/>
                  </a:lnTo>
                  <a:cubicBezTo>
                    <a:pt x="7618" y="7429"/>
                    <a:pt x="7852" y="7367"/>
                    <a:pt x="8087" y="7367"/>
                  </a:cubicBezTo>
                  <a:close/>
                  <a:moveTo>
                    <a:pt x="10054" y="11512"/>
                  </a:moveTo>
                  <a:lnTo>
                    <a:pt x="10054" y="12554"/>
                  </a:lnTo>
                  <a:cubicBezTo>
                    <a:pt x="10054" y="13080"/>
                    <a:pt x="10383" y="13553"/>
                    <a:pt x="10865" y="13741"/>
                  </a:cubicBezTo>
                  <a:cubicBezTo>
                    <a:pt x="9987" y="14091"/>
                    <a:pt x="9039" y="14275"/>
                    <a:pt x="8088" y="14275"/>
                  </a:cubicBezTo>
                  <a:cubicBezTo>
                    <a:pt x="7137" y="14275"/>
                    <a:pt x="6188" y="14092"/>
                    <a:pt x="5310" y="13742"/>
                  </a:cubicBezTo>
                  <a:cubicBezTo>
                    <a:pt x="5791" y="13553"/>
                    <a:pt x="6120" y="13078"/>
                    <a:pt x="6120" y="12553"/>
                  </a:cubicBezTo>
                  <a:lnTo>
                    <a:pt x="6120" y="11512"/>
                  </a:lnTo>
                  <a:cubicBezTo>
                    <a:pt x="6715" y="11802"/>
                    <a:pt x="7382" y="11963"/>
                    <a:pt x="8088" y="11963"/>
                  </a:cubicBezTo>
                  <a:cubicBezTo>
                    <a:pt x="8792" y="11963"/>
                    <a:pt x="9460" y="11802"/>
                    <a:pt x="10054" y="11512"/>
                  </a:cubicBezTo>
                  <a:close/>
                  <a:moveTo>
                    <a:pt x="6467" y="1"/>
                  </a:moveTo>
                  <a:cubicBezTo>
                    <a:pt x="4510" y="1"/>
                    <a:pt x="2919" y="1592"/>
                    <a:pt x="2919" y="3548"/>
                  </a:cubicBezTo>
                  <a:lnTo>
                    <a:pt x="2919" y="5956"/>
                  </a:lnTo>
                  <a:cubicBezTo>
                    <a:pt x="2571" y="6122"/>
                    <a:pt x="2317" y="6453"/>
                    <a:pt x="2277" y="6840"/>
                  </a:cubicBezTo>
                  <a:cubicBezTo>
                    <a:pt x="2245" y="7154"/>
                    <a:pt x="2348" y="7469"/>
                    <a:pt x="2559" y="7703"/>
                  </a:cubicBezTo>
                  <a:cubicBezTo>
                    <a:pt x="2769" y="7934"/>
                    <a:pt x="3071" y="8068"/>
                    <a:pt x="3385" y="8068"/>
                  </a:cubicBezTo>
                  <a:lnTo>
                    <a:pt x="3612" y="8068"/>
                  </a:lnTo>
                  <a:cubicBezTo>
                    <a:pt x="3790" y="9345"/>
                    <a:pt x="4502" y="10449"/>
                    <a:pt x="5516" y="11155"/>
                  </a:cubicBezTo>
                  <a:lnTo>
                    <a:pt x="5516" y="12553"/>
                  </a:lnTo>
                  <a:cubicBezTo>
                    <a:pt x="5516" y="12847"/>
                    <a:pt x="5317" y="13111"/>
                    <a:pt x="5034" y="13195"/>
                  </a:cubicBezTo>
                  <a:lnTo>
                    <a:pt x="1617" y="14201"/>
                  </a:lnTo>
                  <a:cubicBezTo>
                    <a:pt x="667" y="14481"/>
                    <a:pt x="0" y="15368"/>
                    <a:pt x="0" y="16359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4" y="20720"/>
                  </a:cubicBezTo>
                  <a:cubicBezTo>
                    <a:pt x="471" y="20720"/>
                    <a:pt x="607" y="20585"/>
                    <a:pt x="607" y="20416"/>
                  </a:cubicBezTo>
                  <a:lnTo>
                    <a:pt x="607" y="16359"/>
                  </a:lnTo>
                  <a:cubicBezTo>
                    <a:pt x="607" y="15636"/>
                    <a:pt x="1091" y="14986"/>
                    <a:pt x="1785" y="14782"/>
                  </a:cubicBezTo>
                  <a:lnTo>
                    <a:pt x="4426" y="14005"/>
                  </a:lnTo>
                  <a:cubicBezTo>
                    <a:pt x="4633" y="14111"/>
                    <a:pt x="4844" y="14208"/>
                    <a:pt x="5059" y="14294"/>
                  </a:cubicBezTo>
                  <a:lnTo>
                    <a:pt x="4162" y="14742"/>
                  </a:lnTo>
                  <a:cubicBezTo>
                    <a:pt x="3395" y="15125"/>
                    <a:pt x="2918" y="15896"/>
                    <a:pt x="2918" y="16753"/>
                  </a:cubicBezTo>
                  <a:lnTo>
                    <a:pt x="2918" y="20416"/>
                  </a:lnTo>
                  <a:cubicBezTo>
                    <a:pt x="2918" y="20585"/>
                    <a:pt x="3053" y="20720"/>
                    <a:pt x="3221" y="20720"/>
                  </a:cubicBezTo>
                  <a:cubicBezTo>
                    <a:pt x="3389" y="20720"/>
                    <a:pt x="3525" y="20585"/>
                    <a:pt x="3525" y="20416"/>
                  </a:cubicBezTo>
                  <a:lnTo>
                    <a:pt x="3525" y="16756"/>
                  </a:lnTo>
                  <a:cubicBezTo>
                    <a:pt x="3525" y="16129"/>
                    <a:pt x="3873" y="15566"/>
                    <a:pt x="4433" y="15286"/>
                  </a:cubicBezTo>
                  <a:lnTo>
                    <a:pt x="5863" y="14572"/>
                  </a:lnTo>
                  <a:cubicBezTo>
                    <a:pt x="6584" y="14778"/>
                    <a:pt x="7334" y="14882"/>
                    <a:pt x="8088" y="14882"/>
                  </a:cubicBezTo>
                  <a:cubicBezTo>
                    <a:pt x="9359" y="14882"/>
                    <a:pt x="10623" y="14579"/>
                    <a:pt x="11750" y="14008"/>
                  </a:cubicBezTo>
                  <a:lnTo>
                    <a:pt x="14389" y="14784"/>
                  </a:lnTo>
                  <a:cubicBezTo>
                    <a:pt x="15084" y="14988"/>
                    <a:pt x="15570" y="15636"/>
                    <a:pt x="15570" y="16360"/>
                  </a:cubicBezTo>
                  <a:lnTo>
                    <a:pt x="15570" y="20419"/>
                  </a:lnTo>
                  <a:cubicBezTo>
                    <a:pt x="15570" y="20586"/>
                    <a:pt x="15706" y="20722"/>
                    <a:pt x="15873" y="20722"/>
                  </a:cubicBezTo>
                  <a:cubicBezTo>
                    <a:pt x="16041" y="20722"/>
                    <a:pt x="16177" y="20586"/>
                    <a:pt x="16177" y="20419"/>
                  </a:cubicBezTo>
                  <a:lnTo>
                    <a:pt x="16177" y="16360"/>
                  </a:lnTo>
                  <a:cubicBezTo>
                    <a:pt x="16177" y="15368"/>
                    <a:pt x="15513" y="14481"/>
                    <a:pt x="14560" y="14201"/>
                  </a:cubicBezTo>
                  <a:lnTo>
                    <a:pt x="11143" y="13195"/>
                  </a:lnTo>
                  <a:cubicBezTo>
                    <a:pt x="10858" y="13111"/>
                    <a:pt x="10661" y="12847"/>
                    <a:pt x="10661" y="12553"/>
                  </a:cubicBezTo>
                  <a:lnTo>
                    <a:pt x="10661" y="11155"/>
                  </a:lnTo>
                  <a:cubicBezTo>
                    <a:pt x="11674" y="10452"/>
                    <a:pt x="12386" y="9345"/>
                    <a:pt x="12565" y="8068"/>
                  </a:cubicBezTo>
                  <a:lnTo>
                    <a:pt x="12792" y="8068"/>
                  </a:lnTo>
                  <a:cubicBezTo>
                    <a:pt x="13106" y="8068"/>
                    <a:pt x="13408" y="7934"/>
                    <a:pt x="13618" y="7703"/>
                  </a:cubicBezTo>
                  <a:cubicBezTo>
                    <a:pt x="13829" y="7469"/>
                    <a:pt x="13932" y="7154"/>
                    <a:pt x="13900" y="6840"/>
                  </a:cubicBezTo>
                  <a:cubicBezTo>
                    <a:pt x="13860" y="6453"/>
                    <a:pt x="13608" y="6122"/>
                    <a:pt x="13258" y="5956"/>
                  </a:cubicBezTo>
                  <a:lnTo>
                    <a:pt x="13258" y="3548"/>
                  </a:lnTo>
                  <a:cubicBezTo>
                    <a:pt x="13258" y="1592"/>
                    <a:pt x="11667" y="1"/>
                    <a:pt x="97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1" name="Google Shape;1997;p39"/>
            <p:cNvSpPr/>
            <p:nvPr/>
          </p:nvSpPr>
          <p:spPr>
            <a:xfrm>
              <a:off x="5354280" y="46616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0"/>
                  </a:moveTo>
                  <a:cubicBezTo>
                    <a:pt x="136" y="0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1"/>
                    <a:pt x="303" y="931"/>
                  </a:cubicBezTo>
                  <a:cubicBezTo>
                    <a:pt x="472" y="931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4"/>
                    <a:pt x="472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2" name="Google Shape;1998;p39"/>
            <p:cNvSpPr/>
            <p:nvPr/>
          </p:nvSpPr>
          <p:spPr>
            <a:xfrm>
              <a:off x="5483520" y="46616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0"/>
                  </a:moveTo>
                  <a:cubicBezTo>
                    <a:pt x="136" y="0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1"/>
                    <a:pt x="303" y="931"/>
                  </a:cubicBezTo>
                  <a:cubicBezTo>
                    <a:pt x="471" y="931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4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3" name="Google Shape;1999;p39"/>
            <p:cNvSpPr/>
            <p:nvPr/>
          </p:nvSpPr>
          <p:spPr>
            <a:xfrm>
              <a:off x="5343480" y="462960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4" name="Google Shape;2000;p39"/>
            <p:cNvSpPr/>
            <p:nvPr/>
          </p:nvSpPr>
          <p:spPr>
            <a:xfrm>
              <a:off x="5472720" y="462960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5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19" y="607"/>
                    <a:pt x="1254" y="471"/>
                    <a:pt x="1254" y="304"/>
                  </a:cubicBezTo>
                  <a:cubicBezTo>
                    <a:pt x="1254" y="136"/>
                    <a:pt x="1119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5" name="Google Shape;2001;p39"/>
            <p:cNvSpPr/>
            <p:nvPr/>
          </p:nvSpPr>
          <p:spPr>
            <a:xfrm>
              <a:off x="5300640" y="501588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1"/>
                  </a:moveTo>
                  <a:cubicBezTo>
                    <a:pt x="137" y="1"/>
                    <a:pt x="1" y="138"/>
                    <a:pt x="1" y="305"/>
                  </a:cubicBezTo>
                  <a:cubicBezTo>
                    <a:pt x="1" y="472"/>
                    <a:pt x="137" y="608"/>
                    <a:pt x="304" y="608"/>
                  </a:cubicBezTo>
                  <a:lnTo>
                    <a:pt x="308" y="608"/>
                  </a:lnTo>
                  <a:cubicBezTo>
                    <a:pt x="475" y="608"/>
                    <a:pt x="609" y="472"/>
                    <a:pt x="609" y="305"/>
                  </a:cubicBezTo>
                  <a:cubicBezTo>
                    <a:pt x="609" y="138"/>
                    <a:pt x="472" y="1"/>
                    <a:pt x="30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76" name="Google Shape;2002;p39"/>
            <p:cNvSpPr/>
            <p:nvPr/>
          </p:nvSpPr>
          <p:spPr>
            <a:xfrm>
              <a:off x="5300640" y="50695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3"/>
                  </a:cubicBezTo>
                  <a:cubicBezTo>
                    <a:pt x="1" y="472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2"/>
                    <a:pt x="609" y="303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77" name="Google Shape;2003;p39"/>
          <p:cNvSpPr/>
          <p:nvPr/>
        </p:nvSpPr>
        <p:spPr>
          <a:xfrm>
            <a:off x="50000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78" name="Google Shape;2004;p39"/>
          <p:cNvGrpSpPr/>
          <p:nvPr/>
        </p:nvGrpSpPr>
        <p:grpSpPr>
          <a:xfrm>
            <a:off x="5160600" y="171360"/>
            <a:ext cx="536760" cy="685440"/>
            <a:chOff x="5160600" y="171360"/>
            <a:chExt cx="536760" cy="685440"/>
          </a:xfrm>
        </p:grpSpPr>
        <p:sp>
          <p:nvSpPr>
            <p:cNvPr id="2179" name="Google Shape;2005;p39"/>
            <p:cNvSpPr/>
            <p:nvPr/>
          </p:nvSpPr>
          <p:spPr>
            <a:xfrm>
              <a:off x="51606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1" h="20718">
                  <a:moveTo>
                    <a:pt x="8391" y="625"/>
                  </a:moveTo>
                  <a:cubicBezTo>
                    <a:pt x="8534" y="644"/>
                    <a:pt x="8675" y="678"/>
                    <a:pt x="8812" y="722"/>
                  </a:cubicBezTo>
                  <a:lnTo>
                    <a:pt x="11970" y="1778"/>
                  </a:lnTo>
                  <a:cubicBezTo>
                    <a:pt x="12377" y="1914"/>
                    <a:pt x="12651" y="2292"/>
                    <a:pt x="12651" y="2720"/>
                  </a:cubicBezTo>
                  <a:lnTo>
                    <a:pt x="12651" y="4351"/>
                  </a:lnTo>
                  <a:cubicBezTo>
                    <a:pt x="11463" y="3877"/>
                    <a:pt x="9982" y="3602"/>
                    <a:pt x="8391" y="3570"/>
                  </a:cubicBezTo>
                  <a:lnTo>
                    <a:pt x="8391" y="625"/>
                  </a:lnTo>
                  <a:close/>
                  <a:moveTo>
                    <a:pt x="7786" y="627"/>
                  </a:moveTo>
                  <a:lnTo>
                    <a:pt x="7786" y="3572"/>
                  </a:lnTo>
                  <a:cubicBezTo>
                    <a:pt x="7096" y="3586"/>
                    <a:pt x="6419" y="3646"/>
                    <a:pt x="5770" y="3752"/>
                  </a:cubicBezTo>
                  <a:cubicBezTo>
                    <a:pt x="5606" y="3779"/>
                    <a:pt x="5492" y="3933"/>
                    <a:pt x="5520" y="4100"/>
                  </a:cubicBezTo>
                  <a:cubicBezTo>
                    <a:pt x="5545" y="4248"/>
                    <a:pt x="5673" y="4354"/>
                    <a:pt x="5820" y="4354"/>
                  </a:cubicBezTo>
                  <a:cubicBezTo>
                    <a:pt x="5836" y="4354"/>
                    <a:pt x="5852" y="4353"/>
                    <a:pt x="5869" y="4350"/>
                  </a:cubicBezTo>
                  <a:cubicBezTo>
                    <a:pt x="6579" y="4234"/>
                    <a:pt x="7327" y="4174"/>
                    <a:pt x="8090" y="4174"/>
                  </a:cubicBezTo>
                  <a:cubicBezTo>
                    <a:pt x="9635" y="4174"/>
                    <a:pt x="11120" y="4424"/>
                    <a:pt x="12290" y="4865"/>
                  </a:cubicBezTo>
                  <a:lnTo>
                    <a:pt x="3885" y="4865"/>
                  </a:lnTo>
                  <a:cubicBezTo>
                    <a:pt x="4112" y="4780"/>
                    <a:pt x="4351" y="4701"/>
                    <a:pt x="4605" y="4630"/>
                  </a:cubicBezTo>
                  <a:cubicBezTo>
                    <a:pt x="4765" y="4583"/>
                    <a:pt x="4858" y="4416"/>
                    <a:pt x="4814" y="4254"/>
                  </a:cubicBezTo>
                  <a:cubicBezTo>
                    <a:pt x="4776" y="4121"/>
                    <a:pt x="4654" y="4034"/>
                    <a:pt x="4522" y="4034"/>
                  </a:cubicBezTo>
                  <a:cubicBezTo>
                    <a:pt x="4495" y="4034"/>
                    <a:pt x="4467" y="4038"/>
                    <a:pt x="4439" y="4046"/>
                  </a:cubicBezTo>
                  <a:cubicBezTo>
                    <a:pt x="4118" y="4137"/>
                    <a:pt x="3812" y="4241"/>
                    <a:pt x="3528" y="4356"/>
                  </a:cubicBezTo>
                  <a:lnTo>
                    <a:pt x="3528" y="2720"/>
                  </a:lnTo>
                  <a:lnTo>
                    <a:pt x="3527" y="2720"/>
                  </a:lnTo>
                  <a:cubicBezTo>
                    <a:pt x="3527" y="2292"/>
                    <a:pt x="3800" y="1914"/>
                    <a:pt x="4207" y="1778"/>
                  </a:cubicBezTo>
                  <a:lnTo>
                    <a:pt x="7364" y="724"/>
                  </a:lnTo>
                  <a:cubicBezTo>
                    <a:pt x="7503" y="680"/>
                    <a:pt x="7643" y="647"/>
                    <a:pt x="7786" y="627"/>
                  </a:cubicBezTo>
                  <a:close/>
                  <a:moveTo>
                    <a:pt x="4215" y="5472"/>
                  </a:moveTo>
                  <a:lnTo>
                    <a:pt x="4215" y="6466"/>
                  </a:lnTo>
                  <a:cubicBezTo>
                    <a:pt x="4215" y="6658"/>
                    <a:pt x="4061" y="6812"/>
                    <a:pt x="3871" y="6812"/>
                  </a:cubicBezTo>
                  <a:lnTo>
                    <a:pt x="3527" y="6812"/>
                  </a:lnTo>
                  <a:lnTo>
                    <a:pt x="3527" y="5472"/>
                  </a:lnTo>
                  <a:close/>
                  <a:moveTo>
                    <a:pt x="12653" y="5474"/>
                  </a:moveTo>
                  <a:lnTo>
                    <a:pt x="12653" y="6813"/>
                  </a:lnTo>
                  <a:lnTo>
                    <a:pt x="12306" y="6813"/>
                  </a:lnTo>
                  <a:cubicBezTo>
                    <a:pt x="12116" y="6813"/>
                    <a:pt x="11961" y="6658"/>
                    <a:pt x="11961" y="6469"/>
                  </a:cubicBezTo>
                  <a:lnTo>
                    <a:pt x="11961" y="5474"/>
                  </a:lnTo>
                  <a:close/>
                  <a:moveTo>
                    <a:pt x="11354" y="5472"/>
                  </a:moveTo>
                  <a:lnTo>
                    <a:pt x="11354" y="6466"/>
                  </a:lnTo>
                  <a:cubicBezTo>
                    <a:pt x="11354" y="6992"/>
                    <a:pt x="11783" y="7419"/>
                    <a:pt x="12307" y="7419"/>
                  </a:cubicBezTo>
                  <a:lnTo>
                    <a:pt x="12793" y="7419"/>
                  </a:lnTo>
                  <a:cubicBezTo>
                    <a:pt x="12935" y="7419"/>
                    <a:pt x="13074" y="7479"/>
                    <a:pt x="13170" y="7586"/>
                  </a:cubicBezTo>
                  <a:cubicBezTo>
                    <a:pt x="13268" y="7693"/>
                    <a:pt x="13313" y="7835"/>
                    <a:pt x="13298" y="7980"/>
                  </a:cubicBezTo>
                  <a:cubicBezTo>
                    <a:pt x="13274" y="8235"/>
                    <a:pt x="13031" y="8434"/>
                    <a:pt x="12748" y="8434"/>
                  </a:cubicBezTo>
                  <a:lnTo>
                    <a:pt x="12611" y="8434"/>
                  </a:lnTo>
                  <a:lnTo>
                    <a:pt x="12611" y="8416"/>
                  </a:lnTo>
                  <a:cubicBezTo>
                    <a:pt x="12611" y="8249"/>
                    <a:pt x="12476" y="8113"/>
                    <a:pt x="12307" y="8113"/>
                  </a:cubicBezTo>
                  <a:cubicBezTo>
                    <a:pt x="12140" y="8113"/>
                    <a:pt x="12004" y="8249"/>
                    <a:pt x="12004" y="8416"/>
                  </a:cubicBezTo>
                  <a:cubicBezTo>
                    <a:pt x="12003" y="10572"/>
                    <a:pt x="10248" y="12328"/>
                    <a:pt x="8091" y="12328"/>
                  </a:cubicBezTo>
                  <a:cubicBezTo>
                    <a:pt x="5932" y="12328"/>
                    <a:pt x="4175" y="10571"/>
                    <a:pt x="4175" y="8413"/>
                  </a:cubicBezTo>
                  <a:cubicBezTo>
                    <a:pt x="4175" y="8245"/>
                    <a:pt x="4039" y="8109"/>
                    <a:pt x="3871" y="8109"/>
                  </a:cubicBezTo>
                  <a:cubicBezTo>
                    <a:pt x="3704" y="8109"/>
                    <a:pt x="3568" y="8245"/>
                    <a:pt x="3568" y="8413"/>
                  </a:cubicBezTo>
                  <a:lnTo>
                    <a:pt x="3568" y="8434"/>
                  </a:lnTo>
                  <a:lnTo>
                    <a:pt x="3385" y="8434"/>
                  </a:lnTo>
                  <a:cubicBezTo>
                    <a:pt x="3243" y="8434"/>
                    <a:pt x="3105" y="8373"/>
                    <a:pt x="3008" y="8266"/>
                  </a:cubicBezTo>
                  <a:cubicBezTo>
                    <a:pt x="2910" y="8159"/>
                    <a:pt x="2866" y="8019"/>
                    <a:pt x="2880" y="7872"/>
                  </a:cubicBezTo>
                  <a:cubicBezTo>
                    <a:pt x="2906" y="7619"/>
                    <a:pt x="3148" y="7419"/>
                    <a:pt x="3431" y="7419"/>
                  </a:cubicBezTo>
                  <a:lnTo>
                    <a:pt x="3872" y="7419"/>
                  </a:lnTo>
                  <a:cubicBezTo>
                    <a:pt x="4398" y="7419"/>
                    <a:pt x="4824" y="6992"/>
                    <a:pt x="4824" y="6466"/>
                  </a:cubicBezTo>
                  <a:lnTo>
                    <a:pt x="4824" y="5472"/>
                  </a:lnTo>
                  <a:close/>
                  <a:moveTo>
                    <a:pt x="10055" y="12483"/>
                  </a:moveTo>
                  <a:lnTo>
                    <a:pt x="10055" y="13462"/>
                  </a:lnTo>
                  <a:lnTo>
                    <a:pt x="8088" y="14554"/>
                  </a:lnTo>
                  <a:lnTo>
                    <a:pt x="6120" y="13462"/>
                  </a:lnTo>
                  <a:lnTo>
                    <a:pt x="6120" y="12483"/>
                  </a:lnTo>
                  <a:cubicBezTo>
                    <a:pt x="6717" y="12772"/>
                    <a:pt x="7384" y="12935"/>
                    <a:pt x="8088" y="12935"/>
                  </a:cubicBezTo>
                  <a:cubicBezTo>
                    <a:pt x="8792" y="12935"/>
                    <a:pt x="9461" y="12772"/>
                    <a:pt x="10055" y="12483"/>
                  </a:cubicBezTo>
                  <a:close/>
                  <a:moveTo>
                    <a:pt x="10870" y="13707"/>
                  </a:moveTo>
                  <a:cubicBezTo>
                    <a:pt x="10872" y="13707"/>
                    <a:pt x="10874" y="13707"/>
                    <a:pt x="10876" y="13707"/>
                  </a:cubicBezTo>
                  <a:cubicBezTo>
                    <a:pt x="10885" y="13711"/>
                    <a:pt x="10889" y="13717"/>
                    <a:pt x="10889" y="13719"/>
                  </a:cubicBezTo>
                  <a:lnTo>
                    <a:pt x="11280" y="14503"/>
                  </a:lnTo>
                  <a:lnTo>
                    <a:pt x="9698" y="15857"/>
                  </a:lnTo>
                  <a:cubicBezTo>
                    <a:pt x="9634" y="15911"/>
                    <a:pt x="9555" y="15941"/>
                    <a:pt x="9472" y="15941"/>
                  </a:cubicBezTo>
                  <a:cubicBezTo>
                    <a:pt x="9462" y="15941"/>
                    <a:pt x="9451" y="15940"/>
                    <a:pt x="9441" y="15939"/>
                  </a:cubicBezTo>
                  <a:cubicBezTo>
                    <a:pt x="9347" y="15931"/>
                    <a:pt x="9262" y="15884"/>
                    <a:pt x="9204" y="15811"/>
                  </a:cubicBezTo>
                  <a:lnTo>
                    <a:pt x="8550" y="14993"/>
                  </a:lnTo>
                  <a:lnTo>
                    <a:pt x="10860" y="13710"/>
                  </a:lnTo>
                  <a:cubicBezTo>
                    <a:pt x="10861" y="13708"/>
                    <a:pt x="10865" y="13707"/>
                    <a:pt x="10870" y="13707"/>
                  </a:cubicBezTo>
                  <a:close/>
                  <a:moveTo>
                    <a:pt x="5307" y="13707"/>
                  </a:moveTo>
                  <a:cubicBezTo>
                    <a:pt x="5313" y="13707"/>
                    <a:pt x="5316" y="13708"/>
                    <a:pt x="5318" y="13710"/>
                  </a:cubicBezTo>
                  <a:lnTo>
                    <a:pt x="7626" y="14993"/>
                  </a:lnTo>
                  <a:lnTo>
                    <a:pt x="6974" y="15811"/>
                  </a:lnTo>
                  <a:cubicBezTo>
                    <a:pt x="6914" y="15884"/>
                    <a:pt x="6832" y="15931"/>
                    <a:pt x="6736" y="15939"/>
                  </a:cubicBezTo>
                  <a:cubicBezTo>
                    <a:pt x="6725" y="15940"/>
                    <a:pt x="6714" y="15941"/>
                    <a:pt x="6704" y="15941"/>
                  </a:cubicBezTo>
                  <a:cubicBezTo>
                    <a:pt x="6622" y="15941"/>
                    <a:pt x="6542" y="15912"/>
                    <a:pt x="6479" y="15857"/>
                  </a:cubicBezTo>
                  <a:lnTo>
                    <a:pt x="4898" y="14503"/>
                  </a:lnTo>
                  <a:lnTo>
                    <a:pt x="5289" y="13719"/>
                  </a:lnTo>
                  <a:cubicBezTo>
                    <a:pt x="5291" y="13717"/>
                    <a:pt x="5292" y="13711"/>
                    <a:pt x="5301" y="13707"/>
                  </a:cubicBezTo>
                  <a:cubicBezTo>
                    <a:pt x="5303" y="13707"/>
                    <a:pt x="5305" y="13707"/>
                    <a:pt x="5307" y="13707"/>
                  </a:cubicBezTo>
                  <a:close/>
                  <a:moveTo>
                    <a:pt x="8088" y="0"/>
                  </a:moveTo>
                  <a:cubicBezTo>
                    <a:pt x="7778" y="0"/>
                    <a:pt x="7467" y="49"/>
                    <a:pt x="7171" y="147"/>
                  </a:cubicBezTo>
                  <a:lnTo>
                    <a:pt x="4014" y="1201"/>
                  </a:lnTo>
                  <a:cubicBezTo>
                    <a:pt x="3358" y="1418"/>
                    <a:pt x="2920" y="2029"/>
                    <a:pt x="2920" y="2720"/>
                  </a:cubicBezTo>
                  <a:lnTo>
                    <a:pt x="2920" y="4627"/>
                  </a:lnTo>
                  <a:cubicBezTo>
                    <a:pt x="2741" y="4717"/>
                    <a:pt x="2571" y="4813"/>
                    <a:pt x="2413" y="4913"/>
                  </a:cubicBezTo>
                  <a:cubicBezTo>
                    <a:pt x="2299" y="4985"/>
                    <a:pt x="2247" y="5123"/>
                    <a:pt x="2284" y="5253"/>
                  </a:cubicBezTo>
                  <a:cubicBezTo>
                    <a:pt x="2321" y="5384"/>
                    <a:pt x="2441" y="5472"/>
                    <a:pt x="2576" y="5472"/>
                  </a:cubicBezTo>
                  <a:lnTo>
                    <a:pt x="2920" y="5472"/>
                  </a:lnTo>
                  <a:lnTo>
                    <a:pt x="2920" y="6928"/>
                  </a:lnTo>
                  <a:cubicBezTo>
                    <a:pt x="2571" y="7093"/>
                    <a:pt x="2316" y="7423"/>
                    <a:pt x="2277" y="7813"/>
                  </a:cubicBezTo>
                  <a:cubicBezTo>
                    <a:pt x="2247" y="8127"/>
                    <a:pt x="2349" y="8442"/>
                    <a:pt x="2558" y="8673"/>
                  </a:cubicBezTo>
                  <a:cubicBezTo>
                    <a:pt x="2770" y="8907"/>
                    <a:pt x="3071" y="9041"/>
                    <a:pt x="3385" y="9041"/>
                  </a:cubicBezTo>
                  <a:lnTo>
                    <a:pt x="3612" y="9041"/>
                  </a:lnTo>
                  <a:cubicBezTo>
                    <a:pt x="3791" y="10318"/>
                    <a:pt x="4504" y="11422"/>
                    <a:pt x="5515" y="12128"/>
                  </a:cubicBezTo>
                  <a:lnTo>
                    <a:pt x="5515" y="13134"/>
                  </a:lnTo>
                  <a:cubicBezTo>
                    <a:pt x="5448" y="13111"/>
                    <a:pt x="5377" y="13099"/>
                    <a:pt x="5305" y="13099"/>
                  </a:cubicBezTo>
                  <a:cubicBezTo>
                    <a:pt x="5243" y="13099"/>
                    <a:pt x="5181" y="13108"/>
                    <a:pt x="5122" y="13127"/>
                  </a:cubicBezTo>
                  <a:cubicBezTo>
                    <a:pt x="4961" y="13177"/>
                    <a:pt x="4822" y="13293"/>
                    <a:pt x="4748" y="13447"/>
                  </a:cubicBezTo>
                  <a:lnTo>
                    <a:pt x="4277" y="14390"/>
                  </a:lnTo>
                  <a:lnTo>
                    <a:pt x="1616" y="15171"/>
                  </a:lnTo>
                  <a:cubicBezTo>
                    <a:pt x="665" y="15452"/>
                    <a:pt x="1" y="16339"/>
                    <a:pt x="1" y="17330"/>
                  </a:cubicBezTo>
                  <a:lnTo>
                    <a:pt x="1" y="20415"/>
                  </a:lnTo>
                  <a:cubicBezTo>
                    <a:pt x="1" y="20582"/>
                    <a:pt x="136" y="20718"/>
                    <a:pt x="305" y="20718"/>
                  </a:cubicBezTo>
                  <a:cubicBezTo>
                    <a:pt x="472" y="20718"/>
                    <a:pt x="608" y="20582"/>
                    <a:pt x="608" y="20415"/>
                  </a:cubicBezTo>
                  <a:lnTo>
                    <a:pt x="608" y="17330"/>
                  </a:lnTo>
                  <a:cubicBezTo>
                    <a:pt x="608" y="16606"/>
                    <a:pt x="1093" y="15959"/>
                    <a:pt x="1787" y="15754"/>
                  </a:cubicBezTo>
                  <a:lnTo>
                    <a:pt x="2921" y="15420"/>
                  </a:lnTo>
                  <a:lnTo>
                    <a:pt x="2921" y="20415"/>
                  </a:lnTo>
                  <a:cubicBezTo>
                    <a:pt x="2921" y="20582"/>
                    <a:pt x="3057" y="20718"/>
                    <a:pt x="3225" y="20718"/>
                  </a:cubicBezTo>
                  <a:cubicBezTo>
                    <a:pt x="3393" y="20718"/>
                    <a:pt x="3528" y="20582"/>
                    <a:pt x="3528" y="20415"/>
                  </a:cubicBezTo>
                  <a:lnTo>
                    <a:pt x="3528" y="15241"/>
                  </a:lnTo>
                  <a:lnTo>
                    <a:pt x="4219" y="15038"/>
                  </a:lnTo>
                  <a:lnTo>
                    <a:pt x="4219" y="18144"/>
                  </a:lnTo>
                  <a:cubicBezTo>
                    <a:pt x="4219" y="18669"/>
                    <a:pt x="4646" y="19097"/>
                    <a:pt x="5171" y="19097"/>
                  </a:cubicBezTo>
                  <a:lnTo>
                    <a:pt x="11010" y="19097"/>
                  </a:lnTo>
                  <a:cubicBezTo>
                    <a:pt x="11534" y="19097"/>
                    <a:pt x="11961" y="18670"/>
                    <a:pt x="11961" y="18144"/>
                  </a:cubicBezTo>
                  <a:lnTo>
                    <a:pt x="11961" y="16198"/>
                  </a:lnTo>
                  <a:cubicBezTo>
                    <a:pt x="11961" y="16031"/>
                    <a:pt x="11826" y="15895"/>
                    <a:pt x="11659" y="15895"/>
                  </a:cubicBezTo>
                  <a:cubicBezTo>
                    <a:pt x="11490" y="15895"/>
                    <a:pt x="11354" y="16031"/>
                    <a:pt x="11354" y="16198"/>
                  </a:cubicBezTo>
                  <a:lnTo>
                    <a:pt x="11354" y="18144"/>
                  </a:lnTo>
                  <a:cubicBezTo>
                    <a:pt x="11354" y="18334"/>
                    <a:pt x="11199" y="18490"/>
                    <a:pt x="11010" y="18490"/>
                  </a:cubicBezTo>
                  <a:lnTo>
                    <a:pt x="5171" y="18490"/>
                  </a:lnTo>
                  <a:cubicBezTo>
                    <a:pt x="4979" y="18490"/>
                    <a:pt x="4826" y="18334"/>
                    <a:pt x="4826" y="18144"/>
                  </a:cubicBezTo>
                  <a:lnTo>
                    <a:pt x="4826" y="15235"/>
                  </a:lnTo>
                  <a:lnTo>
                    <a:pt x="6086" y="16316"/>
                  </a:lnTo>
                  <a:cubicBezTo>
                    <a:pt x="6262" y="16466"/>
                    <a:pt x="6477" y="16546"/>
                    <a:pt x="6704" y="16546"/>
                  </a:cubicBezTo>
                  <a:cubicBezTo>
                    <a:pt x="6734" y="16546"/>
                    <a:pt x="6764" y="16545"/>
                    <a:pt x="6796" y="16541"/>
                  </a:cubicBezTo>
                  <a:cubicBezTo>
                    <a:pt x="7054" y="16516"/>
                    <a:pt x="7289" y="16391"/>
                    <a:pt x="7448" y="16188"/>
                  </a:cubicBezTo>
                  <a:lnTo>
                    <a:pt x="8090" y="15385"/>
                  </a:lnTo>
                  <a:lnTo>
                    <a:pt x="8731" y="16188"/>
                  </a:lnTo>
                  <a:cubicBezTo>
                    <a:pt x="8892" y="16391"/>
                    <a:pt x="9125" y="16516"/>
                    <a:pt x="9385" y="16541"/>
                  </a:cubicBezTo>
                  <a:cubicBezTo>
                    <a:pt x="9416" y="16545"/>
                    <a:pt x="9446" y="16546"/>
                    <a:pt x="9476" y="16546"/>
                  </a:cubicBezTo>
                  <a:cubicBezTo>
                    <a:pt x="9704" y="16546"/>
                    <a:pt x="9919" y="16466"/>
                    <a:pt x="10095" y="16316"/>
                  </a:cubicBezTo>
                  <a:lnTo>
                    <a:pt x="11682" y="14955"/>
                  </a:lnTo>
                  <a:lnTo>
                    <a:pt x="12653" y="15241"/>
                  </a:lnTo>
                  <a:lnTo>
                    <a:pt x="12653" y="20415"/>
                  </a:lnTo>
                  <a:cubicBezTo>
                    <a:pt x="12653" y="20582"/>
                    <a:pt x="12788" y="20718"/>
                    <a:pt x="12955" y="20718"/>
                  </a:cubicBezTo>
                  <a:cubicBezTo>
                    <a:pt x="13124" y="20718"/>
                    <a:pt x="13260" y="20582"/>
                    <a:pt x="13260" y="20415"/>
                  </a:cubicBezTo>
                  <a:lnTo>
                    <a:pt x="13260" y="15420"/>
                  </a:lnTo>
                  <a:lnTo>
                    <a:pt x="14394" y="15754"/>
                  </a:lnTo>
                  <a:cubicBezTo>
                    <a:pt x="15088" y="15957"/>
                    <a:pt x="15573" y="16606"/>
                    <a:pt x="15573" y="17330"/>
                  </a:cubicBezTo>
                  <a:lnTo>
                    <a:pt x="15573" y="20415"/>
                  </a:lnTo>
                  <a:cubicBezTo>
                    <a:pt x="15573" y="20582"/>
                    <a:pt x="15709" y="20718"/>
                    <a:pt x="15876" y="20718"/>
                  </a:cubicBezTo>
                  <a:cubicBezTo>
                    <a:pt x="16045" y="20718"/>
                    <a:pt x="16180" y="20582"/>
                    <a:pt x="16180" y="20415"/>
                  </a:cubicBezTo>
                  <a:lnTo>
                    <a:pt x="16180" y="17330"/>
                  </a:lnTo>
                  <a:cubicBezTo>
                    <a:pt x="16179" y="16341"/>
                    <a:pt x="15515" y="15452"/>
                    <a:pt x="14562" y="15174"/>
                  </a:cubicBezTo>
                  <a:lnTo>
                    <a:pt x="11903" y="14391"/>
                  </a:lnTo>
                  <a:lnTo>
                    <a:pt x="11432" y="13449"/>
                  </a:lnTo>
                  <a:cubicBezTo>
                    <a:pt x="11354" y="13297"/>
                    <a:pt x="11219" y="13179"/>
                    <a:pt x="11055" y="13129"/>
                  </a:cubicBezTo>
                  <a:cubicBezTo>
                    <a:pt x="10994" y="13111"/>
                    <a:pt x="10932" y="13102"/>
                    <a:pt x="10870" y="13102"/>
                  </a:cubicBezTo>
                  <a:cubicBezTo>
                    <a:pt x="10800" y="13102"/>
                    <a:pt x="10729" y="13113"/>
                    <a:pt x="10662" y="13136"/>
                  </a:cubicBezTo>
                  <a:lnTo>
                    <a:pt x="10662" y="12128"/>
                  </a:lnTo>
                  <a:cubicBezTo>
                    <a:pt x="11674" y="11425"/>
                    <a:pt x="12387" y="10318"/>
                    <a:pt x="12566" y="9041"/>
                  </a:cubicBezTo>
                  <a:lnTo>
                    <a:pt x="12746" y="9041"/>
                  </a:lnTo>
                  <a:cubicBezTo>
                    <a:pt x="13337" y="9041"/>
                    <a:pt x="13844" y="8602"/>
                    <a:pt x="13901" y="8040"/>
                  </a:cubicBezTo>
                  <a:cubicBezTo>
                    <a:pt x="13932" y="7726"/>
                    <a:pt x="13829" y="7412"/>
                    <a:pt x="13618" y="7179"/>
                  </a:cubicBezTo>
                  <a:cubicBezTo>
                    <a:pt x="13517" y="7066"/>
                    <a:pt x="13394" y="6978"/>
                    <a:pt x="13258" y="6915"/>
                  </a:cubicBezTo>
                  <a:lnTo>
                    <a:pt x="13258" y="5472"/>
                  </a:lnTo>
                  <a:lnTo>
                    <a:pt x="13602" y="5472"/>
                  </a:lnTo>
                  <a:cubicBezTo>
                    <a:pt x="13738" y="5472"/>
                    <a:pt x="13855" y="5384"/>
                    <a:pt x="13894" y="5253"/>
                  </a:cubicBezTo>
                  <a:cubicBezTo>
                    <a:pt x="13931" y="5123"/>
                    <a:pt x="13877" y="4985"/>
                    <a:pt x="13765" y="4913"/>
                  </a:cubicBezTo>
                  <a:cubicBezTo>
                    <a:pt x="13605" y="4813"/>
                    <a:pt x="13437" y="4716"/>
                    <a:pt x="13258" y="4627"/>
                  </a:cubicBezTo>
                  <a:lnTo>
                    <a:pt x="13258" y="2720"/>
                  </a:lnTo>
                  <a:cubicBezTo>
                    <a:pt x="13258" y="2029"/>
                    <a:pt x="12817" y="1418"/>
                    <a:pt x="12163" y="1201"/>
                  </a:cubicBezTo>
                  <a:lnTo>
                    <a:pt x="9005" y="147"/>
                  </a:lnTo>
                  <a:cubicBezTo>
                    <a:pt x="8710" y="49"/>
                    <a:pt x="8399" y="0"/>
                    <a:pt x="80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0" name="Google Shape;2006;p39"/>
            <p:cNvSpPr/>
            <p:nvPr/>
          </p:nvSpPr>
          <p:spPr>
            <a:xfrm>
              <a:off x="5419080" y="7297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1" h="608">
                  <a:moveTo>
                    <a:pt x="303" y="0"/>
                  </a:moveTo>
                  <a:cubicBezTo>
                    <a:pt x="135" y="0"/>
                    <a:pt x="1" y="136"/>
                    <a:pt x="1" y="304"/>
                  </a:cubicBezTo>
                  <a:cubicBezTo>
                    <a:pt x="1" y="471"/>
                    <a:pt x="139" y="607"/>
                    <a:pt x="306" y="607"/>
                  </a:cubicBezTo>
                  <a:cubicBezTo>
                    <a:pt x="475" y="607"/>
                    <a:pt x="610" y="471"/>
                    <a:pt x="610" y="304"/>
                  </a:cubicBezTo>
                  <a:cubicBezTo>
                    <a:pt x="610" y="136"/>
                    <a:pt x="475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1" name="Google Shape;2007;p39"/>
            <p:cNvSpPr/>
            <p:nvPr/>
          </p:nvSpPr>
          <p:spPr>
            <a:xfrm>
              <a:off x="5354280" y="40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4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2" name="Google Shape;2008;p39"/>
            <p:cNvSpPr/>
            <p:nvPr/>
          </p:nvSpPr>
          <p:spPr>
            <a:xfrm>
              <a:off x="5483520" y="40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3" y="933"/>
                  </a:cubicBezTo>
                  <a:cubicBezTo>
                    <a:pt x="471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3" name="Google Shape;2009;p39"/>
            <p:cNvSpPr/>
            <p:nvPr/>
          </p:nvSpPr>
          <p:spPr>
            <a:xfrm>
              <a:off x="5385600" y="4827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3">
                  <a:moveTo>
                    <a:pt x="2280" y="1"/>
                  </a:moveTo>
                  <a:cubicBezTo>
                    <a:pt x="2203" y="1"/>
                    <a:pt x="2126" y="30"/>
                    <a:pt x="2067" y="90"/>
                  </a:cubicBezTo>
                  <a:cubicBezTo>
                    <a:pt x="1957" y="199"/>
                    <a:pt x="1690" y="327"/>
                    <a:pt x="1307" y="327"/>
                  </a:cubicBezTo>
                  <a:cubicBezTo>
                    <a:pt x="923" y="327"/>
                    <a:pt x="657" y="200"/>
                    <a:pt x="546" y="90"/>
                  </a:cubicBezTo>
                  <a:cubicBezTo>
                    <a:pt x="486" y="31"/>
                    <a:pt x="410" y="2"/>
                    <a:pt x="333" y="2"/>
                  </a:cubicBezTo>
                  <a:cubicBezTo>
                    <a:pt x="255" y="2"/>
                    <a:pt x="177" y="32"/>
                    <a:pt x="118" y="91"/>
                  </a:cubicBezTo>
                  <a:cubicBezTo>
                    <a:pt x="1" y="210"/>
                    <a:pt x="2" y="401"/>
                    <a:pt x="122" y="520"/>
                  </a:cubicBezTo>
                  <a:cubicBezTo>
                    <a:pt x="382" y="777"/>
                    <a:pt x="826" y="933"/>
                    <a:pt x="1307" y="933"/>
                  </a:cubicBezTo>
                  <a:cubicBezTo>
                    <a:pt x="1789" y="933"/>
                    <a:pt x="2231" y="778"/>
                    <a:pt x="2494" y="520"/>
                  </a:cubicBezTo>
                  <a:cubicBezTo>
                    <a:pt x="2614" y="401"/>
                    <a:pt x="2614" y="210"/>
                    <a:pt x="2496" y="91"/>
                  </a:cubicBezTo>
                  <a:cubicBezTo>
                    <a:pt x="2437" y="31"/>
                    <a:pt x="235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4" name="Google Shape;2010;p39"/>
            <p:cNvSpPr/>
            <p:nvPr/>
          </p:nvSpPr>
          <p:spPr>
            <a:xfrm>
              <a:off x="5343480" y="3754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8" h="608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5" y="608"/>
                  </a:cubicBezTo>
                  <a:lnTo>
                    <a:pt x="954" y="608"/>
                  </a:lnTo>
                  <a:cubicBezTo>
                    <a:pt x="1121" y="608"/>
                    <a:pt x="1257" y="472"/>
                    <a:pt x="1257" y="303"/>
                  </a:cubicBezTo>
                  <a:cubicBezTo>
                    <a:pt x="1257" y="136"/>
                    <a:pt x="1121" y="1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85" name="Google Shape;2011;p39"/>
            <p:cNvSpPr/>
            <p:nvPr/>
          </p:nvSpPr>
          <p:spPr>
            <a:xfrm>
              <a:off x="5472720" y="3754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5" y="608"/>
                  </a:cubicBezTo>
                  <a:lnTo>
                    <a:pt x="953" y="608"/>
                  </a:lnTo>
                  <a:cubicBezTo>
                    <a:pt x="1120" y="608"/>
                    <a:pt x="1256" y="472"/>
                    <a:pt x="1256" y="303"/>
                  </a:cubicBezTo>
                  <a:cubicBezTo>
                    <a:pt x="1256" y="136"/>
                    <a:pt x="1120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511;p47"/>
          <p:cNvSpPr/>
          <p:nvPr/>
        </p:nvSpPr>
        <p:spPr>
          <a:xfrm>
            <a:off x="714240" y="85716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87" name="PlaceHolder 1"/>
          <p:cNvSpPr>
            <a:spLocks noGrp="1"/>
          </p:cNvSpPr>
          <p:nvPr>
            <p:ph type="title"/>
          </p:nvPr>
        </p:nvSpPr>
        <p:spPr>
          <a:xfrm>
            <a:off x="4836600" y="1787040"/>
            <a:ext cx="3057480" cy="553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Cilj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8" name="PlaceHolder 2"/>
          <p:cNvSpPr>
            <a:spLocks noGrp="1"/>
          </p:cNvSpPr>
          <p:nvPr>
            <p:ph type="subTitle"/>
          </p:nvPr>
        </p:nvSpPr>
        <p:spPr>
          <a:xfrm>
            <a:off x="4816080" y="2341080"/>
            <a:ext cx="3057480" cy="16354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Cilj projekta je automatizacija poređenja CV-ja sa opisom posla. Sistem dodeljuje skor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podudarnosti koji omogućava brže, objektivnije i konzistentnije rangiranje kandidata.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9" name="PlaceHolder 3"/>
          <p:cNvSpPr>
            <a:spLocks noGrp="1"/>
          </p:cNvSpPr>
          <p:nvPr>
            <p:ph type="title"/>
          </p:nvPr>
        </p:nvSpPr>
        <p:spPr>
          <a:xfrm>
            <a:off x="1249560" y="1787040"/>
            <a:ext cx="3057480" cy="5536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Problem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0" name="PlaceHolder 4"/>
          <p:cNvSpPr>
            <a:spLocks noGrp="1"/>
          </p:cNvSpPr>
          <p:nvPr>
            <p:ph type="subTitle"/>
          </p:nvPr>
        </p:nvSpPr>
        <p:spPr>
          <a:xfrm>
            <a:off x="1228680" y="2341080"/>
            <a:ext cx="3057480" cy="14767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Proces selekcije kandidata je spor i zahteva mnogo ručnog rada. Zbog velikog broja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CV-jeva i subjektivne procene regrutera, kvalitetni kandidati mogu biti prevideni.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1" name="PlaceHolder 5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u="none" strike="noStrike">
                <a:solidFill>
                  <a:schemeClr val="lt2"/>
                </a:solidFill>
                <a:effectLst/>
                <a:uFillTx/>
                <a:latin typeface="Kanit ExtraBold"/>
                <a:ea typeface="Kanit ExtraBold"/>
              </a:rPr>
              <a:t>CAREER</a:t>
            </a:r>
            <a:r>
              <a:rPr lang="en" sz="35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 MATCH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2" name="Google Shape;2536;p47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3" name="Google Shape;2537;p47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4" name="Google Shape;2538;p47"/>
          <p:cNvSpPr/>
          <p:nvPr/>
        </p:nvSpPr>
        <p:spPr>
          <a:xfrm>
            <a:off x="7142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5" name="Google Shape;2539;p47"/>
          <p:cNvSpPr/>
          <p:nvPr/>
        </p:nvSpPr>
        <p:spPr>
          <a:xfrm>
            <a:off x="757152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6" name="Google Shape;2540;p47"/>
          <p:cNvSpPr/>
          <p:nvPr/>
        </p:nvSpPr>
        <p:spPr>
          <a:xfrm>
            <a:off x="7571520" y="857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197" name="Google Shape;2541;p47"/>
          <p:cNvGrpSpPr/>
          <p:nvPr/>
        </p:nvGrpSpPr>
        <p:grpSpPr>
          <a:xfrm>
            <a:off x="874800" y="171360"/>
            <a:ext cx="536760" cy="685440"/>
            <a:chOff x="874800" y="171360"/>
            <a:chExt cx="536760" cy="685440"/>
          </a:xfrm>
        </p:grpSpPr>
        <p:sp>
          <p:nvSpPr>
            <p:cNvPr id="2198" name="Google Shape;2542;p47"/>
            <p:cNvSpPr/>
            <p:nvPr/>
          </p:nvSpPr>
          <p:spPr>
            <a:xfrm>
              <a:off x="8748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99" name="Google Shape;2543;p47"/>
            <p:cNvSpPr/>
            <p:nvPr/>
          </p:nvSpPr>
          <p:spPr>
            <a:xfrm>
              <a:off x="105768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0" name="Google Shape;2544;p47"/>
            <p:cNvSpPr/>
            <p:nvPr/>
          </p:nvSpPr>
          <p:spPr>
            <a:xfrm>
              <a:off x="117612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1" name="Google Shape;2545;p47"/>
            <p:cNvSpPr/>
            <p:nvPr/>
          </p:nvSpPr>
          <p:spPr>
            <a:xfrm>
              <a:off x="1099800" y="504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02" name="Google Shape;2546;p47"/>
          <p:cNvGrpSpPr/>
          <p:nvPr/>
        </p:nvGrpSpPr>
        <p:grpSpPr>
          <a:xfrm>
            <a:off x="7744320" y="171360"/>
            <a:ext cx="511920" cy="685440"/>
            <a:chOff x="7744320" y="171360"/>
            <a:chExt cx="511920" cy="685440"/>
          </a:xfrm>
        </p:grpSpPr>
        <p:sp>
          <p:nvSpPr>
            <p:cNvPr id="2203" name="Google Shape;2547;p47"/>
            <p:cNvSpPr/>
            <p:nvPr/>
          </p:nvSpPr>
          <p:spPr>
            <a:xfrm>
              <a:off x="7744320" y="17136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4" name="Google Shape;2548;p47"/>
            <p:cNvSpPr/>
            <p:nvPr/>
          </p:nvSpPr>
          <p:spPr>
            <a:xfrm>
              <a:off x="792612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5" name="Google Shape;2549;p47"/>
            <p:cNvSpPr/>
            <p:nvPr/>
          </p:nvSpPr>
          <p:spPr>
            <a:xfrm>
              <a:off x="805464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6" name="Google Shape;2550;p47"/>
            <p:cNvSpPr/>
            <p:nvPr/>
          </p:nvSpPr>
          <p:spPr>
            <a:xfrm>
              <a:off x="7957440" y="50508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7" name="Google Shape;2551;p47"/>
            <p:cNvSpPr/>
            <p:nvPr/>
          </p:nvSpPr>
          <p:spPr>
            <a:xfrm>
              <a:off x="791568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8" name="Google Shape;2552;p47"/>
            <p:cNvSpPr/>
            <p:nvPr/>
          </p:nvSpPr>
          <p:spPr>
            <a:xfrm>
              <a:off x="804384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09" name="Google Shape;2553;p47"/>
            <p:cNvSpPr/>
            <p:nvPr/>
          </p:nvSpPr>
          <p:spPr>
            <a:xfrm>
              <a:off x="7787160" y="76176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10" name="Google Shape;2554;p47"/>
            <p:cNvSpPr/>
            <p:nvPr/>
          </p:nvSpPr>
          <p:spPr>
            <a:xfrm>
              <a:off x="8108280" y="81540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11" name="Google Shape;2555;p47"/>
          <p:cNvGrpSpPr/>
          <p:nvPr/>
        </p:nvGrpSpPr>
        <p:grpSpPr>
          <a:xfrm>
            <a:off x="7711560" y="1028520"/>
            <a:ext cx="578160" cy="685440"/>
            <a:chOff x="7711560" y="1028520"/>
            <a:chExt cx="578160" cy="685440"/>
          </a:xfrm>
        </p:grpSpPr>
        <p:sp>
          <p:nvSpPr>
            <p:cNvPr id="2212" name="Google Shape;2556;p47"/>
            <p:cNvSpPr/>
            <p:nvPr/>
          </p:nvSpPr>
          <p:spPr>
            <a:xfrm>
              <a:off x="7711560" y="1028520"/>
              <a:ext cx="578160" cy="68544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7478" h="20720">
                  <a:moveTo>
                    <a:pt x="8739" y="607"/>
                  </a:moveTo>
                  <a:cubicBezTo>
                    <a:pt x="10660" y="607"/>
                    <a:pt x="12372" y="1820"/>
                    <a:pt x="13023" y="3598"/>
                  </a:cubicBezTo>
                  <a:cubicBezTo>
                    <a:pt x="11735" y="3368"/>
                    <a:pt x="10267" y="3244"/>
                    <a:pt x="8739" y="3244"/>
                  </a:cubicBezTo>
                  <a:cubicBezTo>
                    <a:pt x="7212" y="3244"/>
                    <a:pt x="5746" y="3366"/>
                    <a:pt x="4455" y="3598"/>
                  </a:cubicBezTo>
                  <a:cubicBezTo>
                    <a:pt x="5109" y="1820"/>
                    <a:pt x="6820" y="607"/>
                    <a:pt x="8739" y="607"/>
                  </a:cubicBezTo>
                  <a:close/>
                  <a:moveTo>
                    <a:pt x="8742" y="3853"/>
                  </a:moveTo>
                  <a:cubicBezTo>
                    <a:pt x="10964" y="3853"/>
                    <a:pt x="13051" y="4119"/>
                    <a:pt x="14616" y="4599"/>
                  </a:cubicBezTo>
                  <a:cubicBezTo>
                    <a:pt x="16028" y="5033"/>
                    <a:pt x="16872" y="5611"/>
                    <a:pt x="16872" y="6143"/>
                  </a:cubicBezTo>
                  <a:cubicBezTo>
                    <a:pt x="16872" y="6624"/>
                    <a:pt x="16087" y="7352"/>
                    <a:pt x="13912" y="7882"/>
                  </a:cubicBezTo>
                  <a:lnTo>
                    <a:pt x="13912" y="6143"/>
                  </a:lnTo>
                  <a:cubicBezTo>
                    <a:pt x="13912" y="5633"/>
                    <a:pt x="13356" y="5224"/>
                    <a:pt x="12262" y="4933"/>
                  </a:cubicBezTo>
                  <a:cubicBezTo>
                    <a:pt x="11317" y="4682"/>
                    <a:pt x="10067" y="4543"/>
                    <a:pt x="8743" y="4543"/>
                  </a:cubicBezTo>
                  <a:cubicBezTo>
                    <a:pt x="7418" y="4543"/>
                    <a:pt x="6168" y="4683"/>
                    <a:pt x="5224" y="4933"/>
                  </a:cubicBezTo>
                  <a:cubicBezTo>
                    <a:pt x="4130" y="5226"/>
                    <a:pt x="3575" y="5633"/>
                    <a:pt x="3575" y="6143"/>
                  </a:cubicBezTo>
                  <a:lnTo>
                    <a:pt x="3575" y="7882"/>
                  </a:lnTo>
                  <a:cubicBezTo>
                    <a:pt x="1393" y="7352"/>
                    <a:pt x="610" y="6624"/>
                    <a:pt x="610" y="6143"/>
                  </a:cubicBezTo>
                  <a:cubicBezTo>
                    <a:pt x="610" y="5611"/>
                    <a:pt x="1453" y="5033"/>
                    <a:pt x="2866" y="4599"/>
                  </a:cubicBezTo>
                  <a:cubicBezTo>
                    <a:pt x="4430" y="4118"/>
                    <a:pt x="6517" y="3853"/>
                    <a:pt x="8742" y="3853"/>
                  </a:cubicBezTo>
                  <a:close/>
                  <a:moveTo>
                    <a:pt x="8742" y="5150"/>
                  </a:moveTo>
                  <a:cubicBezTo>
                    <a:pt x="10016" y="5150"/>
                    <a:pt x="11210" y="5282"/>
                    <a:pt x="12102" y="5520"/>
                  </a:cubicBezTo>
                  <a:cubicBezTo>
                    <a:pt x="13083" y="5781"/>
                    <a:pt x="13302" y="6067"/>
                    <a:pt x="13302" y="6146"/>
                  </a:cubicBezTo>
                  <a:lnTo>
                    <a:pt x="13302" y="8091"/>
                  </a:lnTo>
                  <a:cubicBezTo>
                    <a:pt x="13302" y="9175"/>
                    <a:pt x="12919" y="10217"/>
                    <a:pt x="12221" y="11040"/>
                  </a:cubicBezTo>
                  <a:cubicBezTo>
                    <a:pt x="12142" y="11033"/>
                    <a:pt x="12064" y="11030"/>
                    <a:pt x="11985" y="11030"/>
                  </a:cubicBezTo>
                  <a:lnTo>
                    <a:pt x="10414" y="11030"/>
                  </a:lnTo>
                  <a:cubicBezTo>
                    <a:pt x="10400" y="11004"/>
                    <a:pt x="10384" y="10980"/>
                    <a:pt x="10367" y="10954"/>
                  </a:cubicBezTo>
                  <a:cubicBezTo>
                    <a:pt x="11722" y="10326"/>
                    <a:pt x="12614" y="8956"/>
                    <a:pt x="12614" y="7441"/>
                  </a:cubicBezTo>
                  <a:lnTo>
                    <a:pt x="12614" y="6627"/>
                  </a:lnTo>
                  <a:cubicBezTo>
                    <a:pt x="12614" y="6460"/>
                    <a:pt x="12478" y="6324"/>
                    <a:pt x="12309" y="6324"/>
                  </a:cubicBezTo>
                  <a:cubicBezTo>
                    <a:pt x="12142" y="6324"/>
                    <a:pt x="12007" y="6460"/>
                    <a:pt x="12007" y="6627"/>
                  </a:cubicBezTo>
                  <a:lnTo>
                    <a:pt x="12007" y="7441"/>
                  </a:lnTo>
                  <a:cubicBezTo>
                    <a:pt x="12007" y="8783"/>
                    <a:pt x="11181" y="9989"/>
                    <a:pt x="9942" y="10477"/>
                  </a:cubicBezTo>
                  <a:cubicBezTo>
                    <a:pt x="9610" y="10216"/>
                    <a:pt x="9195" y="10056"/>
                    <a:pt x="8742" y="10056"/>
                  </a:cubicBezTo>
                  <a:cubicBezTo>
                    <a:pt x="8288" y="10056"/>
                    <a:pt x="7872" y="10213"/>
                    <a:pt x="7542" y="10477"/>
                  </a:cubicBezTo>
                  <a:cubicBezTo>
                    <a:pt x="6300" y="9989"/>
                    <a:pt x="5476" y="8789"/>
                    <a:pt x="5476" y="7441"/>
                  </a:cubicBezTo>
                  <a:lnTo>
                    <a:pt x="5476" y="5496"/>
                  </a:lnTo>
                  <a:cubicBezTo>
                    <a:pt x="6358" y="5272"/>
                    <a:pt x="7514" y="5150"/>
                    <a:pt x="8742" y="5150"/>
                  </a:cubicBezTo>
                  <a:close/>
                  <a:moveTo>
                    <a:pt x="4869" y="5679"/>
                  </a:moveTo>
                  <a:lnTo>
                    <a:pt x="4869" y="7439"/>
                  </a:lnTo>
                  <a:cubicBezTo>
                    <a:pt x="4869" y="8962"/>
                    <a:pt x="5757" y="10326"/>
                    <a:pt x="7115" y="10954"/>
                  </a:cubicBezTo>
                  <a:cubicBezTo>
                    <a:pt x="6925" y="11251"/>
                    <a:pt x="6817" y="11604"/>
                    <a:pt x="6817" y="11981"/>
                  </a:cubicBezTo>
                  <a:cubicBezTo>
                    <a:pt x="6817" y="12067"/>
                    <a:pt x="6824" y="12151"/>
                    <a:pt x="6835" y="12232"/>
                  </a:cubicBezTo>
                  <a:cubicBezTo>
                    <a:pt x="6145" y="11915"/>
                    <a:pt x="5538" y="11425"/>
                    <a:pt x="5083" y="10817"/>
                  </a:cubicBezTo>
                  <a:cubicBezTo>
                    <a:pt x="4490" y="10024"/>
                    <a:pt x="4179" y="9082"/>
                    <a:pt x="4179" y="8089"/>
                  </a:cubicBezTo>
                  <a:lnTo>
                    <a:pt x="4179" y="6143"/>
                  </a:lnTo>
                  <a:cubicBezTo>
                    <a:pt x="4179" y="6081"/>
                    <a:pt x="4317" y="5888"/>
                    <a:pt x="4869" y="5679"/>
                  </a:cubicBezTo>
                  <a:close/>
                  <a:moveTo>
                    <a:pt x="8744" y="10666"/>
                  </a:moveTo>
                  <a:cubicBezTo>
                    <a:pt x="9470" y="10666"/>
                    <a:pt x="10059" y="11256"/>
                    <a:pt x="10059" y="11982"/>
                  </a:cubicBezTo>
                  <a:cubicBezTo>
                    <a:pt x="10059" y="12709"/>
                    <a:pt x="9467" y="13302"/>
                    <a:pt x="8739" y="13302"/>
                  </a:cubicBezTo>
                  <a:cubicBezTo>
                    <a:pt x="8013" y="13302"/>
                    <a:pt x="7419" y="12711"/>
                    <a:pt x="7419" y="11982"/>
                  </a:cubicBezTo>
                  <a:cubicBezTo>
                    <a:pt x="7419" y="11254"/>
                    <a:pt x="8011" y="10666"/>
                    <a:pt x="8739" y="10666"/>
                  </a:cubicBezTo>
                  <a:cubicBezTo>
                    <a:pt x="8741" y="10666"/>
                    <a:pt x="8742" y="10666"/>
                    <a:pt x="8744" y="10666"/>
                  </a:cubicBezTo>
                  <a:close/>
                  <a:moveTo>
                    <a:pt x="11990" y="11640"/>
                  </a:moveTo>
                  <a:cubicBezTo>
                    <a:pt x="13430" y="11640"/>
                    <a:pt x="14600" y="12812"/>
                    <a:pt x="14600" y="14253"/>
                  </a:cubicBezTo>
                  <a:lnTo>
                    <a:pt x="14600" y="15317"/>
                  </a:lnTo>
                  <a:lnTo>
                    <a:pt x="11795" y="14493"/>
                  </a:lnTo>
                  <a:cubicBezTo>
                    <a:pt x="11512" y="14410"/>
                    <a:pt x="11315" y="14145"/>
                    <a:pt x="11315" y="13850"/>
                  </a:cubicBezTo>
                  <a:lnTo>
                    <a:pt x="11315" y="12936"/>
                  </a:lnTo>
                  <a:lnTo>
                    <a:pt x="11985" y="12936"/>
                  </a:lnTo>
                  <a:cubicBezTo>
                    <a:pt x="12608" y="12936"/>
                    <a:pt x="13152" y="13381"/>
                    <a:pt x="13278" y="13990"/>
                  </a:cubicBezTo>
                  <a:cubicBezTo>
                    <a:pt x="13306" y="14133"/>
                    <a:pt x="13435" y="14233"/>
                    <a:pt x="13573" y="14233"/>
                  </a:cubicBezTo>
                  <a:cubicBezTo>
                    <a:pt x="13593" y="14233"/>
                    <a:pt x="13615" y="14232"/>
                    <a:pt x="13635" y="14229"/>
                  </a:cubicBezTo>
                  <a:cubicBezTo>
                    <a:pt x="13799" y="14195"/>
                    <a:pt x="13905" y="14033"/>
                    <a:pt x="13872" y="13869"/>
                  </a:cubicBezTo>
                  <a:cubicBezTo>
                    <a:pt x="13690" y="12976"/>
                    <a:pt x="12898" y="12329"/>
                    <a:pt x="11985" y="12329"/>
                  </a:cubicBezTo>
                  <a:lnTo>
                    <a:pt x="10636" y="12329"/>
                  </a:lnTo>
                  <a:cubicBezTo>
                    <a:pt x="10656" y="12217"/>
                    <a:pt x="10666" y="12102"/>
                    <a:pt x="10666" y="11984"/>
                  </a:cubicBezTo>
                  <a:cubicBezTo>
                    <a:pt x="10666" y="11867"/>
                    <a:pt x="10656" y="11751"/>
                    <a:pt x="10636" y="11640"/>
                  </a:cubicBezTo>
                  <a:lnTo>
                    <a:pt x="11985" y="11640"/>
                  </a:lnTo>
                  <a:cubicBezTo>
                    <a:pt x="11987" y="11640"/>
                    <a:pt x="11989" y="11640"/>
                    <a:pt x="11990" y="11640"/>
                  </a:cubicBezTo>
                  <a:close/>
                  <a:moveTo>
                    <a:pt x="4869" y="15364"/>
                  </a:moveTo>
                  <a:lnTo>
                    <a:pt x="4869" y="17014"/>
                  </a:lnTo>
                  <a:cubicBezTo>
                    <a:pt x="4869" y="17452"/>
                    <a:pt x="4697" y="17865"/>
                    <a:pt x="4387" y="18175"/>
                  </a:cubicBezTo>
                  <a:lnTo>
                    <a:pt x="4177" y="18385"/>
                  </a:lnTo>
                  <a:lnTo>
                    <a:pt x="4177" y="15567"/>
                  </a:lnTo>
                  <a:lnTo>
                    <a:pt x="4869" y="15364"/>
                  </a:lnTo>
                  <a:close/>
                  <a:moveTo>
                    <a:pt x="12612" y="15364"/>
                  </a:moveTo>
                  <a:lnTo>
                    <a:pt x="13302" y="15567"/>
                  </a:lnTo>
                  <a:lnTo>
                    <a:pt x="13302" y="18386"/>
                  </a:lnTo>
                  <a:lnTo>
                    <a:pt x="13093" y="18175"/>
                  </a:lnTo>
                  <a:cubicBezTo>
                    <a:pt x="12784" y="17865"/>
                    <a:pt x="12612" y="17452"/>
                    <a:pt x="12612" y="17014"/>
                  </a:cubicBezTo>
                  <a:lnTo>
                    <a:pt x="12612" y="15364"/>
                  </a:lnTo>
                  <a:close/>
                  <a:moveTo>
                    <a:pt x="6774" y="12868"/>
                  </a:moveTo>
                  <a:cubicBezTo>
                    <a:pt x="6881" y="12912"/>
                    <a:pt x="6991" y="12954"/>
                    <a:pt x="7102" y="12991"/>
                  </a:cubicBezTo>
                  <a:cubicBezTo>
                    <a:pt x="7442" y="13539"/>
                    <a:pt x="8051" y="13905"/>
                    <a:pt x="8742" y="13905"/>
                  </a:cubicBezTo>
                  <a:cubicBezTo>
                    <a:pt x="9457" y="13905"/>
                    <a:pt x="10081" y="13512"/>
                    <a:pt x="10414" y="12932"/>
                  </a:cubicBezTo>
                  <a:lnTo>
                    <a:pt x="10708" y="12932"/>
                  </a:lnTo>
                  <a:lnTo>
                    <a:pt x="10708" y="13846"/>
                  </a:lnTo>
                  <a:cubicBezTo>
                    <a:pt x="10708" y="14409"/>
                    <a:pt x="11085" y="14912"/>
                    <a:pt x="11627" y="15071"/>
                  </a:cubicBezTo>
                  <a:lnTo>
                    <a:pt x="12007" y="15183"/>
                  </a:lnTo>
                  <a:lnTo>
                    <a:pt x="12007" y="17011"/>
                  </a:lnTo>
                  <a:cubicBezTo>
                    <a:pt x="12007" y="17612"/>
                    <a:pt x="12241" y="18178"/>
                    <a:pt x="12665" y="18602"/>
                  </a:cubicBezTo>
                  <a:lnTo>
                    <a:pt x="12874" y="18810"/>
                  </a:lnTo>
                  <a:lnTo>
                    <a:pt x="4609" y="18810"/>
                  </a:lnTo>
                  <a:lnTo>
                    <a:pt x="4817" y="18602"/>
                  </a:lnTo>
                  <a:cubicBezTo>
                    <a:pt x="5243" y="18178"/>
                    <a:pt x="5476" y="17611"/>
                    <a:pt x="5476" y="17011"/>
                  </a:cubicBezTo>
                  <a:lnTo>
                    <a:pt x="5476" y="15186"/>
                  </a:lnTo>
                  <a:lnTo>
                    <a:pt x="5856" y="15073"/>
                  </a:lnTo>
                  <a:cubicBezTo>
                    <a:pt x="6395" y="14914"/>
                    <a:pt x="6774" y="14410"/>
                    <a:pt x="6774" y="13848"/>
                  </a:cubicBezTo>
                  <a:lnTo>
                    <a:pt x="6774" y="12868"/>
                  </a:lnTo>
                  <a:close/>
                  <a:moveTo>
                    <a:pt x="3573" y="15746"/>
                  </a:moveTo>
                  <a:lnTo>
                    <a:pt x="3573" y="18815"/>
                  </a:lnTo>
                  <a:lnTo>
                    <a:pt x="1261" y="18815"/>
                  </a:lnTo>
                  <a:lnTo>
                    <a:pt x="1261" y="17656"/>
                  </a:lnTo>
                  <a:lnTo>
                    <a:pt x="1260" y="17656"/>
                  </a:lnTo>
                  <a:cubicBezTo>
                    <a:pt x="1260" y="16931"/>
                    <a:pt x="1742" y="16283"/>
                    <a:pt x="2439" y="16080"/>
                  </a:cubicBezTo>
                  <a:lnTo>
                    <a:pt x="3573" y="15746"/>
                  </a:lnTo>
                  <a:close/>
                  <a:moveTo>
                    <a:pt x="13909" y="15746"/>
                  </a:moveTo>
                  <a:lnTo>
                    <a:pt x="15043" y="16080"/>
                  </a:lnTo>
                  <a:cubicBezTo>
                    <a:pt x="15737" y="16283"/>
                    <a:pt x="16221" y="16931"/>
                    <a:pt x="16221" y="17656"/>
                  </a:cubicBezTo>
                  <a:lnTo>
                    <a:pt x="16221" y="18815"/>
                  </a:lnTo>
                  <a:lnTo>
                    <a:pt x="13909" y="18815"/>
                  </a:lnTo>
                  <a:lnTo>
                    <a:pt x="13909" y="15746"/>
                  </a:lnTo>
                  <a:close/>
                  <a:moveTo>
                    <a:pt x="8739" y="0"/>
                  </a:moveTo>
                  <a:cubicBezTo>
                    <a:pt x="6443" y="0"/>
                    <a:pt x="4409" y="1533"/>
                    <a:pt x="3773" y="3733"/>
                  </a:cubicBezTo>
                  <a:cubicBezTo>
                    <a:pt x="3391" y="3818"/>
                    <a:pt x="3026" y="3912"/>
                    <a:pt x="2686" y="4018"/>
                  </a:cubicBezTo>
                  <a:cubicBezTo>
                    <a:pt x="928" y="4557"/>
                    <a:pt x="0" y="5293"/>
                    <a:pt x="0" y="6143"/>
                  </a:cubicBezTo>
                  <a:cubicBezTo>
                    <a:pt x="0" y="7135"/>
                    <a:pt x="1271" y="7974"/>
                    <a:pt x="3586" y="8509"/>
                  </a:cubicBezTo>
                  <a:cubicBezTo>
                    <a:pt x="3662" y="9477"/>
                    <a:pt x="4009" y="10394"/>
                    <a:pt x="4594" y="11180"/>
                  </a:cubicBezTo>
                  <a:cubicBezTo>
                    <a:pt x="5016" y="11744"/>
                    <a:pt x="5554" y="12218"/>
                    <a:pt x="6164" y="12568"/>
                  </a:cubicBezTo>
                  <a:lnTo>
                    <a:pt x="6164" y="13846"/>
                  </a:lnTo>
                  <a:cubicBezTo>
                    <a:pt x="6164" y="14140"/>
                    <a:pt x="5966" y="14405"/>
                    <a:pt x="5681" y="14489"/>
                  </a:cubicBezTo>
                  <a:lnTo>
                    <a:pt x="2262" y="15494"/>
                  </a:lnTo>
                  <a:cubicBezTo>
                    <a:pt x="1311" y="15774"/>
                    <a:pt x="647" y="16661"/>
                    <a:pt x="647" y="17652"/>
                  </a:cubicBezTo>
                  <a:lnTo>
                    <a:pt x="647" y="20416"/>
                  </a:lnTo>
                  <a:cubicBezTo>
                    <a:pt x="647" y="20584"/>
                    <a:pt x="783" y="20720"/>
                    <a:pt x="951" y="20720"/>
                  </a:cubicBezTo>
                  <a:cubicBezTo>
                    <a:pt x="1118" y="20720"/>
                    <a:pt x="1254" y="20584"/>
                    <a:pt x="1254" y="20416"/>
                  </a:cubicBezTo>
                  <a:lnTo>
                    <a:pt x="1254" y="19422"/>
                  </a:lnTo>
                  <a:lnTo>
                    <a:pt x="16218" y="19422"/>
                  </a:lnTo>
                  <a:lnTo>
                    <a:pt x="16218" y="20416"/>
                  </a:lnTo>
                  <a:cubicBezTo>
                    <a:pt x="16218" y="20584"/>
                    <a:pt x="16354" y="20720"/>
                    <a:pt x="16521" y="20720"/>
                  </a:cubicBezTo>
                  <a:cubicBezTo>
                    <a:pt x="16690" y="20720"/>
                    <a:pt x="16825" y="20584"/>
                    <a:pt x="16825" y="20416"/>
                  </a:cubicBezTo>
                  <a:lnTo>
                    <a:pt x="16825" y="17656"/>
                  </a:lnTo>
                  <a:cubicBezTo>
                    <a:pt x="16825" y="16665"/>
                    <a:pt x="16161" y="15778"/>
                    <a:pt x="15211" y="15497"/>
                  </a:cubicBezTo>
                  <a:lnTo>
                    <a:pt x="15204" y="15496"/>
                  </a:lnTo>
                  <a:lnTo>
                    <a:pt x="15204" y="14253"/>
                  </a:lnTo>
                  <a:cubicBezTo>
                    <a:pt x="15204" y="12792"/>
                    <a:pt x="14227" y="11557"/>
                    <a:pt x="12894" y="11163"/>
                  </a:cubicBezTo>
                  <a:cubicBezTo>
                    <a:pt x="13466" y="10389"/>
                    <a:pt x="13812" y="9470"/>
                    <a:pt x="13888" y="8511"/>
                  </a:cubicBezTo>
                  <a:cubicBezTo>
                    <a:pt x="16207" y="7974"/>
                    <a:pt x="17478" y="7135"/>
                    <a:pt x="17478" y="6143"/>
                  </a:cubicBezTo>
                  <a:cubicBezTo>
                    <a:pt x="17478" y="5293"/>
                    <a:pt x="16550" y="4557"/>
                    <a:pt x="14793" y="4018"/>
                  </a:cubicBezTo>
                  <a:cubicBezTo>
                    <a:pt x="14454" y="3913"/>
                    <a:pt x="14089" y="3819"/>
                    <a:pt x="13706" y="3733"/>
                  </a:cubicBezTo>
                  <a:cubicBezTo>
                    <a:pt x="13071" y="1533"/>
                    <a:pt x="11038" y="0"/>
                    <a:pt x="87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13" name="Google Shape;2557;p47"/>
            <p:cNvSpPr/>
            <p:nvPr/>
          </p:nvSpPr>
          <p:spPr>
            <a:xfrm>
              <a:off x="7990560" y="158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8"/>
                  </a:lnTo>
                  <a:cubicBezTo>
                    <a:pt x="0" y="797"/>
                    <a:pt x="136" y="933"/>
                    <a:pt x="303" y="933"/>
                  </a:cubicBezTo>
                  <a:cubicBezTo>
                    <a:pt x="472" y="933"/>
                    <a:pt x="607" y="797"/>
                    <a:pt x="607" y="628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14" name="Google Shape;2558;p47"/>
            <p:cNvSpPr/>
            <p:nvPr/>
          </p:nvSpPr>
          <p:spPr>
            <a:xfrm>
              <a:off x="7990560" y="15224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2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215" name="Google Shape;2559;p47"/>
          <p:cNvSpPr/>
          <p:nvPr/>
        </p:nvSpPr>
        <p:spPr>
          <a:xfrm>
            <a:off x="71424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6" name="Google Shape;2560;p47"/>
          <p:cNvSpPr/>
          <p:nvPr/>
        </p:nvSpPr>
        <p:spPr>
          <a:xfrm>
            <a:off x="757152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7" name="Google Shape;2561;p47"/>
          <p:cNvSpPr/>
          <p:nvPr/>
        </p:nvSpPr>
        <p:spPr>
          <a:xfrm>
            <a:off x="874800" y="445752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78" h="20724">
                <a:moveTo>
                  <a:pt x="5488" y="3662"/>
                </a:moveTo>
                <a:cubicBezTo>
                  <a:pt x="5510" y="3662"/>
                  <a:pt x="5533" y="3664"/>
                  <a:pt x="5555" y="3668"/>
                </a:cubicBezTo>
                <a:lnTo>
                  <a:pt x="10808" y="4668"/>
                </a:lnTo>
                <a:cubicBezTo>
                  <a:pt x="11122" y="4728"/>
                  <a:pt x="11352" y="5003"/>
                  <a:pt x="11352" y="5325"/>
                </a:cubicBezTo>
                <a:lnTo>
                  <a:pt x="11353" y="5839"/>
                </a:lnTo>
                <a:cubicBezTo>
                  <a:pt x="11346" y="5839"/>
                  <a:pt x="11339" y="5836"/>
                  <a:pt x="11332" y="5836"/>
                </a:cubicBezTo>
                <a:lnTo>
                  <a:pt x="5026" y="5836"/>
                </a:lnTo>
                <a:cubicBezTo>
                  <a:pt x="5104" y="5627"/>
                  <a:pt x="5145" y="5404"/>
                  <a:pt x="5145" y="5169"/>
                </a:cubicBezTo>
                <a:lnTo>
                  <a:pt x="5145" y="4007"/>
                </a:lnTo>
                <a:cubicBezTo>
                  <a:pt x="5145" y="3904"/>
                  <a:pt x="5189" y="3807"/>
                  <a:pt x="5269" y="3741"/>
                </a:cubicBezTo>
                <a:cubicBezTo>
                  <a:pt x="5331" y="3689"/>
                  <a:pt x="5408" y="3662"/>
                  <a:pt x="5488" y="3662"/>
                </a:cubicBezTo>
                <a:close/>
                <a:moveTo>
                  <a:pt x="9382" y="606"/>
                </a:moveTo>
                <a:cubicBezTo>
                  <a:pt x="11362" y="606"/>
                  <a:pt x="12971" y="2216"/>
                  <a:pt x="12971" y="4194"/>
                </a:cubicBezTo>
                <a:lnTo>
                  <a:pt x="12971" y="6503"/>
                </a:lnTo>
                <a:cubicBezTo>
                  <a:pt x="12911" y="6493"/>
                  <a:pt x="12851" y="6489"/>
                  <a:pt x="12790" y="6489"/>
                </a:cubicBezTo>
                <a:lnTo>
                  <a:pt x="12303" y="6489"/>
                </a:lnTo>
                <a:cubicBezTo>
                  <a:pt x="12210" y="6489"/>
                  <a:pt x="12124" y="6453"/>
                  <a:pt x="12059" y="6386"/>
                </a:cubicBezTo>
                <a:cubicBezTo>
                  <a:pt x="11993" y="6322"/>
                  <a:pt x="11957" y="6235"/>
                  <a:pt x="11957" y="6142"/>
                </a:cubicBezTo>
                <a:lnTo>
                  <a:pt x="11954" y="5322"/>
                </a:lnTo>
                <a:cubicBezTo>
                  <a:pt x="11953" y="4712"/>
                  <a:pt x="11517" y="4185"/>
                  <a:pt x="10918" y="4071"/>
                </a:cubicBezTo>
                <a:lnTo>
                  <a:pt x="5666" y="3071"/>
                </a:lnTo>
                <a:cubicBezTo>
                  <a:pt x="5606" y="3060"/>
                  <a:pt x="5546" y="3054"/>
                  <a:pt x="5486" y="3054"/>
                </a:cubicBezTo>
                <a:cubicBezTo>
                  <a:pt x="5266" y="3054"/>
                  <a:pt x="5053" y="3130"/>
                  <a:pt x="4881" y="3273"/>
                </a:cubicBezTo>
                <a:cubicBezTo>
                  <a:pt x="4661" y="3455"/>
                  <a:pt x="4534" y="3721"/>
                  <a:pt x="4534" y="4007"/>
                </a:cubicBezTo>
                <a:lnTo>
                  <a:pt x="4534" y="5169"/>
                </a:lnTo>
                <a:cubicBezTo>
                  <a:pt x="4534" y="5896"/>
                  <a:pt x="3943" y="6489"/>
                  <a:pt x="3217" y="6489"/>
                </a:cubicBezTo>
                <a:lnTo>
                  <a:pt x="3196" y="6489"/>
                </a:lnTo>
                <a:lnTo>
                  <a:pt x="3196" y="3221"/>
                </a:lnTo>
                <a:cubicBezTo>
                  <a:pt x="3198" y="2229"/>
                  <a:pt x="3940" y="1406"/>
                  <a:pt x="4897" y="1273"/>
                </a:cubicBezTo>
                <a:lnTo>
                  <a:pt x="4897" y="1273"/>
                </a:lnTo>
                <a:cubicBezTo>
                  <a:pt x="4875" y="1379"/>
                  <a:pt x="4862" y="1487"/>
                  <a:pt x="4862" y="1600"/>
                </a:cubicBezTo>
                <a:cubicBezTo>
                  <a:pt x="4862" y="1769"/>
                  <a:pt x="4998" y="1904"/>
                  <a:pt x="5166" y="1904"/>
                </a:cubicBezTo>
                <a:cubicBezTo>
                  <a:pt x="5334" y="1904"/>
                  <a:pt x="5469" y="1769"/>
                  <a:pt x="5469" y="1600"/>
                </a:cubicBezTo>
                <a:cubicBezTo>
                  <a:pt x="5469" y="1052"/>
                  <a:pt x="5916" y="606"/>
                  <a:pt x="6463" y="606"/>
                </a:cubicBezTo>
                <a:close/>
                <a:moveTo>
                  <a:pt x="8433" y="6443"/>
                </a:moveTo>
                <a:lnTo>
                  <a:pt x="8433" y="6849"/>
                </a:lnTo>
                <a:cubicBezTo>
                  <a:pt x="8327" y="6824"/>
                  <a:pt x="8213" y="6811"/>
                  <a:pt x="8088" y="6811"/>
                </a:cubicBezTo>
                <a:cubicBezTo>
                  <a:pt x="7966" y="6811"/>
                  <a:pt x="7849" y="6826"/>
                  <a:pt x="7741" y="6849"/>
                </a:cubicBezTo>
                <a:lnTo>
                  <a:pt x="7741" y="6443"/>
                </a:lnTo>
                <a:close/>
                <a:moveTo>
                  <a:pt x="7137" y="6446"/>
                </a:moveTo>
                <a:lnTo>
                  <a:pt x="7137" y="7440"/>
                </a:lnTo>
                <a:cubicBezTo>
                  <a:pt x="7137" y="7810"/>
                  <a:pt x="6837" y="8110"/>
                  <a:pt x="6467" y="8110"/>
                </a:cubicBezTo>
                <a:lnTo>
                  <a:pt x="5495" y="8110"/>
                </a:lnTo>
                <a:cubicBezTo>
                  <a:pt x="5304" y="8110"/>
                  <a:pt x="5148" y="7954"/>
                  <a:pt x="5148" y="7764"/>
                </a:cubicBezTo>
                <a:lnTo>
                  <a:pt x="5148" y="6446"/>
                </a:lnTo>
                <a:close/>
                <a:moveTo>
                  <a:pt x="11030" y="6446"/>
                </a:moveTo>
                <a:lnTo>
                  <a:pt x="11030" y="7764"/>
                </a:lnTo>
                <a:cubicBezTo>
                  <a:pt x="11030" y="7955"/>
                  <a:pt x="10875" y="8110"/>
                  <a:pt x="10686" y="8110"/>
                </a:cubicBezTo>
                <a:lnTo>
                  <a:pt x="9712" y="8110"/>
                </a:lnTo>
                <a:cubicBezTo>
                  <a:pt x="9344" y="8110"/>
                  <a:pt x="9044" y="7810"/>
                  <a:pt x="9044" y="7440"/>
                </a:cubicBezTo>
                <a:lnTo>
                  <a:pt x="9044" y="6446"/>
                </a:lnTo>
                <a:close/>
                <a:moveTo>
                  <a:pt x="4542" y="6569"/>
                </a:moveTo>
                <a:lnTo>
                  <a:pt x="4542" y="7764"/>
                </a:lnTo>
                <a:cubicBezTo>
                  <a:pt x="4542" y="8290"/>
                  <a:pt x="4969" y="8715"/>
                  <a:pt x="5496" y="8715"/>
                </a:cubicBezTo>
                <a:lnTo>
                  <a:pt x="6469" y="8715"/>
                </a:lnTo>
                <a:cubicBezTo>
                  <a:pt x="7154" y="8715"/>
                  <a:pt x="7714" y="8173"/>
                  <a:pt x="7743" y="7494"/>
                </a:cubicBezTo>
                <a:cubicBezTo>
                  <a:pt x="7790" y="7466"/>
                  <a:pt x="7910" y="7420"/>
                  <a:pt x="8090" y="7420"/>
                </a:cubicBezTo>
                <a:cubicBezTo>
                  <a:pt x="8270" y="7420"/>
                  <a:pt x="8390" y="7466"/>
                  <a:pt x="8435" y="7494"/>
                </a:cubicBezTo>
                <a:cubicBezTo>
                  <a:pt x="8464" y="8173"/>
                  <a:pt x="9025" y="8715"/>
                  <a:pt x="9711" y="8715"/>
                </a:cubicBezTo>
                <a:lnTo>
                  <a:pt x="10683" y="8715"/>
                </a:lnTo>
                <a:cubicBezTo>
                  <a:pt x="11209" y="8715"/>
                  <a:pt x="11637" y="8290"/>
                  <a:pt x="11637" y="7764"/>
                </a:cubicBezTo>
                <a:lnTo>
                  <a:pt x="11637" y="6820"/>
                </a:lnTo>
                <a:cubicBezTo>
                  <a:pt x="11816" y="6997"/>
                  <a:pt x="12053" y="7094"/>
                  <a:pt x="12306" y="7094"/>
                </a:cubicBezTo>
                <a:lnTo>
                  <a:pt x="12794" y="7094"/>
                </a:lnTo>
                <a:cubicBezTo>
                  <a:pt x="12937" y="7094"/>
                  <a:pt x="13074" y="7156"/>
                  <a:pt x="13170" y="7261"/>
                </a:cubicBezTo>
                <a:cubicBezTo>
                  <a:pt x="13268" y="7368"/>
                  <a:pt x="13313" y="7508"/>
                  <a:pt x="13298" y="7656"/>
                </a:cubicBezTo>
                <a:cubicBezTo>
                  <a:pt x="13273" y="7911"/>
                  <a:pt x="13031" y="8108"/>
                  <a:pt x="12747" y="8108"/>
                </a:cubicBezTo>
                <a:lnTo>
                  <a:pt x="12610" y="8108"/>
                </a:lnTo>
                <a:lnTo>
                  <a:pt x="12610" y="8091"/>
                </a:lnTo>
                <a:cubicBezTo>
                  <a:pt x="12610" y="7923"/>
                  <a:pt x="12474" y="7787"/>
                  <a:pt x="12306" y="7787"/>
                </a:cubicBezTo>
                <a:cubicBezTo>
                  <a:pt x="12139" y="7787"/>
                  <a:pt x="12003" y="7923"/>
                  <a:pt x="12003" y="8091"/>
                </a:cubicBezTo>
                <a:cubicBezTo>
                  <a:pt x="12003" y="8785"/>
                  <a:pt x="11819" y="9464"/>
                  <a:pt x="11470" y="10058"/>
                </a:cubicBezTo>
                <a:cubicBezTo>
                  <a:pt x="11425" y="10056"/>
                  <a:pt x="11380" y="10055"/>
                  <a:pt x="11333" y="10055"/>
                </a:cubicBezTo>
                <a:lnTo>
                  <a:pt x="9762" y="10055"/>
                </a:lnTo>
                <a:cubicBezTo>
                  <a:pt x="9431" y="9475"/>
                  <a:pt x="8805" y="9082"/>
                  <a:pt x="8090" y="9082"/>
                </a:cubicBezTo>
                <a:cubicBezTo>
                  <a:pt x="7027" y="9082"/>
                  <a:pt x="6163" y="9946"/>
                  <a:pt x="6163" y="11007"/>
                </a:cubicBezTo>
                <a:cubicBezTo>
                  <a:pt x="6163" y="11190"/>
                  <a:pt x="6190" y="11367"/>
                  <a:pt x="6236" y="11534"/>
                </a:cubicBezTo>
                <a:cubicBezTo>
                  <a:pt x="5745" y="11269"/>
                  <a:pt x="5309" y="10897"/>
                  <a:pt x="4968" y="10449"/>
                </a:cubicBezTo>
                <a:cubicBezTo>
                  <a:pt x="4450" y="9766"/>
                  <a:pt x="4175" y="8948"/>
                  <a:pt x="4175" y="8088"/>
                </a:cubicBezTo>
                <a:cubicBezTo>
                  <a:pt x="4175" y="7920"/>
                  <a:pt x="4040" y="7784"/>
                  <a:pt x="3871" y="7784"/>
                </a:cubicBezTo>
                <a:cubicBezTo>
                  <a:pt x="3704" y="7784"/>
                  <a:pt x="3568" y="7920"/>
                  <a:pt x="3568" y="8088"/>
                </a:cubicBezTo>
                <a:lnTo>
                  <a:pt x="3568" y="8108"/>
                </a:lnTo>
                <a:lnTo>
                  <a:pt x="3386" y="8108"/>
                </a:lnTo>
                <a:cubicBezTo>
                  <a:pt x="3243" y="8108"/>
                  <a:pt x="3106" y="8048"/>
                  <a:pt x="3010" y="7941"/>
                </a:cubicBezTo>
                <a:cubicBezTo>
                  <a:pt x="2911" y="7834"/>
                  <a:pt x="2867" y="7694"/>
                  <a:pt x="2881" y="7548"/>
                </a:cubicBezTo>
                <a:cubicBezTo>
                  <a:pt x="2906" y="7294"/>
                  <a:pt x="3148" y="7094"/>
                  <a:pt x="3433" y="7094"/>
                </a:cubicBezTo>
                <a:cubicBezTo>
                  <a:pt x="3747" y="7094"/>
                  <a:pt x="4277" y="6819"/>
                  <a:pt x="4542" y="6569"/>
                </a:cubicBezTo>
                <a:close/>
                <a:moveTo>
                  <a:pt x="8090" y="9689"/>
                </a:moveTo>
                <a:cubicBezTo>
                  <a:pt x="8817" y="9689"/>
                  <a:pt x="9408" y="10282"/>
                  <a:pt x="9408" y="11006"/>
                </a:cubicBezTo>
                <a:cubicBezTo>
                  <a:pt x="9408" y="11733"/>
                  <a:pt x="8817" y="12326"/>
                  <a:pt x="8090" y="12326"/>
                </a:cubicBezTo>
                <a:cubicBezTo>
                  <a:pt x="7362" y="12326"/>
                  <a:pt x="6770" y="11734"/>
                  <a:pt x="6770" y="11006"/>
                </a:cubicBezTo>
                <a:cubicBezTo>
                  <a:pt x="6770" y="10280"/>
                  <a:pt x="7362" y="9689"/>
                  <a:pt x="8090" y="9689"/>
                </a:cubicBezTo>
                <a:close/>
                <a:moveTo>
                  <a:pt x="11336" y="10660"/>
                </a:moveTo>
                <a:cubicBezTo>
                  <a:pt x="12779" y="10660"/>
                  <a:pt x="13951" y="11833"/>
                  <a:pt x="13951" y="13275"/>
                </a:cubicBezTo>
                <a:lnTo>
                  <a:pt x="13951" y="14288"/>
                </a:lnTo>
                <a:cubicBezTo>
                  <a:pt x="13902" y="14255"/>
                  <a:pt x="13850" y="14231"/>
                  <a:pt x="13793" y="14212"/>
                </a:cubicBezTo>
                <a:lnTo>
                  <a:pt x="12817" y="13912"/>
                </a:lnTo>
                <a:cubicBezTo>
                  <a:pt x="12755" y="13893"/>
                  <a:pt x="12693" y="13884"/>
                  <a:pt x="12631" y="13884"/>
                </a:cubicBezTo>
                <a:cubicBezTo>
                  <a:pt x="12498" y="13884"/>
                  <a:pt x="12368" y="13926"/>
                  <a:pt x="12259" y="14008"/>
                </a:cubicBezTo>
                <a:cubicBezTo>
                  <a:pt x="12209" y="14044"/>
                  <a:pt x="12167" y="14087"/>
                  <a:pt x="12132" y="14132"/>
                </a:cubicBezTo>
                <a:lnTo>
                  <a:pt x="11145" y="13841"/>
                </a:lnTo>
                <a:cubicBezTo>
                  <a:pt x="10861" y="13758"/>
                  <a:pt x="10665" y="13494"/>
                  <a:pt x="10665" y="13198"/>
                </a:cubicBezTo>
                <a:lnTo>
                  <a:pt x="10665" y="11960"/>
                </a:lnTo>
                <a:lnTo>
                  <a:pt x="11333" y="11960"/>
                </a:lnTo>
                <a:cubicBezTo>
                  <a:pt x="11957" y="11960"/>
                  <a:pt x="12500" y="12403"/>
                  <a:pt x="12626" y="13011"/>
                </a:cubicBezTo>
                <a:cubicBezTo>
                  <a:pt x="12654" y="13155"/>
                  <a:pt x="12781" y="13254"/>
                  <a:pt x="12924" y="13254"/>
                </a:cubicBezTo>
                <a:cubicBezTo>
                  <a:pt x="12944" y="13254"/>
                  <a:pt x="12966" y="13252"/>
                  <a:pt x="12986" y="13247"/>
                </a:cubicBezTo>
                <a:cubicBezTo>
                  <a:pt x="13150" y="13212"/>
                  <a:pt x="13254" y="13053"/>
                  <a:pt x="13221" y="12888"/>
                </a:cubicBezTo>
                <a:cubicBezTo>
                  <a:pt x="13038" y="11997"/>
                  <a:pt x="12246" y="11352"/>
                  <a:pt x="11336" y="11352"/>
                </a:cubicBezTo>
                <a:lnTo>
                  <a:pt x="9986" y="11352"/>
                </a:lnTo>
                <a:cubicBezTo>
                  <a:pt x="10008" y="11239"/>
                  <a:pt x="10018" y="11123"/>
                  <a:pt x="10018" y="11005"/>
                </a:cubicBezTo>
                <a:cubicBezTo>
                  <a:pt x="10018" y="10887"/>
                  <a:pt x="10008" y="10770"/>
                  <a:pt x="9986" y="10660"/>
                </a:cubicBezTo>
                <a:close/>
                <a:moveTo>
                  <a:pt x="10058" y="11960"/>
                </a:moveTo>
                <a:lnTo>
                  <a:pt x="10058" y="13198"/>
                </a:lnTo>
                <a:cubicBezTo>
                  <a:pt x="10058" y="13531"/>
                  <a:pt x="10189" y="13841"/>
                  <a:pt x="10408" y="14074"/>
                </a:cubicBezTo>
                <a:cubicBezTo>
                  <a:pt x="9761" y="14622"/>
                  <a:pt x="8948" y="14922"/>
                  <a:pt x="8090" y="14922"/>
                </a:cubicBezTo>
                <a:cubicBezTo>
                  <a:pt x="7232" y="14922"/>
                  <a:pt x="6419" y="14622"/>
                  <a:pt x="5773" y="14072"/>
                </a:cubicBezTo>
                <a:cubicBezTo>
                  <a:pt x="5990" y="13839"/>
                  <a:pt x="6123" y="13530"/>
                  <a:pt x="6123" y="13197"/>
                </a:cubicBezTo>
                <a:lnTo>
                  <a:pt x="6123" y="12156"/>
                </a:lnTo>
                <a:cubicBezTo>
                  <a:pt x="6333" y="12260"/>
                  <a:pt x="6553" y="12346"/>
                  <a:pt x="6777" y="12413"/>
                </a:cubicBezTo>
                <a:cubicBezTo>
                  <a:pt x="7123" y="12734"/>
                  <a:pt x="7583" y="12933"/>
                  <a:pt x="8090" y="12933"/>
                </a:cubicBezTo>
                <a:cubicBezTo>
                  <a:pt x="8804" y="12933"/>
                  <a:pt x="9431" y="12540"/>
                  <a:pt x="9762" y="11960"/>
                </a:cubicBezTo>
                <a:close/>
                <a:moveTo>
                  <a:pt x="6463" y="1"/>
                </a:moveTo>
                <a:cubicBezTo>
                  <a:pt x="5938" y="1"/>
                  <a:pt x="5469" y="256"/>
                  <a:pt x="5178" y="650"/>
                </a:cubicBezTo>
                <a:lnTo>
                  <a:pt x="5168" y="650"/>
                </a:lnTo>
                <a:cubicBezTo>
                  <a:pt x="3748" y="650"/>
                  <a:pt x="2593" y="1806"/>
                  <a:pt x="2593" y="3225"/>
                </a:cubicBezTo>
                <a:lnTo>
                  <a:pt x="2593" y="6839"/>
                </a:lnTo>
                <a:cubicBezTo>
                  <a:pt x="2420" y="7013"/>
                  <a:pt x="2303" y="7240"/>
                  <a:pt x="2277" y="7491"/>
                </a:cubicBezTo>
                <a:cubicBezTo>
                  <a:pt x="2246" y="7805"/>
                  <a:pt x="2349" y="8120"/>
                  <a:pt x="2560" y="8354"/>
                </a:cubicBezTo>
                <a:cubicBezTo>
                  <a:pt x="2770" y="8588"/>
                  <a:pt x="3071" y="8720"/>
                  <a:pt x="3386" y="8720"/>
                </a:cubicBezTo>
                <a:lnTo>
                  <a:pt x="3611" y="8720"/>
                </a:lnTo>
                <a:cubicBezTo>
                  <a:pt x="3715" y="9482"/>
                  <a:pt x="4012" y="10198"/>
                  <a:pt x="4484" y="10820"/>
                </a:cubicBezTo>
                <a:cubicBezTo>
                  <a:pt x="4774" y="11203"/>
                  <a:pt x="5122" y="11534"/>
                  <a:pt x="5513" y="11806"/>
                </a:cubicBezTo>
                <a:lnTo>
                  <a:pt x="5513" y="13202"/>
                </a:lnTo>
                <a:cubicBezTo>
                  <a:pt x="5513" y="13497"/>
                  <a:pt x="5315" y="13761"/>
                  <a:pt x="5034" y="13845"/>
                </a:cubicBezTo>
                <a:lnTo>
                  <a:pt x="4047" y="14136"/>
                </a:lnTo>
                <a:cubicBezTo>
                  <a:pt x="4011" y="14089"/>
                  <a:pt x="3970" y="14047"/>
                  <a:pt x="3920" y="14011"/>
                </a:cubicBezTo>
                <a:cubicBezTo>
                  <a:pt x="3809" y="13930"/>
                  <a:pt x="3681" y="13888"/>
                  <a:pt x="3549" y="13888"/>
                </a:cubicBezTo>
                <a:cubicBezTo>
                  <a:pt x="3487" y="13888"/>
                  <a:pt x="3423" y="13898"/>
                  <a:pt x="3361" y="13917"/>
                </a:cubicBezTo>
                <a:lnTo>
                  <a:pt x="2389" y="14219"/>
                </a:lnTo>
                <a:cubicBezTo>
                  <a:pt x="2146" y="14295"/>
                  <a:pt x="1976" y="14505"/>
                  <a:pt x="1950" y="14753"/>
                </a:cubicBezTo>
                <a:lnTo>
                  <a:pt x="1615" y="14852"/>
                </a:lnTo>
                <a:cubicBezTo>
                  <a:pt x="665" y="15132"/>
                  <a:pt x="1" y="16019"/>
                  <a:pt x="1" y="17010"/>
                </a:cubicBezTo>
                <a:lnTo>
                  <a:pt x="1" y="20420"/>
                </a:lnTo>
                <a:cubicBezTo>
                  <a:pt x="1" y="20587"/>
                  <a:pt x="136" y="20723"/>
                  <a:pt x="305" y="20723"/>
                </a:cubicBezTo>
                <a:cubicBezTo>
                  <a:pt x="472" y="20723"/>
                  <a:pt x="608" y="20587"/>
                  <a:pt x="608" y="20420"/>
                </a:cubicBezTo>
                <a:lnTo>
                  <a:pt x="608" y="17010"/>
                </a:lnTo>
                <a:cubicBezTo>
                  <a:pt x="608" y="16286"/>
                  <a:pt x="1092" y="15637"/>
                  <a:pt x="1789" y="15433"/>
                </a:cubicBezTo>
                <a:lnTo>
                  <a:pt x="1949" y="15386"/>
                </a:lnTo>
                <a:lnTo>
                  <a:pt x="1949" y="20417"/>
                </a:lnTo>
                <a:cubicBezTo>
                  <a:pt x="1949" y="20586"/>
                  <a:pt x="2084" y="20722"/>
                  <a:pt x="2253" y="20722"/>
                </a:cubicBezTo>
                <a:cubicBezTo>
                  <a:pt x="2420" y="20722"/>
                  <a:pt x="2556" y="20586"/>
                  <a:pt x="2556" y="20417"/>
                </a:cubicBezTo>
                <a:lnTo>
                  <a:pt x="2556" y="14818"/>
                </a:lnTo>
                <a:cubicBezTo>
                  <a:pt x="2556" y="14809"/>
                  <a:pt x="2561" y="14801"/>
                  <a:pt x="2570" y="14798"/>
                </a:cubicBezTo>
                <a:lnTo>
                  <a:pt x="3543" y="14495"/>
                </a:lnTo>
                <a:cubicBezTo>
                  <a:pt x="3545" y="14494"/>
                  <a:pt x="3548" y="14493"/>
                  <a:pt x="3551" y="14493"/>
                </a:cubicBezTo>
                <a:cubicBezTo>
                  <a:pt x="3554" y="14493"/>
                  <a:pt x="3558" y="14494"/>
                  <a:pt x="3561" y="14498"/>
                </a:cubicBezTo>
                <a:cubicBezTo>
                  <a:pt x="3570" y="14505"/>
                  <a:pt x="3570" y="14512"/>
                  <a:pt x="3570" y="14515"/>
                </a:cubicBezTo>
                <a:lnTo>
                  <a:pt x="3570" y="20417"/>
                </a:lnTo>
                <a:cubicBezTo>
                  <a:pt x="3570" y="20586"/>
                  <a:pt x="3705" y="20722"/>
                  <a:pt x="3874" y="20722"/>
                </a:cubicBezTo>
                <a:cubicBezTo>
                  <a:pt x="4041" y="20722"/>
                  <a:pt x="4177" y="20586"/>
                  <a:pt x="4177" y="20417"/>
                </a:cubicBezTo>
                <a:lnTo>
                  <a:pt x="4177" y="14729"/>
                </a:lnTo>
                <a:lnTo>
                  <a:pt x="5206" y="14425"/>
                </a:lnTo>
                <a:cubicBezTo>
                  <a:pt x="5218" y="14422"/>
                  <a:pt x="5231" y="14418"/>
                  <a:pt x="5241" y="14412"/>
                </a:cubicBezTo>
                <a:cubicBezTo>
                  <a:pt x="6019" y="15133"/>
                  <a:pt x="7024" y="15529"/>
                  <a:pt x="8090" y="15529"/>
                </a:cubicBezTo>
                <a:cubicBezTo>
                  <a:pt x="9155" y="15529"/>
                  <a:pt x="10161" y="15133"/>
                  <a:pt x="10939" y="14412"/>
                </a:cubicBezTo>
                <a:cubicBezTo>
                  <a:pt x="10950" y="14416"/>
                  <a:pt x="10962" y="14422"/>
                  <a:pt x="10973" y="14425"/>
                </a:cubicBezTo>
                <a:lnTo>
                  <a:pt x="12003" y="14729"/>
                </a:lnTo>
                <a:lnTo>
                  <a:pt x="12003" y="20417"/>
                </a:lnTo>
                <a:cubicBezTo>
                  <a:pt x="12003" y="20586"/>
                  <a:pt x="12139" y="20722"/>
                  <a:pt x="12307" y="20722"/>
                </a:cubicBezTo>
                <a:cubicBezTo>
                  <a:pt x="12474" y="20722"/>
                  <a:pt x="12610" y="20586"/>
                  <a:pt x="12610" y="20417"/>
                </a:cubicBezTo>
                <a:lnTo>
                  <a:pt x="12610" y="14515"/>
                </a:lnTo>
                <a:cubicBezTo>
                  <a:pt x="12610" y="14511"/>
                  <a:pt x="12610" y="14504"/>
                  <a:pt x="12619" y="14498"/>
                </a:cubicBezTo>
                <a:cubicBezTo>
                  <a:pt x="12625" y="14495"/>
                  <a:pt x="12629" y="14495"/>
                  <a:pt x="12632" y="14495"/>
                </a:cubicBezTo>
                <a:cubicBezTo>
                  <a:pt x="12634" y="14495"/>
                  <a:pt x="12635" y="14495"/>
                  <a:pt x="12637" y="14495"/>
                </a:cubicBezTo>
                <a:lnTo>
                  <a:pt x="13610" y="14798"/>
                </a:lnTo>
                <a:cubicBezTo>
                  <a:pt x="13618" y="14801"/>
                  <a:pt x="13624" y="14809"/>
                  <a:pt x="13624" y="14818"/>
                </a:cubicBezTo>
                <a:lnTo>
                  <a:pt x="13624" y="20417"/>
                </a:lnTo>
                <a:cubicBezTo>
                  <a:pt x="13624" y="20586"/>
                  <a:pt x="13760" y="20722"/>
                  <a:pt x="13928" y="20722"/>
                </a:cubicBezTo>
                <a:cubicBezTo>
                  <a:pt x="14095" y="20722"/>
                  <a:pt x="14231" y="20586"/>
                  <a:pt x="14231" y="20417"/>
                </a:cubicBezTo>
                <a:lnTo>
                  <a:pt x="14231" y="15386"/>
                </a:lnTo>
                <a:lnTo>
                  <a:pt x="14389" y="15433"/>
                </a:lnTo>
                <a:cubicBezTo>
                  <a:pt x="15085" y="15637"/>
                  <a:pt x="15571" y="16284"/>
                  <a:pt x="15571" y="17010"/>
                </a:cubicBezTo>
                <a:lnTo>
                  <a:pt x="15571" y="20420"/>
                </a:lnTo>
                <a:cubicBezTo>
                  <a:pt x="15571" y="20587"/>
                  <a:pt x="15706" y="20723"/>
                  <a:pt x="15873" y="20723"/>
                </a:cubicBezTo>
                <a:cubicBezTo>
                  <a:pt x="16042" y="20723"/>
                  <a:pt x="16178" y="20587"/>
                  <a:pt x="16178" y="20420"/>
                </a:cubicBezTo>
                <a:lnTo>
                  <a:pt x="16178" y="17010"/>
                </a:lnTo>
                <a:cubicBezTo>
                  <a:pt x="16178" y="16015"/>
                  <a:pt x="15513" y="15126"/>
                  <a:pt x="14564" y="14846"/>
                </a:cubicBezTo>
                <a:lnTo>
                  <a:pt x="14557" y="14845"/>
                </a:lnTo>
                <a:lnTo>
                  <a:pt x="14557" y="13277"/>
                </a:lnTo>
                <a:cubicBezTo>
                  <a:pt x="14557" y="11769"/>
                  <a:pt x="13515" y="10499"/>
                  <a:pt x="12112" y="10149"/>
                </a:cubicBezTo>
                <a:cubicBezTo>
                  <a:pt x="12343" y="9699"/>
                  <a:pt x="12496" y="9217"/>
                  <a:pt x="12566" y="8714"/>
                </a:cubicBezTo>
                <a:lnTo>
                  <a:pt x="12746" y="8714"/>
                </a:lnTo>
                <a:cubicBezTo>
                  <a:pt x="13337" y="8714"/>
                  <a:pt x="13844" y="8275"/>
                  <a:pt x="13901" y="7714"/>
                </a:cubicBezTo>
                <a:cubicBezTo>
                  <a:pt x="13932" y="7400"/>
                  <a:pt x="13830" y="7086"/>
                  <a:pt x="13618" y="6854"/>
                </a:cubicBezTo>
                <a:cubicBezTo>
                  <a:pt x="13607" y="6840"/>
                  <a:pt x="13593" y="6826"/>
                  <a:pt x="13580" y="6813"/>
                </a:cubicBezTo>
                <a:lnTo>
                  <a:pt x="13580" y="4197"/>
                </a:lnTo>
                <a:cubicBezTo>
                  <a:pt x="13580" y="1883"/>
                  <a:pt x="11696" y="1"/>
                  <a:pt x="93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218" name="Google Shape;2562;p47"/>
          <p:cNvGrpSpPr/>
          <p:nvPr/>
        </p:nvGrpSpPr>
        <p:grpSpPr>
          <a:xfrm>
            <a:off x="7732080" y="4457520"/>
            <a:ext cx="536760" cy="685440"/>
            <a:chOff x="7732080" y="4457520"/>
            <a:chExt cx="536760" cy="685440"/>
          </a:xfrm>
        </p:grpSpPr>
        <p:sp>
          <p:nvSpPr>
            <p:cNvPr id="2219" name="Google Shape;2563;p47"/>
            <p:cNvSpPr/>
            <p:nvPr/>
          </p:nvSpPr>
          <p:spPr>
            <a:xfrm>
              <a:off x="792576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7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20" name="Google Shape;2564;p47"/>
            <p:cNvSpPr/>
            <p:nvPr/>
          </p:nvSpPr>
          <p:spPr>
            <a:xfrm>
              <a:off x="805500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21" name="Google Shape;2565;p47"/>
            <p:cNvSpPr/>
            <p:nvPr/>
          </p:nvSpPr>
          <p:spPr>
            <a:xfrm>
              <a:off x="7979040" y="4844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0" h="608">
                  <a:moveTo>
                    <a:pt x="305" y="0"/>
                  </a:moveTo>
                  <a:cubicBezTo>
                    <a:pt x="137" y="0"/>
                    <a:pt x="0" y="136"/>
                    <a:pt x="0" y="305"/>
                  </a:cubicBezTo>
                  <a:cubicBezTo>
                    <a:pt x="0" y="472"/>
                    <a:pt x="137" y="607"/>
                    <a:pt x="305" y="607"/>
                  </a:cubicBezTo>
                  <a:lnTo>
                    <a:pt x="947" y="607"/>
                  </a:lnTo>
                  <a:cubicBezTo>
                    <a:pt x="1116" y="607"/>
                    <a:pt x="1250" y="472"/>
                    <a:pt x="1250" y="305"/>
                  </a:cubicBezTo>
                  <a:cubicBezTo>
                    <a:pt x="1250" y="136"/>
                    <a:pt x="1114" y="0"/>
                    <a:pt x="9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22" name="Google Shape;2566;p47"/>
            <p:cNvSpPr/>
            <p:nvPr/>
          </p:nvSpPr>
          <p:spPr>
            <a:xfrm>
              <a:off x="7923240" y="48020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6" h="1061">
                  <a:moveTo>
                    <a:pt x="347" y="0"/>
                  </a:moveTo>
                  <a:cubicBezTo>
                    <a:pt x="250" y="0"/>
                    <a:pt x="153" y="47"/>
                    <a:pt x="94" y="135"/>
                  </a:cubicBezTo>
                  <a:cubicBezTo>
                    <a:pt x="1" y="274"/>
                    <a:pt x="38" y="462"/>
                    <a:pt x="178" y="557"/>
                  </a:cubicBezTo>
                  <a:lnTo>
                    <a:pt x="612" y="845"/>
                  </a:lnTo>
                  <a:cubicBezTo>
                    <a:pt x="826" y="988"/>
                    <a:pt x="1072" y="1061"/>
                    <a:pt x="1321" y="1061"/>
                  </a:cubicBezTo>
                  <a:cubicBezTo>
                    <a:pt x="1566" y="1061"/>
                    <a:pt x="1813" y="989"/>
                    <a:pt x="2029" y="845"/>
                  </a:cubicBezTo>
                  <a:lnTo>
                    <a:pt x="2105" y="795"/>
                  </a:lnTo>
                  <a:cubicBezTo>
                    <a:pt x="2162" y="757"/>
                    <a:pt x="2229" y="737"/>
                    <a:pt x="2296" y="737"/>
                  </a:cubicBezTo>
                  <a:cubicBezTo>
                    <a:pt x="2362" y="737"/>
                    <a:pt x="2429" y="757"/>
                    <a:pt x="2486" y="795"/>
                  </a:cubicBezTo>
                  <a:lnTo>
                    <a:pt x="2560" y="845"/>
                  </a:lnTo>
                  <a:cubicBezTo>
                    <a:pt x="2775" y="989"/>
                    <a:pt x="3022" y="1060"/>
                    <a:pt x="3268" y="1060"/>
                  </a:cubicBezTo>
                  <a:cubicBezTo>
                    <a:pt x="3514" y="1060"/>
                    <a:pt x="3761" y="989"/>
                    <a:pt x="3976" y="845"/>
                  </a:cubicBezTo>
                  <a:lnTo>
                    <a:pt x="4408" y="557"/>
                  </a:lnTo>
                  <a:cubicBezTo>
                    <a:pt x="4548" y="464"/>
                    <a:pt x="4585" y="274"/>
                    <a:pt x="4493" y="135"/>
                  </a:cubicBezTo>
                  <a:cubicBezTo>
                    <a:pt x="4434" y="47"/>
                    <a:pt x="4338" y="0"/>
                    <a:pt x="4240" y="0"/>
                  </a:cubicBezTo>
                  <a:cubicBezTo>
                    <a:pt x="4182" y="0"/>
                    <a:pt x="4123" y="17"/>
                    <a:pt x="4071" y="51"/>
                  </a:cubicBezTo>
                  <a:lnTo>
                    <a:pt x="3637" y="340"/>
                  </a:lnTo>
                  <a:cubicBezTo>
                    <a:pt x="3524" y="415"/>
                    <a:pt x="3395" y="452"/>
                    <a:pt x="3266" y="452"/>
                  </a:cubicBezTo>
                  <a:cubicBezTo>
                    <a:pt x="3136" y="452"/>
                    <a:pt x="3007" y="415"/>
                    <a:pt x="2894" y="340"/>
                  </a:cubicBezTo>
                  <a:lnTo>
                    <a:pt x="2822" y="292"/>
                  </a:lnTo>
                  <a:cubicBezTo>
                    <a:pt x="2661" y="185"/>
                    <a:pt x="2477" y="132"/>
                    <a:pt x="2293" y="132"/>
                  </a:cubicBezTo>
                  <a:cubicBezTo>
                    <a:pt x="2109" y="132"/>
                    <a:pt x="1925" y="185"/>
                    <a:pt x="1765" y="292"/>
                  </a:cubicBezTo>
                  <a:lnTo>
                    <a:pt x="1692" y="340"/>
                  </a:lnTo>
                  <a:cubicBezTo>
                    <a:pt x="1578" y="415"/>
                    <a:pt x="1449" y="452"/>
                    <a:pt x="1320" y="452"/>
                  </a:cubicBezTo>
                  <a:cubicBezTo>
                    <a:pt x="1190" y="452"/>
                    <a:pt x="1061" y="415"/>
                    <a:pt x="949" y="340"/>
                  </a:cubicBezTo>
                  <a:lnTo>
                    <a:pt x="515" y="51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23" name="Google Shape;2567;p47"/>
            <p:cNvSpPr/>
            <p:nvPr/>
          </p:nvSpPr>
          <p:spPr>
            <a:xfrm>
              <a:off x="773208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5" h="20725">
                  <a:moveTo>
                    <a:pt x="8752" y="2233"/>
                  </a:moveTo>
                  <a:lnTo>
                    <a:pt x="8752" y="3227"/>
                  </a:lnTo>
                  <a:cubicBezTo>
                    <a:pt x="8752" y="3596"/>
                    <a:pt x="8452" y="3896"/>
                    <a:pt x="8082" y="3896"/>
                  </a:cubicBezTo>
                  <a:cubicBezTo>
                    <a:pt x="7712" y="3896"/>
                    <a:pt x="7412" y="3596"/>
                    <a:pt x="7412" y="3227"/>
                  </a:cubicBezTo>
                  <a:lnTo>
                    <a:pt x="7412" y="2233"/>
                  </a:lnTo>
                  <a:close/>
                  <a:moveTo>
                    <a:pt x="8082" y="607"/>
                  </a:moveTo>
                  <a:cubicBezTo>
                    <a:pt x="9430" y="607"/>
                    <a:pt x="10724" y="914"/>
                    <a:pt x="11824" y="1498"/>
                  </a:cubicBezTo>
                  <a:cubicBezTo>
                    <a:pt x="12887" y="2061"/>
                    <a:pt x="13694" y="2837"/>
                    <a:pt x="14159" y="3744"/>
                  </a:cubicBezTo>
                  <a:cubicBezTo>
                    <a:pt x="14318" y="4055"/>
                    <a:pt x="14305" y="4418"/>
                    <a:pt x="14123" y="4715"/>
                  </a:cubicBezTo>
                  <a:cubicBezTo>
                    <a:pt x="13941" y="5013"/>
                    <a:pt x="13624" y="5193"/>
                    <a:pt x="13272" y="5193"/>
                  </a:cubicBezTo>
                  <a:lnTo>
                    <a:pt x="13252" y="5193"/>
                  </a:lnTo>
                  <a:lnTo>
                    <a:pt x="13252" y="4849"/>
                  </a:lnTo>
                  <a:cubicBezTo>
                    <a:pt x="13252" y="4325"/>
                    <a:pt x="12825" y="3896"/>
                    <a:pt x="12301" y="3896"/>
                  </a:cubicBezTo>
                  <a:lnTo>
                    <a:pt x="9169" y="3896"/>
                  </a:lnTo>
                  <a:cubicBezTo>
                    <a:pt x="9291" y="3701"/>
                    <a:pt x="9361" y="3471"/>
                    <a:pt x="9361" y="3227"/>
                  </a:cubicBezTo>
                  <a:lnTo>
                    <a:pt x="9361" y="1928"/>
                  </a:lnTo>
                  <a:cubicBezTo>
                    <a:pt x="9361" y="1761"/>
                    <a:pt x="9225" y="1626"/>
                    <a:pt x="9056" y="1626"/>
                  </a:cubicBezTo>
                  <a:lnTo>
                    <a:pt x="7111" y="1626"/>
                  </a:lnTo>
                  <a:cubicBezTo>
                    <a:pt x="6943" y="1626"/>
                    <a:pt x="6807" y="1761"/>
                    <a:pt x="6807" y="1928"/>
                  </a:cubicBezTo>
                  <a:lnTo>
                    <a:pt x="6807" y="3227"/>
                  </a:lnTo>
                  <a:cubicBezTo>
                    <a:pt x="6807" y="3472"/>
                    <a:pt x="6877" y="3701"/>
                    <a:pt x="6998" y="3896"/>
                  </a:cubicBezTo>
                  <a:lnTo>
                    <a:pt x="3868" y="3896"/>
                  </a:lnTo>
                  <a:cubicBezTo>
                    <a:pt x="3342" y="3896"/>
                    <a:pt x="2917" y="4322"/>
                    <a:pt x="2917" y="4849"/>
                  </a:cubicBezTo>
                  <a:lnTo>
                    <a:pt x="2917" y="5195"/>
                  </a:lnTo>
                  <a:lnTo>
                    <a:pt x="2892" y="5195"/>
                  </a:lnTo>
                  <a:lnTo>
                    <a:pt x="2892" y="5193"/>
                  </a:lnTo>
                  <a:cubicBezTo>
                    <a:pt x="2542" y="5193"/>
                    <a:pt x="2225" y="5015"/>
                    <a:pt x="2043" y="4715"/>
                  </a:cubicBezTo>
                  <a:cubicBezTo>
                    <a:pt x="1861" y="4418"/>
                    <a:pt x="1847" y="4055"/>
                    <a:pt x="2005" y="3744"/>
                  </a:cubicBezTo>
                  <a:cubicBezTo>
                    <a:pt x="2471" y="2837"/>
                    <a:pt x="3278" y="2063"/>
                    <a:pt x="4341" y="1498"/>
                  </a:cubicBezTo>
                  <a:cubicBezTo>
                    <a:pt x="5440" y="916"/>
                    <a:pt x="6734" y="607"/>
                    <a:pt x="8082" y="607"/>
                  </a:cubicBezTo>
                  <a:close/>
                  <a:moveTo>
                    <a:pt x="12300" y="4503"/>
                  </a:moveTo>
                  <a:cubicBezTo>
                    <a:pt x="12490" y="4503"/>
                    <a:pt x="12644" y="4658"/>
                    <a:pt x="12644" y="4849"/>
                  </a:cubicBezTo>
                  <a:lnTo>
                    <a:pt x="12644" y="5843"/>
                  </a:lnTo>
                  <a:lnTo>
                    <a:pt x="11001" y="5843"/>
                  </a:lnTo>
                  <a:cubicBezTo>
                    <a:pt x="10833" y="5843"/>
                    <a:pt x="10697" y="5979"/>
                    <a:pt x="10697" y="6147"/>
                  </a:cubicBezTo>
                  <a:cubicBezTo>
                    <a:pt x="10697" y="6314"/>
                    <a:pt x="10833" y="6450"/>
                    <a:pt x="11001" y="6450"/>
                  </a:cubicBezTo>
                  <a:lnTo>
                    <a:pt x="12481" y="6450"/>
                  </a:lnTo>
                  <a:cubicBezTo>
                    <a:pt x="12251" y="6674"/>
                    <a:pt x="11817" y="6875"/>
                    <a:pt x="11426" y="7005"/>
                  </a:cubicBezTo>
                  <a:cubicBezTo>
                    <a:pt x="10537" y="7302"/>
                    <a:pt x="9349" y="7464"/>
                    <a:pt x="8082" y="7464"/>
                  </a:cubicBezTo>
                  <a:cubicBezTo>
                    <a:pt x="6813" y="7464"/>
                    <a:pt x="5626" y="7301"/>
                    <a:pt x="4738" y="7005"/>
                  </a:cubicBezTo>
                  <a:cubicBezTo>
                    <a:pt x="4348" y="6875"/>
                    <a:pt x="3912" y="6674"/>
                    <a:pt x="3682" y="6450"/>
                  </a:cubicBezTo>
                  <a:lnTo>
                    <a:pt x="9703" y="6450"/>
                  </a:lnTo>
                  <a:cubicBezTo>
                    <a:pt x="9870" y="6450"/>
                    <a:pt x="10006" y="6314"/>
                    <a:pt x="10006" y="6147"/>
                  </a:cubicBezTo>
                  <a:cubicBezTo>
                    <a:pt x="10006" y="5979"/>
                    <a:pt x="9870" y="5843"/>
                    <a:pt x="9703" y="5843"/>
                  </a:cubicBezTo>
                  <a:lnTo>
                    <a:pt x="3519" y="5843"/>
                  </a:lnTo>
                  <a:lnTo>
                    <a:pt x="3519" y="4849"/>
                  </a:lnTo>
                  <a:cubicBezTo>
                    <a:pt x="3519" y="4658"/>
                    <a:pt x="3675" y="4503"/>
                    <a:pt x="3865" y="4503"/>
                  </a:cubicBezTo>
                  <a:close/>
                  <a:moveTo>
                    <a:pt x="12645" y="7097"/>
                  </a:moveTo>
                  <a:lnTo>
                    <a:pt x="12645" y="8112"/>
                  </a:lnTo>
                  <a:lnTo>
                    <a:pt x="12301" y="8112"/>
                  </a:lnTo>
                  <a:cubicBezTo>
                    <a:pt x="12208" y="8112"/>
                    <a:pt x="12123" y="8077"/>
                    <a:pt x="12057" y="8011"/>
                  </a:cubicBezTo>
                  <a:cubicBezTo>
                    <a:pt x="11993" y="7947"/>
                    <a:pt x="11957" y="7859"/>
                    <a:pt x="11957" y="7767"/>
                  </a:cubicBezTo>
                  <a:lnTo>
                    <a:pt x="11957" y="7457"/>
                  </a:lnTo>
                  <a:lnTo>
                    <a:pt x="11954" y="7457"/>
                  </a:lnTo>
                  <a:cubicBezTo>
                    <a:pt x="12240" y="7341"/>
                    <a:pt x="12467" y="7220"/>
                    <a:pt x="12645" y="7097"/>
                  </a:cubicBezTo>
                  <a:close/>
                  <a:moveTo>
                    <a:pt x="3519" y="7098"/>
                  </a:moveTo>
                  <a:cubicBezTo>
                    <a:pt x="3698" y="7220"/>
                    <a:pt x="3924" y="7342"/>
                    <a:pt x="4211" y="7457"/>
                  </a:cubicBezTo>
                  <a:lnTo>
                    <a:pt x="4211" y="7768"/>
                  </a:lnTo>
                  <a:cubicBezTo>
                    <a:pt x="4211" y="7959"/>
                    <a:pt x="4055" y="8114"/>
                    <a:pt x="3866" y="8114"/>
                  </a:cubicBezTo>
                  <a:lnTo>
                    <a:pt x="3519" y="8114"/>
                  </a:lnTo>
                  <a:lnTo>
                    <a:pt x="3519" y="7098"/>
                  </a:lnTo>
                  <a:close/>
                  <a:moveTo>
                    <a:pt x="11347" y="7662"/>
                  </a:moveTo>
                  <a:lnTo>
                    <a:pt x="11347" y="7767"/>
                  </a:lnTo>
                  <a:cubicBezTo>
                    <a:pt x="11347" y="8019"/>
                    <a:pt x="11446" y="8259"/>
                    <a:pt x="11626" y="8439"/>
                  </a:cubicBezTo>
                  <a:cubicBezTo>
                    <a:pt x="11806" y="8619"/>
                    <a:pt x="12045" y="8718"/>
                    <a:pt x="12300" y="8718"/>
                  </a:cubicBezTo>
                  <a:lnTo>
                    <a:pt x="12785" y="8718"/>
                  </a:lnTo>
                  <a:cubicBezTo>
                    <a:pt x="12928" y="8718"/>
                    <a:pt x="13065" y="8778"/>
                    <a:pt x="13161" y="8885"/>
                  </a:cubicBezTo>
                  <a:cubicBezTo>
                    <a:pt x="13259" y="8992"/>
                    <a:pt x="13304" y="9133"/>
                    <a:pt x="13289" y="9280"/>
                  </a:cubicBezTo>
                  <a:cubicBezTo>
                    <a:pt x="13265" y="9533"/>
                    <a:pt x="13022" y="9733"/>
                    <a:pt x="12738" y="9733"/>
                  </a:cubicBezTo>
                  <a:lnTo>
                    <a:pt x="12601" y="9733"/>
                  </a:lnTo>
                  <a:lnTo>
                    <a:pt x="12601" y="9716"/>
                  </a:lnTo>
                  <a:cubicBezTo>
                    <a:pt x="12601" y="9548"/>
                    <a:pt x="12465" y="9412"/>
                    <a:pt x="12297" y="9412"/>
                  </a:cubicBezTo>
                  <a:cubicBezTo>
                    <a:pt x="12130" y="9412"/>
                    <a:pt x="11994" y="9548"/>
                    <a:pt x="11994" y="9716"/>
                  </a:cubicBezTo>
                  <a:cubicBezTo>
                    <a:pt x="11993" y="11873"/>
                    <a:pt x="10237" y="13625"/>
                    <a:pt x="8081" y="13625"/>
                  </a:cubicBezTo>
                  <a:cubicBezTo>
                    <a:pt x="8080" y="13625"/>
                    <a:pt x="8079" y="13625"/>
                    <a:pt x="8078" y="13625"/>
                  </a:cubicBezTo>
                  <a:cubicBezTo>
                    <a:pt x="5923" y="13625"/>
                    <a:pt x="4169" y="11870"/>
                    <a:pt x="4169" y="9713"/>
                  </a:cubicBezTo>
                  <a:cubicBezTo>
                    <a:pt x="4169" y="9546"/>
                    <a:pt x="4033" y="9410"/>
                    <a:pt x="3865" y="9410"/>
                  </a:cubicBezTo>
                  <a:cubicBezTo>
                    <a:pt x="3698" y="9410"/>
                    <a:pt x="3562" y="9546"/>
                    <a:pt x="3562" y="9713"/>
                  </a:cubicBezTo>
                  <a:lnTo>
                    <a:pt x="3562" y="9735"/>
                  </a:lnTo>
                  <a:lnTo>
                    <a:pt x="3378" y="9735"/>
                  </a:lnTo>
                  <a:cubicBezTo>
                    <a:pt x="3235" y="9735"/>
                    <a:pt x="3098" y="9675"/>
                    <a:pt x="3002" y="9568"/>
                  </a:cubicBezTo>
                  <a:cubicBezTo>
                    <a:pt x="2904" y="9460"/>
                    <a:pt x="2860" y="9319"/>
                    <a:pt x="2872" y="9173"/>
                  </a:cubicBezTo>
                  <a:cubicBezTo>
                    <a:pt x="2900" y="8919"/>
                    <a:pt x="3141" y="8719"/>
                    <a:pt x="3425" y="8719"/>
                  </a:cubicBezTo>
                  <a:lnTo>
                    <a:pt x="3864" y="8719"/>
                  </a:lnTo>
                  <a:cubicBezTo>
                    <a:pt x="4389" y="8719"/>
                    <a:pt x="4818" y="8292"/>
                    <a:pt x="4818" y="7767"/>
                  </a:cubicBezTo>
                  <a:lnTo>
                    <a:pt x="4818" y="7662"/>
                  </a:lnTo>
                  <a:cubicBezTo>
                    <a:pt x="5727" y="7925"/>
                    <a:pt x="6874" y="8069"/>
                    <a:pt x="8082" y="8069"/>
                  </a:cubicBezTo>
                  <a:cubicBezTo>
                    <a:pt x="9291" y="8069"/>
                    <a:pt x="10434" y="7927"/>
                    <a:pt x="11347" y="7662"/>
                  </a:cubicBezTo>
                  <a:close/>
                  <a:moveTo>
                    <a:pt x="6110" y="13782"/>
                  </a:moveTo>
                  <a:cubicBezTo>
                    <a:pt x="6706" y="14070"/>
                    <a:pt x="7374" y="14235"/>
                    <a:pt x="8081" y="14235"/>
                  </a:cubicBezTo>
                  <a:cubicBezTo>
                    <a:pt x="8784" y="14235"/>
                    <a:pt x="9450" y="14075"/>
                    <a:pt x="10045" y="13785"/>
                  </a:cubicBezTo>
                  <a:lnTo>
                    <a:pt x="10045" y="14438"/>
                  </a:lnTo>
                  <a:lnTo>
                    <a:pt x="8077" y="15530"/>
                  </a:lnTo>
                  <a:lnTo>
                    <a:pt x="7340" y="15119"/>
                  </a:lnTo>
                  <a:cubicBezTo>
                    <a:pt x="7293" y="15093"/>
                    <a:pt x="7242" y="15081"/>
                    <a:pt x="7192" y="15081"/>
                  </a:cubicBezTo>
                  <a:cubicBezTo>
                    <a:pt x="7085" y="15081"/>
                    <a:pt x="6981" y="15137"/>
                    <a:pt x="6927" y="15237"/>
                  </a:cubicBezTo>
                  <a:cubicBezTo>
                    <a:pt x="6846" y="15383"/>
                    <a:pt x="6898" y="15569"/>
                    <a:pt x="7045" y="15650"/>
                  </a:cubicBezTo>
                  <a:lnTo>
                    <a:pt x="7548" y="15930"/>
                  </a:lnTo>
                  <a:lnTo>
                    <a:pt x="5909" y="17338"/>
                  </a:lnTo>
                  <a:cubicBezTo>
                    <a:pt x="5906" y="17339"/>
                    <a:pt x="5902" y="17344"/>
                    <a:pt x="5894" y="17344"/>
                  </a:cubicBezTo>
                  <a:cubicBezTo>
                    <a:pt x="5892" y="17344"/>
                    <a:pt x="5891" y="17344"/>
                    <a:pt x="5890" y="17344"/>
                  </a:cubicBezTo>
                  <a:cubicBezTo>
                    <a:pt x="5882" y="17342"/>
                    <a:pt x="5877" y="17337"/>
                    <a:pt x="5876" y="17332"/>
                  </a:cubicBezTo>
                  <a:lnTo>
                    <a:pt x="4855" y="15544"/>
                  </a:lnTo>
                  <a:lnTo>
                    <a:pt x="5280" y="14695"/>
                  </a:lnTo>
                  <a:cubicBezTo>
                    <a:pt x="5280" y="14692"/>
                    <a:pt x="5283" y="14686"/>
                    <a:pt x="5292" y="14683"/>
                  </a:cubicBezTo>
                  <a:cubicBezTo>
                    <a:pt x="5293" y="14683"/>
                    <a:pt x="5294" y="14683"/>
                    <a:pt x="5296" y="14683"/>
                  </a:cubicBezTo>
                  <a:cubicBezTo>
                    <a:pt x="5303" y="14683"/>
                    <a:pt x="5306" y="14686"/>
                    <a:pt x="5309" y="14686"/>
                  </a:cubicBezTo>
                  <a:lnTo>
                    <a:pt x="5970" y="15053"/>
                  </a:lnTo>
                  <a:cubicBezTo>
                    <a:pt x="6017" y="15079"/>
                    <a:pt x="6068" y="15092"/>
                    <a:pt x="6118" y="15092"/>
                  </a:cubicBezTo>
                  <a:cubicBezTo>
                    <a:pt x="6224" y="15092"/>
                    <a:pt x="6327" y="15035"/>
                    <a:pt x="6383" y="14936"/>
                  </a:cubicBezTo>
                  <a:cubicBezTo>
                    <a:pt x="6463" y="14789"/>
                    <a:pt x="6411" y="14605"/>
                    <a:pt x="6266" y="14523"/>
                  </a:cubicBezTo>
                  <a:lnTo>
                    <a:pt x="6110" y="14438"/>
                  </a:lnTo>
                  <a:lnTo>
                    <a:pt x="6110" y="13782"/>
                  </a:lnTo>
                  <a:close/>
                  <a:moveTo>
                    <a:pt x="10861" y="14683"/>
                  </a:moveTo>
                  <a:cubicBezTo>
                    <a:pt x="10862" y="14683"/>
                    <a:pt x="10863" y="14683"/>
                    <a:pt x="10864" y="14683"/>
                  </a:cubicBezTo>
                  <a:cubicBezTo>
                    <a:pt x="10873" y="14686"/>
                    <a:pt x="10874" y="14692"/>
                    <a:pt x="10876" y="14695"/>
                  </a:cubicBezTo>
                  <a:lnTo>
                    <a:pt x="11301" y="15544"/>
                  </a:lnTo>
                  <a:lnTo>
                    <a:pt x="10280" y="17332"/>
                  </a:lnTo>
                  <a:cubicBezTo>
                    <a:pt x="10279" y="17337"/>
                    <a:pt x="10275" y="17342"/>
                    <a:pt x="10266" y="17344"/>
                  </a:cubicBezTo>
                  <a:cubicBezTo>
                    <a:pt x="10265" y="17344"/>
                    <a:pt x="10264" y="17344"/>
                    <a:pt x="10262" y="17344"/>
                  </a:cubicBezTo>
                  <a:cubicBezTo>
                    <a:pt x="10254" y="17344"/>
                    <a:pt x="10250" y="17339"/>
                    <a:pt x="10247" y="17338"/>
                  </a:cubicBezTo>
                  <a:lnTo>
                    <a:pt x="8605" y="15931"/>
                  </a:lnTo>
                  <a:lnTo>
                    <a:pt x="10847" y="14686"/>
                  </a:lnTo>
                  <a:cubicBezTo>
                    <a:pt x="10850" y="14686"/>
                    <a:pt x="10855" y="14683"/>
                    <a:pt x="10861" y="14683"/>
                  </a:cubicBezTo>
                  <a:close/>
                  <a:moveTo>
                    <a:pt x="8081" y="16278"/>
                  </a:moveTo>
                  <a:lnTo>
                    <a:pt x="8739" y="16843"/>
                  </a:lnTo>
                  <a:lnTo>
                    <a:pt x="8591" y="17285"/>
                  </a:lnTo>
                  <a:cubicBezTo>
                    <a:pt x="8545" y="17425"/>
                    <a:pt x="8412" y="17521"/>
                    <a:pt x="8265" y="17521"/>
                  </a:cubicBezTo>
                  <a:lnTo>
                    <a:pt x="7902" y="17521"/>
                  </a:lnTo>
                  <a:cubicBezTo>
                    <a:pt x="7754" y="17521"/>
                    <a:pt x="7622" y="17425"/>
                    <a:pt x="7574" y="17285"/>
                  </a:cubicBezTo>
                  <a:lnTo>
                    <a:pt x="7425" y="16838"/>
                  </a:lnTo>
                  <a:lnTo>
                    <a:pt x="8081" y="16278"/>
                  </a:lnTo>
                  <a:close/>
                  <a:moveTo>
                    <a:pt x="8082" y="0"/>
                  </a:moveTo>
                  <a:cubicBezTo>
                    <a:pt x="6634" y="0"/>
                    <a:pt x="5245" y="332"/>
                    <a:pt x="4056" y="960"/>
                  </a:cubicBezTo>
                  <a:cubicBezTo>
                    <a:pt x="2884" y="1581"/>
                    <a:pt x="1990" y="2448"/>
                    <a:pt x="1467" y="3465"/>
                  </a:cubicBezTo>
                  <a:cubicBezTo>
                    <a:pt x="1211" y="3965"/>
                    <a:pt x="1233" y="4549"/>
                    <a:pt x="1526" y="5029"/>
                  </a:cubicBezTo>
                  <a:cubicBezTo>
                    <a:pt x="1820" y="5512"/>
                    <a:pt x="2330" y="5799"/>
                    <a:pt x="2895" y="5799"/>
                  </a:cubicBezTo>
                  <a:lnTo>
                    <a:pt x="2914" y="5799"/>
                  </a:lnTo>
                  <a:lnTo>
                    <a:pt x="2914" y="8226"/>
                  </a:lnTo>
                  <a:cubicBezTo>
                    <a:pt x="2564" y="8392"/>
                    <a:pt x="2311" y="8723"/>
                    <a:pt x="2271" y="9112"/>
                  </a:cubicBezTo>
                  <a:cubicBezTo>
                    <a:pt x="2240" y="9426"/>
                    <a:pt x="2343" y="9740"/>
                    <a:pt x="2554" y="9973"/>
                  </a:cubicBezTo>
                  <a:cubicBezTo>
                    <a:pt x="2764" y="10206"/>
                    <a:pt x="3067" y="10340"/>
                    <a:pt x="3379" y="10340"/>
                  </a:cubicBezTo>
                  <a:lnTo>
                    <a:pt x="3606" y="10340"/>
                  </a:lnTo>
                  <a:cubicBezTo>
                    <a:pt x="3785" y="11616"/>
                    <a:pt x="4496" y="12719"/>
                    <a:pt x="5506" y="13425"/>
                  </a:cubicBezTo>
                  <a:lnTo>
                    <a:pt x="5506" y="14110"/>
                  </a:lnTo>
                  <a:cubicBezTo>
                    <a:pt x="5440" y="14088"/>
                    <a:pt x="5370" y="14076"/>
                    <a:pt x="5299" y="14076"/>
                  </a:cubicBezTo>
                  <a:cubicBezTo>
                    <a:pt x="5236" y="14076"/>
                    <a:pt x="5173" y="14085"/>
                    <a:pt x="5113" y="14103"/>
                  </a:cubicBezTo>
                  <a:cubicBezTo>
                    <a:pt x="4950" y="14153"/>
                    <a:pt x="4813" y="14269"/>
                    <a:pt x="4739" y="14423"/>
                  </a:cubicBezTo>
                  <a:lnTo>
                    <a:pt x="4299" y="15302"/>
                  </a:lnTo>
                  <a:lnTo>
                    <a:pt x="1587" y="16137"/>
                  </a:lnTo>
                  <a:cubicBezTo>
                    <a:pt x="637" y="16430"/>
                    <a:pt x="0" y="17294"/>
                    <a:pt x="0" y="18288"/>
                  </a:cubicBezTo>
                  <a:lnTo>
                    <a:pt x="0" y="20420"/>
                  </a:lnTo>
                  <a:cubicBezTo>
                    <a:pt x="0" y="20587"/>
                    <a:pt x="136" y="20723"/>
                    <a:pt x="305" y="20723"/>
                  </a:cubicBezTo>
                  <a:cubicBezTo>
                    <a:pt x="472" y="20723"/>
                    <a:pt x="607" y="20587"/>
                    <a:pt x="607" y="20420"/>
                  </a:cubicBezTo>
                  <a:lnTo>
                    <a:pt x="607" y="18288"/>
                  </a:lnTo>
                  <a:cubicBezTo>
                    <a:pt x="607" y="17671"/>
                    <a:pt x="944" y="17121"/>
                    <a:pt x="1473" y="16840"/>
                  </a:cubicBezTo>
                  <a:lnTo>
                    <a:pt x="3605" y="20569"/>
                  </a:lnTo>
                  <a:cubicBezTo>
                    <a:pt x="3662" y="20667"/>
                    <a:pt x="3764" y="20723"/>
                    <a:pt x="3869" y="20723"/>
                  </a:cubicBezTo>
                  <a:cubicBezTo>
                    <a:pt x="3921" y="20723"/>
                    <a:pt x="3972" y="20710"/>
                    <a:pt x="4019" y="20684"/>
                  </a:cubicBezTo>
                  <a:cubicBezTo>
                    <a:pt x="4165" y="20601"/>
                    <a:pt x="4215" y="20414"/>
                    <a:pt x="4132" y="20270"/>
                  </a:cubicBezTo>
                  <a:lnTo>
                    <a:pt x="2048" y="16630"/>
                  </a:lnTo>
                  <a:lnTo>
                    <a:pt x="3109" y="16303"/>
                  </a:lnTo>
                  <a:lnTo>
                    <a:pt x="5547" y="20569"/>
                  </a:lnTo>
                  <a:cubicBezTo>
                    <a:pt x="5603" y="20667"/>
                    <a:pt x="5706" y="20723"/>
                    <a:pt x="5812" y="20723"/>
                  </a:cubicBezTo>
                  <a:cubicBezTo>
                    <a:pt x="5863" y="20723"/>
                    <a:pt x="5914" y="20710"/>
                    <a:pt x="5961" y="20684"/>
                  </a:cubicBezTo>
                  <a:cubicBezTo>
                    <a:pt x="6106" y="20601"/>
                    <a:pt x="6157" y="20414"/>
                    <a:pt x="6074" y="20270"/>
                  </a:cubicBezTo>
                  <a:lnTo>
                    <a:pt x="3704" y="16121"/>
                  </a:lnTo>
                  <a:lnTo>
                    <a:pt x="4368" y="15917"/>
                  </a:lnTo>
                  <a:lnTo>
                    <a:pt x="5349" y="17635"/>
                  </a:lnTo>
                  <a:cubicBezTo>
                    <a:pt x="5442" y="17797"/>
                    <a:pt x="5603" y="17909"/>
                    <a:pt x="5787" y="17942"/>
                  </a:cubicBezTo>
                  <a:cubicBezTo>
                    <a:pt x="5823" y="17949"/>
                    <a:pt x="5859" y="17951"/>
                    <a:pt x="5896" y="17951"/>
                  </a:cubicBezTo>
                  <a:cubicBezTo>
                    <a:pt x="6043" y="17951"/>
                    <a:pt x="6189" y="17899"/>
                    <a:pt x="6303" y="17799"/>
                  </a:cubicBezTo>
                  <a:lnTo>
                    <a:pt x="6925" y="17265"/>
                  </a:lnTo>
                  <a:lnTo>
                    <a:pt x="6997" y="17478"/>
                  </a:lnTo>
                  <a:cubicBezTo>
                    <a:pt x="7050" y="17638"/>
                    <a:pt x="7144" y="17775"/>
                    <a:pt x="7263" y="17885"/>
                  </a:cubicBezTo>
                  <a:lnTo>
                    <a:pt x="6810" y="20366"/>
                  </a:lnTo>
                  <a:cubicBezTo>
                    <a:pt x="6778" y="20530"/>
                    <a:pt x="6888" y="20689"/>
                    <a:pt x="7054" y="20720"/>
                  </a:cubicBezTo>
                  <a:cubicBezTo>
                    <a:pt x="7073" y="20723"/>
                    <a:pt x="7091" y="20724"/>
                    <a:pt x="7110" y="20724"/>
                  </a:cubicBezTo>
                  <a:cubicBezTo>
                    <a:pt x="7254" y="20724"/>
                    <a:pt x="7381" y="20621"/>
                    <a:pt x="7408" y="20474"/>
                  </a:cubicBezTo>
                  <a:lnTo>
                    <a:pt x="7837" y="18125"/>
                  </a:lnTo>
                  <a:cubicBezTo>
                    <a:pt x="7858" y="18128"/>
                    <a:pt x="7880" y="18128"/>
                    <a:pt x="7901" y="18128"/>
                  </a:cubicBezTo>
                  <a:lnTo>
                    <a:pt x="8262" y="18128"/>
                  </a:lnTo>
                  <a:cubicBezTo>
                    <a:pt x="8284" y="18128"/>
                    <a:pt x="8308" y="18125"/>
                    <a:pt x="8329" y="18125"/>
                  </a:cubicBezTo>
                  <a:lnTo>
                    <a:pt x="8755" y="20473"/>
                  </a:lnTo>
                  <a:cubicBezTo>
                    <a:pt x="8782" y="20620"/>
                    <a:pt x="8909" y="20723"/>
                    <a:pt x="9053" y="20723"/>
                  </a:cubicBezTo>
                  <a:cubicBezTo>
                    <a:pt x="9072" y="20723"/>
                    <a:pt x="9089" y="20721"/>
                    <a:pt x="9109" y="20717"/>
                  </a:cubicBezTo>
                  <a:cubicBezTo>
                    <a:pt x="9273" y="20687"/>
                    <a:pt x="9383" y="20530"/>
                    <a:pt x="9353" y="20364"/>
                  </a:cubicBezTo>
                  <a:lnTo>
                    <a:pt x="8902" y="17881"/>
                  </a:lnTo>
                  <a:cubicBezTo>
                    <a:pt x="9022" y="17774"/>
                    <a:pt x="9115" y="17637"/>
                    <a:pt x="9166" y="17477"/>
                  </a:cubicBezTo>
                  <a:lnTo>
                    <a:pt x="9236" y="17270"/>
                  </a:lnTo>
                  <a:lnTo>
                    <a:pt x="9853" y="17801"/>
                  </a:lnTo>
                  <a:cubicBezTo>
                    <a:pt x="9967" y="17898"/>
                    <a:pt x="10112" y="17952"/>
                    <a:pt x="10260" y="17952"/>
                  </a:cubicBezTo>
                  <a:cubicBezTo>
                    <a:pt x="10296" y="17952"/>
                    <a:pt x="10332" y="17948"/>
                    <a:pt x="10367" y="17944"/>
                  </a:cubicBezTo>
                  <a:cubicBezTo>
                    <a:pt x="10553" y="17911"/>
                    <a:pt x="10712" y="17798"/>
                    <a:pt x="10804" y="17637"/>
                  </a:cubicBezTo>
                  <a:lnTo>
                    <a:pt x="11788" y="15916"/>
                  </a:lnTo>
                  <a:lnTo>
                    <a:pt x="12458" y="16120"/>
                  </a:lnTo>
                  <a:lnTo>
                    <a:pt x="10087" y="20272"/>
                  </a:lnTo>
                  <a:cubicBezTo>
                    <a:pt x="10003" y="20416"/>
                    <a:pt x="10055" y="20603"/>
                    <a:pt x="10200" y="20686"/>
                  </a:cubicBezTo>
                  <a:cubicBezTo>
                    <a:pt x="10247" y="20711"/>
                    <a:pt x="10297" y="20724"/>
                    <a:pt x="10350" y="20724"/>
                  </a:cubicBezTo>
                  <a:cubicBezTo>
                    <a:pt x="10454" y="20724"/>
                    <a:pt x="10559" y="20669"/>
                    <a:pt x="10614" y="20571"/>
                  </a:cubicBezTo>
                  <a:lnTo>
                    <a:pt x="13052" y="16303"/>
                  </a:lnTo>
                  <a:lnTo>
                    <a:pt x="14406" y="16718"/>
                  </a:lnTo>
                  <a:cubicBezTo>
                    <a:pt x="15099" y="16933"/>
                    <a:pt x="15564" y="17562"/>
                    <a:pt x="15564" y="18289"/>
                  </a:cubicBezTo>
                  <a:lnTo>
                    <a:pt x="15564" y="20421"/>
                  </a:lnTo>
                  <a:cubicBezTo>
                    <a:pt x="15564" y="20589"/>
                    <a:pt x="15700" y="20724"/>
                    <a:pt x="15867" y="20724"/>
                  </a:cubicBezTo>
                  <a:cubicBezTo>
                    <a:pt x="16036" y="20724"/>
                    <a:pt x="16171" y="20589"/>
                    <a:pt x="16171" y="20421"/>
                  </a:cubicBezTo>
                  <a:lnTo>
                    <a:pt x="16171" y="18289"/>
                  </a:lnTo>
                  <a:cubicBezTo>
                    <a:pt x="16174" y="17294"/>
                    <a:pt x="15536" y="16430"/>
                    <a:pt x="14586" y="16137"/>
                  </a:cubicBezTo>
                  <a:lnTo>
                    <a:pt x="11858" y="15297"/>
                  </a:lnTo>
                  <a:lnTo>
                    <a:pt x="11421" y="14423"/>
                  </a:lnTo>
                  <a:cubicBezTo>
                    <a:pt x="11344" y="14269"/>
                    <a:pt x="11207" y="14155"/>
                    <a:pt x="11044" y="14103"/>
                  </a:cubicBezTo>
                  <a:cubicBezTo>
                    <a:pt x="10984" y="14085"/>
                    <a:pt x="10922" y="14076"/>
                    <a:pt x="10860" y="14076"/>
                  </a:cubicBezTo>
                  <a:cubicBezTo>
                    <a:pt x="10789" y="14076"/>
                    <a:pt x="10719" y="14088"/>
                    <a:pt x="10652" y="14110"/>
                  </a:cubicBezTo>
                  <a:lnTo>
                    <a:pt x="10652" y="13429"/>
                  </a:lnTo>
                  <a:cubicBezTo>
                    <a:pt x="11666" y="12725"/>
                    <a:pt x="12380" y="11617"/>
                    <a:pt x="12558" y="10340"/>
                  </a:cubicBezTo>
                  <a:lnTo>
                    <a:pt x="12738" y="10340"/>
                  </a:lnTo>
                  <a:cubicBezTo>
                    <a:pt x="13329" y="10340"/>
                    <a:pt x="13836" y="9902"/>
                    <a:pt x="13893" y="9339"/>
                  </a:cubicBezTo>
                  <a:cubicBezTo>
                    <a:pt x="13925" y="9025"/>
                    <a:pt x="13822" y="8711"/>
                    <a:pt x="13611" y="8478"/>
                  </a:cubicBezTo>
                  <a:cubicBezTo>
                    <a:pt x="13509" y="8366"/>
                    <a:pt x="13386" y="8276"/>
                    <a:pt x="13251" y="8214"/>
                  </a:cubicBezTo>
                  <a:lnTo>
                    <a:pt x="13251" y="5799"/>
                  </a:lnTo>
                  <a:lnTo>
                    <a:pt x="13271" y="5799"/>
                  </a:lnTo>
                  <a:cubicBezTo>
                    <a:pt x="13832" y="5799"/>
                    <a:pt x="14345" y="5512"/>
                    <a:pt x="14639" y="5029"/>
                  </a:cubicBezTo>
                  <a:cubicBezTo>
                    <a:pt x="14932" y="4549"/>
                    <a:pt x="14953" y="3965"/>
                    <a:pt x="14699" y="3465"/>
                  </a:cubicBezTo>
                  <a:cubicBezTo>
                    <a:pt x="14178" y="2448"/>
                    <a:pt x="13281" y="1581"/>
                    <a:pt x="12108" y="960"/>
                  </a:cubicBezTo>
                  <a:cubicBezTo>
                    <a:pt x="10921" y="332"/>
                    <a:pt x="9529" y="0"/>
                    <a:pt x="80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3854;p66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25" name="Google Shape;3855;p66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aphicFrame>
        <p:nvGraphicFramePr>
          <p:cNvPr id="2226" name="Google Shape;3856;p66"/>
          <p:cNvGraphicFramePr/>
          <p:nvPr/>
        </p:nvGraphicFramePr>
        <p:xfrm>
          <a:off x="792000" y="377280"/>
          <a:ext cx="7574760" cy="4354200"/>
        </p:xfrm>
        <a:graphic>
          <a:graphicData uri="http://schemas.openxmlformats.org/drawingml/2006/table">
            <a:tbl>
              <a:tblPr/>
              <a:tblGrid>
                <a:gridCol w="212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Kanit ExtraBold"/>
                        <a:ea typeface="Kanit ExtraBold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Kanit ExtraBold"/>
                          <a:ea typeface="Kanit ExtraBold"/>
                        </a:rPr>
                        <a:t>Career match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Kanit ExtraBold"/>
                          <a:ea typeface="Kanit ExtraBold"/>
                        </a:rPr>
                        <a:t>(LinkedIn, Infostud)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Selektovanje kandidata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Automatski skor podudarnosti CV-ja i opisa posla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Ru</a:t>
                      </a: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čna pretraga i filtriranje po ključnim rečima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Brzina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Brza, skaluje se na veliki broj prijava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Sporo, zavisi od ljudskog rada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Objektivnost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Skor baziran na relevantnosti veština i iskustva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Subjektivno, zavisi od procene regrutera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Fokus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Specifično za upoređivanje CV vs opisa posla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Generalna baza kandidata i oglasa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3132;p57"/>
          <p:cNvSpPr/>
          <p:nvPr/>
        </p:nvSpPr>
        <p:spPr>
          <a:xfrm>
            <a:off x="6418800" y="2001960"/>
            <a:ext cx="1620000" cy="1618920"/>
          </a:xfrm>
          <a:prstGeom prst="donut">
            <a:avLst>
              <a:gd name="adj" fmla="val 1891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28" name="Google Shape;3133;p57"/>
          <p:cNvSpPr/>
          <p:nvPr/>
        </p:nvSpPr>
        <p:spPr>
          <a:xfrm>
            <a:off x="3762000" y="2001960"/>
            <a:ext cx="1620000" cy="1618920"/>
          </a:xfrm>
          <a:prstGeom prst="donut">
            <a:avLst>
              <a:gd name="adj" fmla="val 1891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29" name="PlaceHolder 1"/>
          <p:cNvSpPr>
            <a:spLocks noGrp="1"/>
          </p:cNvSpPr>
          <p:nvPr>
            <p:ph type="subTitle"/>
          </p:nvPr>
        </p:nvSpPr>
        <p:spPr>
          <a:xfrm>
            <a:off x="877680" y="3706200"/>
            <a:ext cx="2246040" cy="11167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Kompanije i HR timovi koji žele bržu i objektivniju selekciju kandidata kroz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automatski izračunat skor podudarnosti.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PlaceHolder 2"/>
          <p:cNvSpPr>
            <a:spLocks noGrp="1"/>
          </p:cNvSpPr>
          <p:nvPr>
            <p:ph type="subTitle"/>
          </p:nvPr>
        </p:nvSpPr>
        <p:spPr>
          <a:xfrm>
            <a:off x="3448800" y="3709080"/>
            <a:ext cx="2246040" cy="8942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Ljudi koji traže stalno zaposlenje i šalju svoj CV za razmatranje.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3"/>
          <p:cNvSpPr>
            <a:spLocks noGrp="1"/>
          </p:cNvSpPr>
          <p:nvPr>
            <p:ph type="subTitle"/>
          </p:nvPr>
        </p:nvSpPr>
        <p:spPr>
          <a:xfrm>
            <a:off x="6138720" y="3730680"/>
            <a:ext cx="2246040" cy="11167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Studenti i osobe koje traže honorarni ili privremeni angažman i šalju svoj CV za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oglase.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PlaceHolder 4"/>
          <p:cNvSpPr>
            <a:spLocks noGrp="1"/>
          </p:cNvSpPr>
          <p:nvPr>
            <p:ph type="title"/>
          </p:nvPr>
        </p:nvSpPr>
        <p:spPr>
          <a:xfrm>
            <a:off x="720000" y="3204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500" b="0" u="none" strike="noStrike">
                <a:solidFill>
                  <a:schemeClr val="lt2"/>
                </a:solidFill>
                <a:effectLst/>
                <a:uFillTx/>
                <a:latin typeface="Kanit ExtraBold"/>
                <a:ea typeface="Kanit ExtraBold"/>
              </a:rPr>
              <a:t>Ciljne grupe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3" name="PlaceHolder 5"/>
          <p:cNvSpPr>
            <a:spLocks noGrp="1"/>
          </p:cNvSpPr>
          <p:nvPr>
            <p:ph type="title"/>
          </p:nvPr>
        </p:nvSpPr>
        <p:spPr>
          <a:xfrm>
            <a:off x="1146960" y="1300320"/>
            <a:ext cx="1620000" cy="5565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8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Poslodavci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4" name="PlaceHolder 6"/>
          <p:cNvSpPr>
            <a:spLocks noGrp="1"/>
          </p:cNvSpPr>
          <p:nvPr>
            <p:ph type="title"/>
          </p:nvPr>
        </p:nvSpPr>
        <p:spPr>
          <a:xfrm>
            <a:off x="3448800" y="1305360"/>
            <a:ext cx="22460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8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Kandidati za stalni posao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PlaceHolder 7"/>
          <p:cNvSpPr>
            <a:spLocks noGrp="1"/>
          </p:cNvSpPr>
          <p:nvPr>
            <p:ph type="title"/>
          </p:nvPr>
        </p:nvSpPr>
        <p:spPr>
          <a:xfrm>
            <a:off x="6152400" y="1303200"/>
            <a:ext cx="2152440" cy="553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800" b="1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Studenti i honorarni radnici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6" name="Google Shape;3144;p57"/>
          <p:cNvSpPr/>
          <p:nvPr/>
        </p:nvSpPr>
        <p:spPr>
          <a:xfrm>
            <a:off x="1190880" y="1999080"/>
            <a:ext cx="1620000" cy="1618920"/>
          </a:xfrm>
          <a:prstGeom prst="donut">
            <a:avLst>
              <a:gd name="adj" fmla="val 18914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237" name="Google Shape;3148;p57"/>
          <p:cNvGrpSpPr/>
          <p:nvPr/>
        </p:nvGrpSpPr>
        <p:grpSpPr>
          <a:xfrm>
            <a:off x="1731600" y="2463120"/>
            <a:ext cx="538200" cy="690840"/>
            <a:chOff x="1731600" y="2463120"/>
            <a:chExt cx="538200" cy="690840"/>
          </a:xfrm>
        </p:grpSpPr>
        <p:sp>
          <p:nvSpPr>
            <p:cNvPr id="2238" name="Google Shape;3149;p57"/>
            <p:cNvSpPr/>
            <p:nvPr/>
          </p:nvSpPr>
          <p:spPr>
            <a:xfrm>
              <a:off x="1926000" y="27226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4" y="0"/>
                  </a:moveTo>
                  <a:cubicBezTo>
                    <a:pt x="137" y="0"/>
                    <a:pt x="1" y="136"/>
                    <a:pt x="1" y="303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4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3"/>
                  </a:lnTo>
                  <a:cubicBezTo>
                    <a:pt x="608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39" name="Google Shape;3150;p57"/>
            <p:cNvSpPr/>
            <p:nvPr/>
          </p:nvSpPr>
          <p:spPr>
            <a:xfrm>
              <a:off x="2055600" y="27226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0"/>
                  </a:moveTo>
                  <a:cubicBezTo>
                    <a:pt x="136" y="0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1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0" name="Google Shape;3151;p57"/>
            <p:cNvSpPr/>
            <p:nvPr/>
          </p:nvSpPr>
          <p:spPr>
            <a:xfrm>
              <a:off x="1957320" y="2798640"/>
              <a:ext cx="86760" cy="3060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8" h="933">
                  <a:moveTo>
                    <a:pt x="336" y="1"/>
                  </a:moveTo>
                  <a:cubicBezTo>
                    <a:pt x="257" y="1"/>
                    <a:pt x="178" y="31"/>
                    <a:pt x="119" y="91"/>
                  </a:cubicBezTo>
                  <a:cubicBezTo>
                    <a:pt x="1" y="211"/>
                    <a:pt x="4" y="403"/>
                    <a:pt x="122" y="520"/>
                  </a:cubicBezTo>
                  <a:cubicBezTo>
                    <a:pt x="383" y="780"/>
                    <a:pt x="828" y="932"/>
                    <a:pt x="1310" y="932"/>
                  </a:cubicBezTo>
                  <a:cubicBezTo>
                    <a:pt x="1792" y="932"/>
                    <a:pt x="2234" y="777"/>
                    <a:pt x="2497" y="520"/>
                  </a:cubicBezTo>
                  <a:cubicBezTo>
                    <a:pt x="2617" y="403"/>
                    <a:pt x="2617" y="211"/>
                    <a:pt x="2499" y="91"/>
                  </a:cubicBezTo>
                  <a:cubicBezTo>
                    <a:pt x="2439" y="31"/>
                    <a:pt x="2361" y="1"/>
                    <a:pt x="2282" y="1"/>
                  </a:cubicBezTo>
                  <a:cubicBezTo>
                    <a:pt x="2205" y="1"/>
                    <a:pt x="2129" y="30"/>
                    <a:pt x="2070" y="88"/>
                  </a:cubicBezTo>
                  <a:cubicBezTo>
                    <a:pt x="1960" y="197"/>
                    <a:pt x="1693" y="325"/>
                    <a:pt x="1310" y="325"/>
                  </a:cubicBezTo>
                  <a:cubicBezTo>
                    <a:pt x="926" y="325"/>
                    <a:pt x="660" y="197"/>
                    <a:pt x="549" y="88"/>
                  </a:cubicBezTo>
                  <a:cubicBezTo>
                    <a:pt x="490" y="30"/>
                    <a:pt x="413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1" name="Google Shape;3152;p57"/>
            <p:cNvSpPr/>
            <p:nvPr/>
          </p:nvSpPr>
          <p:spPr>
            <a:xfrm>
              <a:off x="1915200" y="26902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5" y="0"/>
                  </a:moveTo>
                  <a:cubicBezTo>
                    <a:pt x="136" y="0"/>
                    <a:pt x="1" y="136"/>
                    <a:pt x="1" y="305"/>
                  </a:cubicBezTo>
                  <a:cubicBezTo>
                    <a:pt x="1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2" name="Google Shape;3153;p57"/>
            <p:cNvSpPr/>
            <p:nvPr/>
          </p:nvSpPr>
          <p:spPr>
            <a:xfrm>
              <a:off x="2044800" y="26902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5" y="0"/>
                  </a:moveTo>
                  <a:cubicBezTo>
                    <a:pt x="136" y="0"/>
                    <a:pt x="0" y="136"/>
                    <a:pt x="0" y="305"/>
                  </a:cubicBezTo>
                  <a:cubicBezTo>
                    <a:pt x="0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3" name="Google Shape;3154;p57"/>
            <p:cNvSpPr/>
            <p:nvPr/>
          </p:nvSpPr>
          <p:spPr>
            <a:xfrm>
              <a:off x="1731600" y="2463120"/>
              <a:ext cx="538200" cy="690840"/>
            </a:xfrm>
            <a:custGeom>
              <a:avLst/>
              <a:gdLst>
                <a:gd name="textAreaLeft" fmla="*/ 0 w 538200"/>
                <a:gd name="textAreaRight" fmla="*/ 538560 w 538200"/>
                <a:gd name="textAreaTop" fmla="*/ 0 h 690840"/>
                <a:gd name="textAreaBottom" fmla="*/ 691200 h 690840"/>
              </a:gdLst>
              <a:ahLst/>
              <a:cxnLst/>
              <a:rect l="textAreaLeft" t="textAreaTop" r="textAreaRight" b="textAreaBottom"/>
              <a:pathLst>
                <a:path w="16181" h="20722">
                  <a:moveTo>
                    <a:pt x="8412" y="609"/>
                  </a:moveTo>
                  <a:cubicBezTo>
                    <a:pt x="8424" y="609"/>
                    <a:pt x="8434" y="619"/>
                    <a:pt x="8434" y="629"/>
                  </a:cubicBezTo>
                  <a:lnTo>
                    <a:pt x="8434" y="1602"/>
                  </a:lnTo>
                  <a:cubicBezTo>
                    <a:pt x="8434" y="1770"/>
                    <a:pt x="8570" y="1906"/>
                    <a:pt x="8738" y="1906"/>
                  </a:cubicBezTo>
                  <a:cubicBezTo>
                    <a:pt x="8905" y="1906"/>
                    <a:pt x="9041" y="1770"/>
                    <a:pt x="9041" y="1602"/>
                  </a:cubicBezTo>
                  <a:lnTo>
                    <a:pt x="9041" y="1258"/>
                  </a:lnTo>
                  <a:lnTo>
                    <a:pt x="9062" y="1258"/>
                  </a:lnTo>
                  <a:cubicBezTo>
                    <a:pt x="9519" y="1258"/>
                    <a:pt x="9962" y="1342"/>
                    <a:pt x="10380" y="1507"/>
                  </a:cubicBezTo>
                  <a:lnTo>
                    <a:pt x="10380" y="1927"/>
                  </a:lnTo>
                  <a:cubicBezTo>
                    <a:pt x="10380" y="2094"/>
                    <a:pt x="10516" y="2230"/>
                    <a:pt x="10683" y="2230"/>
                  </a:cubicBezTo>
                  <a:cubicBezTo>
                    <a:pt x="10852" y="2230"/>
                    <a:pt x="10987" y="2094"/>
                    <a:pt x="10987" y="1927"/>
                  </a:cubicBezTo>
                  <a:lnTo>
                    <a:pt x="10987" y="1278"/>
                  </a:lnTo>
                  <a:cubicBezTo>
                    <a:pt x="10987" y="1265"/>
                    <a:pt x="10996" y="1256"/>
                    <a:pt x="11009" y="1256"/>
                  </a:cubicBezTo>
                  <a:lnTo>
                    <a:pt x="11333" y="1256"/>
                  </a:lnTo>
                  <a:cubicBezTo>
                    <a:pt x="11524" y="1256"/>
                    <a:pt x="11680" y="1412"/>
                    <a:pt x="11680" y="1600"/>
                  </a:cubicBezTo>
                  <a:lnTo>
                    <a:pt x="11680" y="2270"/>
                  </a:lnTo>
                  <a:cubicBezTo>
                    <a:pt x="11680" y="2343"/>
                    <a:pt x="11706" y="2414"/>
                    <a:pt x="11754" y="2470"/>
                  </a:cubicBezTo>
                  <a:cubicBezTo>
                    <a:pt x="12333" y="3126"/>
                    <a:pt x="12651" y="3968"/>
                    <a:pt x="12651" y="4844"/>
                  </a:cubicBezTo>
                  <a:lnTo>
                    <a:pt x="12651" y="5001"/>
                  </a:lnTo>
                  <a:cubicBezTo>
                    <a:pt x="11389" y="4497"/>
                    <a:pt x="9792" y="4215"/>
                    <a:pt x="8088" y="4215"/>
                  </a:cubicBezTo>
                  <a:cubicBezTo>
                    <a:pt x="7293" y="4215"/>
                    <a:pt x="6513" y="4277"/>
                    <a:pt x="5769" y="4399"/>
                  </a:cubicBezTo>
                  <a:cubicBezTo>
                    <a:pt x="5603" y="4427"/>
                    <a:pt x="5490" y="4582"/>
                    <a:pt x="5519" y="4748"/>
                  </a:cubicBezTo>
                  <a:cubicBezTo>
                    <a:pt x="5543" y="4895"/>
                    <a:pt x="5670" y="5002"/>
                    <a:pt x="5816" y="5002"/>
                  </a:cubicBezTo>
                  <a:cubicBezTo>
                    <a:pt x="5833" y="5002"/>
                    <a:pt x="5850" y="5001"/>
                    <a:pt x="5868" y="4998"/>
                  </a:cubicBezTo>
                  <a:cubicBezTo>
                    <a:pt x="6579" y="4881"/>
                    <a:pt x="7326" y="4822"/>
                    <a:pt x="8088" y="4822"/>
                  </a:cubicBezTo>
                  <a:cubicBezTo>
                    <a:pt x="9634" y="4822"/>
                    <a:pt x="11119" y="5072"/>
                    <a:pt x="12289" y="5513"/>
                  </a:cubicBezTo>
                  <a:lnTo>
                    <a:pt x="3884" y="5513"/>
                  </a:lnTo>
                  <a:cubicBezTo>
                    <a:pt x="4111" y="5428"/>
                    <a:pt x="4349" y="5349"/>
                    <a:pt x="4604" y="5278"/>
                  </a:cubicBezTo>
                  <a:cubicBezTo>
                    <a:pt x="4764" y="5232"/>
                    <a:pt x="4858" y="5064"/>
                    <a:pt x="4812" y="4904"/>
                  </a:cubicBezTo>
                  <a:cubicBezTo>
                    <a:pt x="4773" y="4770"/>
                    <a:pt x="4651" y="4682"/>
                    <a:pt x="4519" y="4682"/>
                  </a:cubicBezTo>
                  <a:cubicBezTo>
                    <a:pt x="4492" y="4682"/>
                    <a:pt x="4464" y="4686"/>
                    <a:pt x="4437" y="4694"/>
                  </a:cubicBezTo>
                  <a:cubicBezTo>
                    <a:pt x="4114" y="4785"/>
                    <a:pt x="3811" y="4889"/>
                    <a:pt x="3527" y="5002"/>
                  </a:cubicBezTo>
                  <a:lnTo>
                    <a:pt x="3527" y="4848"/>
                  </a:lnTo>
                  <a:cubicBezTo>
                    <a:pt x="3527" y="3972"/>
                    <a:pt x="3847" y="3128"/>
                    <a:pt x="4422" y="2473"/>
                  </a:cubicBezTo>
                  <a:cubicBezTo>
                    <a:pt x="4472" y="2419"/>
                    <a:pt x="4499" y="2347"/>
                    <a:pt x="4499" y="2273"/>
                  </a:cubicBezTo>
                  <a:lnTo>
                    <a:pt x="4499" y="1603"/>
                  </a:lnTo>
                  <a:cubicBezTo>
                    <a:pt x="4499" y="1413"/>
                    <a:pt x="4655" y="1259"/>
                    <a:pt x="4844" y="1259"/>
                  </a:cubicBezTo>
                  <a:lnTo>
                    <a:pt x="5169" y="1259"/>
                  </a:lnTo>
                  <a:cubicBezTo>
                    <a:pt x="5179" y="1259"/>
                    <a:pt x="5191" y="1269"/>
                    <a:pt x="5191" y="1280"/>
                  </a:cubicBezTo>
                  <a:lnTo>
                    <a:pt x="5191" y="1930"/>
                  </a:lnTo>
                  <a:cubicBezTo>
                    <a:pt x="5191" y="2099"/>
                    <a:pt x="5326" y="2234"/>
                    <a:pt x="5493" y="2234"/>
                  </a:cubicBezTo>
                  <a:cubicBezTo>
                    <a:pt x="5662" y="2234"/>
                    <a:pt x="5798" y="2099"/>
                    <a:pt x="5798" y="1930"/>
                  </a:cubicBezTo>
                  <a:lnTo>
                    <a:pt x="5798" y="1512"/>
                  </a:lnTo>
                  <a:cubicBezTo>
                    <a:pt x="6217" y="1345"/>
                    <a:pt x="6660" y="1262"/>
                    <a:pt x="7114" y="1262"/>
                  </a:cubicBezTo>
                  <a:lnTo>
                    <a:pt x="7136" y="1262"/>
                  </a:lnTo>
                  <a:lnTo>
                    <a:pt x="7136" y="1606"/>
                  </a:lnTo>
                  <a:cubicBezTo>
                    <a:pt x="7136" y="1773"/>
                    <a:pt x="7271" y="1909"/>
                    <a:pt x="7440" y="1909"/>
                  </a:cubicBezTo>
                  <a:cubicBezTo>
                    <a:pt x="7607" y="1909"/>
                    <a:pt x="7743" y="1773"/>
                    <a:pt x="7743" y="1606"/>
                  </a:cubicBezTo>
                  <a:lnTo>
                    <a:pt x="7743" y="629"/>
                  </a:lnTo>
                  <a:cubicBezTo>
                    <a:pt x="7743" y="619"/>
                    <a:pt x="7753" y="609"/>
                    <a:pt x="7764" y="609"/>
                  </a:cubicBezTo>
                  <a:close/>
                  <a:moveTo>
                    <a:pt x="12653" y="6125"/>
                  </a:moveTo>
                  <a:lnTo>
                    <a:pt x="12653" y="7463"/>
                  </a:lnTo>
                  <a:lnTo>
                    <a:pt x="12306" y="7463"/>
                  </a:lnTo>
                  <a:cubicBezTo>
                    <a:pt x="12116" y="7463"/>
                    <a:pt x="11961" y="7307"/>
                    <a:pt x="11961" y="7119"/>
                  </a:cubicBezTo>
                  <a:lnTo>
                    <a:pt x="11961" y="6125"/>
                  </a:lnTo>
                  <a:close/>
                  <a:moveTo>
                    <a:pt x="4218" y="6126"/>
                  </a:moveTo>
                  <a:lnTo>
                    <a:pt x="4218" y="7119"/>
                  </a:lnTo>
                  <a:cubicBezTo>
                    <a:pt x="4218" y="7212"/>
                    <a:pt x="4182" y="7297"/>
                    <a:pt x="4115" y="7363"/>
                  </a:cubicBezTo>
                  <a:cubicBezTo>
                    <a:pt x="4049" y="7427"/>
                    <a:pt x="3964" y="7464"/>
                    <a:pt x="3871" y="7464"/>
                  </a:cubicBezTo>
                  <a:lnTo>
                    <a:pt x="3525" y="7464"/>
                  </a:lnTo>
                  <a:lnTo>
                    <a:pt x="3525" y="6126"/>
                  </a:lnTo>
                  <a:close/>
                  <a:moveTo>
                    <a:pt x="11354" y="6126"/>
                  </a:moveTo>
                  <a:lnTo>
                    <a:pt x="11354" y="7120"/>
                  </a:lnTo>
                  <a:cubicBezTo>
                    <a:pt x="11354" y="7646"/>
                    <a:pt x="11782" y="8074"/>
                    <a:pt x="12306" y="8074"/>
                  </a:cubicBezTo>
                  <a:lnTo>
                    <a:pt x="12793" y="8074"/>
                  </a:lnTo>
                  <a:cubicBezTo>
                    <a:pt x="12935" y="8074"/>
                    <a:pt x="13074" y="8134"/>
                    <a:pt x="13170" y="8240"/>
                  </a:cubicBezTo>
                  <a:cubicBezTo>
                    <a:pt x="13268" y="8347"/>
                    <a:pt x="13313" y="8488"/>
                    <a:pt x="13298" y="8633"/>
                  </a:cubicBezTo>
                  <a:cubicBezTo>
                    <a:pt x="13274" y="8888"/>
                    <a:pt x="13031" y="9088"/>
                    <a:pt x="12747" y="9088"/>
                  </a:cubicBezTo>
                  <a:lnTo>
                    <a:pt x="12610" y="9088"/>
                  </a:lnTo>
                  <a:lnTo>
                    <a:pt x="12610" y="9070"/>
                  </a:lnTo>
                  <a:cubicBezTo>
                    <a:pt x="12610" y="8902"/>
                    <a:pt x="12474" y="8767"/>
                    <a:pt x="12306" y="8767"/>
                  </a:cubicBezTo>
                  <a:cubicBezTo>
                    <a:pt x="12139" y="8767"/>
                    <a:pt x="12003" y="8902"/>
                    <a:pt x="12003" y="9070"/>
                  </a:cubicBezTo>
                  <a:cubicBezTo>
                    <a:pt x="12000" y="11226"/>
                    <a:pt x="10246" y="12980"/>
                    <a:pt x="8090" y="12980"/>
                  </a:cubicBezTo>
                  <a:cubicBezTo>
                    <a:pt x="5932" y="12977"/>
                    <a:pt x="4175" y="11223"/>
                    <a:pt x="4175" y="9064"/>
                  </a:cubicBezTo>
                  <a:cubicBezTo>
                    <a:pt x="4175" y="8897"/>
                    <a:pt x="4039" y="8761"/>
                    <a:pt x="3871" y="8761"/>
                  </a:cubicBezTo>
                  <a:cubicBezTo>
                    <a:pt x="3704" y="8761"/>
                    <a:pt x="3568" y="8897"/>
                    <a:pt x="3568" y="9064"/>
                  </a:cubicBezTo>
                  <a:lnTo>
                    <a:pt x="3568" y="9085"/>
                  </a:lnTo>
                  <a:lnTo>
                    <a:pt x="3385" y="9085"/>
                  </a:lnTo>
                  <a:cubicBezTo>
                    <a:pt x="3243" y="9085"/>
                    <a:pt x="3105" y="9025"/>
                    <a:pt x="3008" y="8918"/>
                  </a:cubicBezTo>
                  <a:cubicBezTo>
                    <a:pt x="2910" y="8811"/>
                    <a:pt x="2866" y="8671"/>
                    <a:pt x="2880" y="8525"/>
                  </a:cubicBezTo>
                  <a:cubicBezTo>
                    <a:pt x="2906" y="8270"/>
                    <a:pt x="3148" y="8071"/>
                    <a:pt x="3431" y="8071"/>
                  </a:cubicBezTo>
                  <a:lnTo>
                    <a:pt x="3872" y="8071"/>
                  </a:lnTo>
                  <a:cubicBezTo>
                    <a:pt x="4127" y="8071"/>
                    <a:pt x="4365" y="7971"/>
                    <a:pt x="4545" y="7793"/>
                  </a:cubicBezTo>
                  <a:cubicBezTo>
                    <a:pt x="4726" y="7613"/>
                    <a:pt x="4825" y="7374"/>
                    <a:pt x="4825" y="7120"/>
                  </a:cubicBezTo>
                  <a:lnTo>
                    <a:pt x="4825" y="6126"/>
                  </a:lnTo>
                  <a:close/>
                  <a:moveTo>
                    <a:pt x="10055" y="13134"/>
                  </a:moveTo>
                  <a:lnTo>
                    <a:pt x="10055" y="14175"/>
                  </a:lnTo>
                  <a:cubicBezTo>
                    <a:pt x="10055" y="14554"/>
                    <a:pt x="10226" y="14905"/>
                    <a:pt x="10503" y="15143"/>
                  </a:cubicBezTo>
                  <a:cubicBezTo>
                    <a:pt x="9798" y="15632"/>
                    <a:pt x="8954" y="15898"/>
                    <a:pt x="8090" y="15898"/>
                  </a:cubicBezTo>
                  <a:cubicBezTo>
                    <a:pt x="7224" y="15896"/>
                    <a:pt x="6379" y="15630"/>
                    <a:pt x="5675" y="15143"/>
                  </a:cubicBezTo>
                  <a:cubicBezTo>
                    <a:pt x="5949" y="14905"/>
                    <a:pt x="6120" y="14554"/>
                    <a:pt x="6120" y="14175"/>
                  </a:cubicBezTo>
                  <a:lnTo>
                    <a:pt x="6120" y="13134"/>
                  </a:lnTo>
                  <a:cubicBezTo>
                    <a:pt x="6714" y="13424"/>
                    <a:pt x="7383" y="13587"/>
                    <a:pt x="8088" y="13587"/>
                  </a:cubicBezTo>
                  <a:cubicBezTo>
                    <a:pt x="8792" y="13587"/>
                    <a:pt x="9459" y="13424"/>
                    <a:pt x="10055" y="13134"/>
                  </a:cubicBezTo>
                  <a:close/>
                  <a:moveTo>
                    <a:pt x="7764" y="1"/>
                  </a:moveTo>
                  <a:cubicBezTo>
                    <a:pt x="7418" y="1"/>
                    <a:pt x="7136" y="284"/>
                    <a:pt x="7136" y="629"/>
                  </a:cubicBezTo>
                  <a:lnTo>
                    <a:pt x="7136" y="651"/>
                  </a:lnTo>
                  <a:lnTo>
                    <a:pt x="7114" y="651"/>
                  </a:lnTo>
                  <a:cubicBezTo>
                    <a:pt x="6616" y="651"/>
                    <a:pt x="6133" y="736"/>
                    <a:pt x="5672" y="906"/>
                  </a:cubicBezTo>
                  <a:cubicBezTo>
                    <a:pt x="5558" y="752"/>
                    <a:pt x="5373" y="651"/>
                    <a:pt x="5169" y="651"/>
                  </a:cubicBezTo>
                  <a:lnTo>
                    <a:pt x="4844" y="651"/>
                  </a:lnTo>
                  <a:cubicBezTo>
                    <a:pt x="4319" y="651"/>
                    <a:pt x="3892" y="1078"/>
                    <a:pt x="3892" y="1602"/>
                  </a:cubicBezTo>
                  <a:lnTo>
                    <a:pt x="3892" y="2159"/>
                  </a:lnTo>
                  <a:cubicBezTo>
                    <a:pt x="3264" y="2913"/>
                    <a:pt x="2920" y="3863"/>
                    <a:pt x="2920" y="4847"/>
                  </a:cubicBezTo>
                  <a:lnTo>
                    <a:pt x="2920" y="5276"/>
                  </a:lnTo>
                  <a:cubicBezTo>
                    <a:pt x="2741" y="5365"/>
                    <a:pt x="2571" y="5462"/>
                    <a:pt x="2413" y="5562"/>
                  </a:cubicBezTo>
                  <a:cubicBezTo>
                    <a:pt x="2299" y="5635"/>
                    <a:pt x="2244" y="5772"/>
                    <a:pt x="2284" y="5903"/>
                  </a:cubicBezTo>
                  <a:cubicBezTo>
                    <a:pt x="2321" y="6033"/>
                    <a:pt x="2441" y="6122"/>
                    <a:pt x="2574" y="6122"/>
                  </a:cubicBezTo>
                  <a:lnTo>
                    <a:pt x="2920" y="6122"/>
                  </a:lnTo>
                  <a:lnTo>
                    <a:pt x="2920" y="7577"/>
                  </a:lnTo>
                  <a:cubicBezTo>
                    <a:pt x="2571" y="7743"/>
                    <a:pt x="2316" y="8074"/>
                    <a:pt x="2277" y="8461"/>
                  </a:cubicBezTo>
                  <a:cubicBezTo>
                    <a:pt x="2244" y="8775"/>
                    <a:pt x="2349" y="9090"/>
                    <a:pt x="2558" y="9321"/>
                  </a:cubicBezTo>
                  <a:cubicBezTo>
                    <a:pt x="2770" y="9555"/>
                    <a:pt x="3071" y="9688"/>
                    <a:pt x="3385" y="9688"/>
                  </a:cubicBezTo>
                  <a:lnTo>
                    <a:pt x="3612" y="9688"/>
                  </a:lnTo>
                  <a:cubicBezTo>
                    <a:pt x="3791" y="10963"/>
                    <a:pt x="4502" y="12070"/>
                    <a:pt x="5515" y="12774"/>
                  </a:cubicBezTo>
                  <a:lnTo>
                    <a:pt x="5515" y="14169"/>
                  </a:lnTo>
                  <a:cubicBezTo>
                    <a:pt x="5515" y="14465"/>
                    <a:pt x="5316" y="14729"/>
                    <a:pt x="5035" y="14812"/>
                  </a:cubicBezTo>
                  <a:lnTo>
                    <a:pt x="1616" y="15818"/>
                  </a:lnTo>
                  <a:cubicBezTo>
                    <a:pt x="666" y="16097"/>
                    <a:pt x="1" y="16986"/>
                    <a:pt x="1" y="17976"/>
                  </a:cubicBezTo>
                  <a:lnTo>
                    <a:pt x="1" y="20413"/>
                  </a:lnTo>
                  <a:cubicBezTo>
                    <a:pt x="1" y="20580"/>
                    <a:pt x="136" y="20716"/>
                    <a:pt x="303" y="20716"/>
                  </a:cubicBezTo>
                  <a:cubicBezTo>
                    <a:pt x="472" y="20716"/>
                    <a:pt x="608" y="20580"/>
                    <a:pt x="608" y="20413"/>
                  </a:cubicBezTo>
                  <a:lnTo>
                    <a:pt x="608" y="17981"/>
                  </a:lnTo>
                  <a:cubicBezTo>
                    <a:pt x="608" y="17257"/>
                    <a:pt x="1092" y="16609"/>
                    <a:pt x="1786" y="16405"/>
                  </a:cubicBezTo>
                  <a:lnTo>
                    <a:pt x="2920" y="16072"/>
                  </a:lnTo>
                  <a:lnTo>
                    <a:pt x="2920" y="20416"/>
                  </a:lnTo>
                  <a:cubicBezTo>
                    <a:pt x="2920" y="20585"/>
                    <a:pt x="3055" y="20720"/>
                    <a:pt x="3223" y="20720"/>
                  </a:cubicBezTo>
                  <a:cubicBezTo>
                    <a:pt x="3391" y="20720"/>
                    <a:pt x="3527" y="20585"/>
                    <a:pt x="3527" y="20416"/>
                  </a:cubicBezTo>
                  <a:lnTo>
                    <a:pt x="3527" y="15893"/>
                  </a:lnTo>
                  <a:lnTo>
                    <a:pt x="4217" y="15689"/>
                  </a:lnTo>
                  <a:lnTo>
                    <a:pt x="4217" y="18145"/>
                  </a:lnTo>
                  <a:cubicBezTo>
                    <a:pt x="4217" y="18671"/>
                    <a:pt x="4644" y="19099"/>
                    <a:pt x="5169" y="19099"/>
                  </a:cubicBezTo>
                  <a:lnTo>
                    <a:pt x="11007" y="19099"/>
                  </a:lnTo>
                  <a:cubicBezTo>
                    <a:pt x="11533" y="19099"/>
                    <a:pt x="11961" y="18672"/>
                    <a:pt x="11961" y="18145"/>
                  </a:cubicBezTo>
                  <a:lnTo>
                    <a:pt x="11961" y="16847"/>
                  </a:lnTo>
                  <a:cubicBezTo>
                    <a:pt x="11961" y="16680"/>
                    <a:pt x="11826" y="16545"/>
                    <a:pt x="11657" y="16545"/>
                  </a:cubicBezTo>
                  <a:cubicBezTo>
                    <a:pt x="11490" y="16545"/>
                    <a:pt x="11354" y="16680"/>
                    <a:pt x="11354" y="16847"/>
                  </a:cubicBezTo>
                  <a:lnTo>
                    <a:pt x="11354" y="18145"/>
                  </a:lnTo>
                  <a:cubicBezTo>
                    <a:pt x="11354" y="18337"/>
                    <a:pt x="11199" y="18493"/>
                    <a:pt x="11007" y="18493"/>
                  </a:cubicBezTo>
                  <a:lnTo>
                    <a:pt x="5169" y="18493"/>
                  </a:lnTo>
                  <a:cubicBezTo>
                    <a:pt x="4978" y="18493"/>
                    <a:pt x="4824" y="18337"/>
                    <a:pt x="4824" y="18145"/>
                  </a:cubicBezTo>
                  <a:lnTo>
                    <a:pt x="4824" y="15511"/>
                  </a:lnTo>
                  <a:lnTo>
                    <a:pt x="5062" y="15441"/>
                  </a:lnTo>
                  <a:cubicBezTo>
                    <a:pt x="5919" y="16126"/>
                    <a:pt x="6990" y="16503"/>
                    <a:pt x="8090" y="16503"/>
                  </a:cubicBezTo>
                  <a:cubicBezTo>
                    <a:pt x="9189" y="16503"/>
                    <a:pt x="10261" y="16126"/>
                    <a:pt x="11117" y="15441"/>
                  </a:cubicBezTo>
                  <a:lnTo>
                    <a:pt x="12653" y="15893"/>
                  </a:lnTo>
                  <a:lnTo>
                    <a:pt x="12653" y="20416"/>
                  </a:lnTo>
                  <a:cubicBezTo>
                    <a:pt x="12653" y="20585"/>
                    <a:pt x="12788" y="20720"/>
                    <a:pt x="12955" y="20720"/>
                  </a:cubicBezTo>
                  <a:cubicBezTo>
                    <a:pt x="13124" y="20720"/>
                    <a:pt x="13260" y="20585"/>
                    <a:pt x="13260" y="20416"/>
                  </a:cubicBezTo>
                  <a:lnTo>
                    <a:pt x="13260" y="16072"/>
                  </a:lnTo>
                  <a:lnTo>
                    <a:pt x="14392" y="16405"/>
                  </a:lnTo>
                  <a:cubicBezTo>
                    <a:pt x="15088" y="16609"/>
                    <a:pt x="15573" y="17256"/>
                    <a:pt x="15573" y="17981"/>
                  </a:cubicBezTo>
                  <a:lnTo>
                    <a:pt x="15573" y="20418"/>
                  </a:lnTo>
                  <a:cubicBezTo>
                    <a:pt x="15573" y="20586"/>
                    <a:pt x="15709" y="20722"/>
                    <a:pt x="15876" y="20722"/>
                  </a:cubicBezTo>
                  <a:cubicBezTo>
                    <a:pt x="16045" y="20722"/>
                    <a:pt x="16180" y="20586"/>
                    <a:pt x="16180" y="20418"/>
                  </a:cubicBezTo>
                  <a:lnTo>
                    <a:pt x="16180" y="17981"/>
                  </a:lnTo>
                  <a:cubicBezTo>
                    <a:pt x="16176" y="16990"/>
                    <a:pt x="15512" y="16103"/>
                    <a:pt x="14562" y="15823"/>
                  </a:cubicBezTo>
                  <a:lnTo>
                    <a:pt x="11145" y="14818"/>
                  </a:lnTo>
                  <a:cubicBezTo>
                    <a:pt x="10860" y="14734"/>
                    <a:pt x="10663" y="14469"/>
                    <a:pt x="10663" y="14175"/>
                  </a:cubicBezTo>
                  <a:lnTo>
                    <a:pt x="10663" y="12777"/>
                  </a:lnTo>
                  <a:cubicBezTo>
                    <a:pt x="11676" y="12074"/>
                    <a:pt x="12388" y="10968"/>
                    <a:pt x="12567" y="9691"/>
                  </a:cubicBezTo>
                  <a:lnTo>
                    <a:pt x="12747" y="9691"/>
                  </a:lnTo>
                  <a:cubicBezTo>
                    <a:pt x="13338" y="9691"/>
                    <a:pt x="13845" y="9252"/>
                    <a:pt x="13902" y="8691"/>
                  </a:cubicBezTo>
                  <a:cubicBezTo>
                    <a:pt x="13934" y="8377"/>
                    <a:pt x="13831" y="8063"/>
                    <a:pt x="13620" y="7828"/>
                  </a:cubicBezTo>
                  <a:cubicBezTo>
                    <a:pt x="13518" y="7717"/>
                    <a:pt x="13395" y="7627"/>
                    <a:pt x="13260" y="7564"/>
                  </a:cubicBezTo>
                  <a:lnTo>
                    <a:pt x="13260" y="6122"/>
                  </a:lnTo>
                  <a:lnTo>
                    <a:pt x="13604" y="6122"/>
                  </a:lnTo>
                  <a:cubicBezTo>
                    <a:pt x="13740" y="6122"/>
                    <a:pt x="13858" y="6033"/>
                    <a:pt x="13895" y="5903"/>
                  </a:cubicBezTo>
                  <a:cubicBezTo>
                    <a:pt x="13932" y="5772"/>
                    <a:pt x="13881" y="5635"/>
                    <a:pt x="13767" y="5562"/>
                  </a:cubicBezTo>
                  <a:cubicBezTo>
                    <a:pt x="13608" y="5462"/>
                    <a:pt x="13438" y="5365"/>
                    <a:pt x="13260" y="5276"/>
                  </a:cubicBezTo>
                  <a:lnTo>
                    <a:pt x="13260" y="4847"/>
                  </a:lnTo>
                  <a:cubicBezTo>
                    <a:pt x="13260" y="3863"/>
                    <a:pt x="12915" y="2913"/>
                    <a:pt x="12287" y="2159"/>
                  </a:cubicBezTo>
                  <a:lnTo>
                    <a:pt x="12287" y="1602"/>
                  </a:lnTo>
                  <a:cubicBezTo>
                    <a:pt x="12287" y="1078"/>
                    <a:pt x="11859" y="651"/>
                    <a:pt x="11333" y="651"/>
                  </a:cubicBezTo>
                  <a:lnTo>
                    <a:pt x="11009" y="651"/>
                  </a:lnTo>
                  <a:cubicBezTo>
                    <a:pt x="10803" y="651"/>
                    <a:pt x="10619" y="751"/>
                    <a:pt x="10505" y="906"/>
                  </a:cubicBezTo>
                  <a:cubicBezTo>
                    <a:pt x="10045" y="736"/>
                    <a:pt x="9561" y="651"/>
                    <a:pt x="9062" y="651"/>
                  </a:cubicBezTo>
                  <a:lnTo>
                    <a:pt x="9041" y="651"/>
                  </a:lnTo>
                  <a:lnTo>
                    <a:pt x="9041" y="629"/>
                  </a:lnTo>
                  <a:cubicBezTo>
                    <a:pt x="9041" y="284"/>
                    <a:pt x="8760" y="1"/>
                    <a:pt x="84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44" name="Google Shape;3155;p57"/>
          <p:cNvGrpSpPr/>
          <p:nvPr/>
        </p:nvGrpSpPr>
        <p:grpSpPr>
          <a:xfrm>
            <a:off x="4302720" y="2466000"/>
            <a:ext cx="538200" cy="690840"/>
            <a:chOff x="4302720" y="2466000"/>
            <a:chExt cx="538200" cy="690840"/>
          </a:xfrm>
        </p:grpSpPr>
        <p:sp>
          <p:nvSpPr>
            <p:cNvPr id="2245" name="Google Shape;3156;p57"/>
            <p:cNvSpPr/>
            <p:nvPr/>
          </p:nvSpPr>
          <p:spPr>
            <a:xfrm>
              <a:off x="4497120" y="274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6" name="Google Shape;3157;p57"/>
            <p:cNvSpPr/>
            <p:nvPr/>
          </p:nvSpPr>
          <p:spPr>
            <a:xfrm>
              <a:off x="4626720" y="274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1"/>
                  </a:moveTo>
                  <a:cubicBezTo>
                    <a:pt x="136" y="1"/>
                    <a:pt x="0" y="137"/>
                    <a:pt x="0" y="304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2" y="932"/>
                    <a:pt x="607" y="796"/>
                    <a:pt x="607" y="629"/>
                  </a:cubicBezTo>
                  <a:lnTo>
                    <a:pt x="607" y="304"/>
                  </a:lnTo>
                  <a:cubicBezTo>
                    <a:pt x="607" y="137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7" name="Google Shape;3158;p57"/>
            <p:cNvSpPr/>
            <p:nvPr/>
          </p:nvSpPr>
          <p:spPr>
            <a:xfrm>
              <a:off x="4540320" y="2833920"/>
              <a:ext cx="63000" cy="1980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906" h="608">
                  <a:moveTo>
                    <a:pt x="305" y="1"/>
                  </a:moveTo>
                  <a:cubicBezTo>
                    <a:pt x="137" y="1"/>
                    <a:pt x="1" y="136"/>
                    <a:pt x="1" y="304"/>
                  </a:cubicBezTo>
                  <a:cubicBezTo>
                    <a:pt x="1" y="472"/>
                    <a:pt x="137" y="608"/>
                    <a:pt x="305" y="608"/>
                  </a:cubicBezTo>
                  <a:lnTo>
                    <a:pt x="1602" y="608"/>
                  </a:lnTo>
                  <a:cubicBezTo>
                    <a:pt x="1770" y="608"/>
                    <a:pt x="1906" y="472"/>
                    <a:pt x="1906" y="304"/>
                  </a:cubicBezTo>
                  <a:cubicBezTo>
                    <a:pt x="1906" y="136"/>
                    <a:pt x="1770" y="1"/>
                    <a:pt x="160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8" name="Google Shape;3159;p57"/>
            <p:cNvSpPr/>
            <p:nvPr/>
          </p:nvSpPr>
          <p:spPr>
            <a:xfrm>
              <a:off x="4302720" y="2466000"/>
              <a:ext cx="538200" cy="690840"/>
            </a:xfrm>
            <a:custGeom>
              <a:avLst/>
              <a:gdLst>
                <a:gd name="textAreaLeft" fmla="*/ 0 w 538200"/>
                <a:gd name="textAreaRight" fmla="*/ 538560 w 538200"/>
                <a:gd name="textAreaTop" fmla="*/ 0 h 690840"/>
                <a:gd name="textAreaBottom" fmla="*/ 691200 h 690840"/>
              </a:gdLst>
              <a:ahLst/>
              <a:cxnLst/>
              <a:rect l="textAreaLeft" t="textAreaTop" r="textAreaRight" b="textAreaBottom"/>
              <a:pathLst>
                <a:path w="16176" h="20727">
                  <a:moveTo>
                    <a:pt x="8086" y="1909"/>
                  </a:moveTo>
                  <a:cubicBezTo>
                    <a:pt x="8635" y="1909"/>
                    <a:pt x="9082" y="2356"/>
                    <a:pt x="9082" y="2903"/>
                  </a:cubicBezTo>
                  <a:cubicBezTo>
                    <a:pt x="9082" y="3451"/>
                    <a:pt x="8635" y="3897"/>
                    <a:pt x="8086" y="3897"/>
                  </a:cubicBezTo>
                  <a:cubicBezTo>
                    <a:pt x="8086" y="3897"/>
                    <a:pt x="8085" y="3897"/>
                    <a:pt x="8084" y="3897"/>
                  </a:cubicBezTo>
                  <a:cubicBezTo>
                    <a:pt x="7538" y="3897"/>
                    <a:pt x="7092" y="3450"/>
                    <a:pt x="7092" y="2903"/>
                  </a:cubicBezTo>
                  <a:cubicBezTo>
                    <a:pt x="7092" y="2356"/>
                    <a:pt x="7539" y="1909"/>
                    <a:pt x="8086" y="1909"/>
                  </a:cubicBezTo>
                  <a:close/>
                  <a:moveTo>
                    <a:pt x="8088" y="609"/>
                  </a:moveTo>
                  <a:cubicBezTo>
                    <a:pt x="9435" y="609"/>
                    <a:pt x="10730" y="916"/>
                    <a:pt x="11830" y="1500"/>
                  </a:cubicBezTo>
                  <a:cubicBezTo>
                    <a:pt x="12891" y="2063"/>
                    <a:pt x="13698" y="2839"/>
                    <a:pt x="14165" y="3746"/>
                  </a:cubicBezTo>
                  <a:cubicBezTo>
                    <a:pt x="14323" y="4055"/>
                    <a:pt x="14309" y="4420"/>
                    <a:pt x="14126" y="4715"/>
                  </a:cubicBezTo>
                  <a:cubicBezTo>
                    <a:pt x="13945" y="5014"/>
                    <a:pt x="13626" y="5194"/>
                    <a:pt x="13276" y="5194"/>
                  </a:cubicBezTo>
                  <a:lnTo>
                    <a:pt x="13258" y="5194"/>
                  </a:lnTo>
                  <a:lnTo>
                    <a:pt x="13258" y="4851"/>
                  </a:lnTo>
                  <a:cubicBezTo>
                    <a:pt x="13258" y="4327"/>
                    <a:pt x="12831" y="3898"/>
                    <a:pt x="12304" y="3898"/>
                  </a:cubicBezTo>
                  <a:lnTo>
                    <a:pt x="9340" y="3898"/>
                  </a:lnTo>
                  <a:cubicBezTo>
                    <a:pt x="9556" y="3624"/>
                    <a:pt x="9687" y="3280"/>
                    <a:pt x="9687" y="2903"/>
                  </a:cubicBezTo>
                  <a:cubicBezTo>
                    <a:pt x="9687" y="2022"/>
                    <a:pt x="8969" y="1302"/>
                    <a:pt x="8085" y="1302"/>
                  </a:cubicBezTo>
                  <a:cubicBezTo>
                    <a:pt x="7204" y="1302"/>
                    <a:pt x="6484" y="2020"/>
                    <a:pt x="6484" y="2903"/>
                  </a:cubicBezTo>
                  <a:cubicBezTo>
                    <a:pt x="6484" y="3279"/>
                    <a:pt x="6614" y="3624"/>
                    <a:pt x="6833" y="3898"/>
                  </a:cubicBezTo>
                  <a:lnTo>
                    <a:pt x="3869" y="3898"/>
                  </a:lnTo>
                  <a:cubicBezTo>
                    <a:pt x="3344" y="3898"/>
                    <a:pt x="2915" y="4327"/>
                    <a:pt x="2915" y="4851"/>
                  </a:cubicBezTo>
                  <a:lnTo>
                    <a:pt x="2915" y="5197"/>
                  </a:lnTo>
                  <a:lnTo>
                    <a:pt x="2898" y="5197"/>
                  </a:lnTo>
                  <a:lnTo>
                    <a:pt x="2898" y="5195"/>
                  </a:lnTo>
                  <a:cubicBezTo>
                    <a:pt x="2548" y="5195"/>
                    <a:pt x="2230" y="5017"/>
                    <a:pt x="2047" y="4717"/>
                  </a:cubicBezTo>
                  <a:cubicBezTo>
                    <a:pt x="1864" y="4420"/>
                    <a:pt x="1851" y="4057"/>
                    <a:pt x="2011" y="3746"/>
                  </a:cubicBezTo>
                  <a:cubicBezTo>
                    <a:pt x="2475" y="2839"/>
                    <a:pt x="3284" y="2065"/>
                    <a:pt x="4346" y="1500"/>
                  </a:cubicBezTo>
                  <a:cubicBezTo>
                    <a:pt x="5446" y="918"/>
                    <a:pt x="6740" y="609"/>
                    <a:pt x="8088" y="609"/>
                  </a:cubicBezTo>
                  <a:close/>
                  <a:moveTo>
                    <a:pt x="12304" y="4505"/>
                  </a:moveTo>
                  <a:cubicBezTo>
                    <a:pt x="12495" y="4505"/>
                    <a:pt x="12651" y="4660"/>
                    <a:pt x="12651" y="4851"/>
                  </a:cubicBezTo>
                  <a:lnTo>
                    <a:pt x="12651" y="5845"/>
                  </a:lnTo>
                  <a:lnTo>
                    <a:pt x="11008" y="5845"/>
                  </a:lnTo>
                  <a:cubicBezTo>
                    <a:pt x="10840" y="5845"/>
                    <a:pt x="10704" y="5981"/>
                    <a:pt x="10704" y="6149"/>
                  </a:cubicBezTo>
                  <a:cubicBezTo>
                    <a:pt x="10704" y="6316"/>
                    <a:pt x="10840" y="6452"/>
                    <a:pt x="11008" y="6452"/>
                  </a:cubicBezTo>
                  <a:lnTo>
                    <a:pt x="12488" y="6452"/>
                  </a:lnTo>
                  <a:cubicBezTo>
                    <a:pt x="12258" y="6676"/>
                    <a:pt x="11824" y="6877"/>
                    <a:pt x="11433" y="7007"/>
                  </a:cubicBezTo>
                  <a:cubicBezTo>
                    <a:pt x="10544" y="7304"/>
                    <a:pt x="9356" y="7466"/>
                    <a:pt x="8088" y="7466"/>
                  </a:cubicBezTo>
                  <a:cubicBezTo>
                    <a:pt x="6818" y="7466"/>
                    <a:pt x="5630" y="7303"/>
                    <a:pt x="4742" y="7007"/>
                  </a:cubicBezTo>
                  <a:cubicBezTo>
                    <a:pt x="4353" y="6877"/>
                    <a:pt x="3918" y="6676"/>
                    <a:pt x="3686" y="6452"/>
                  </a:cubicBezTo>
                  <a:lnTo>
                    <a:pt x="9709" y="6452"/>
                  </a:lnTo>
                  <a:cubicBezTo>
                    <a:pt x="9876" y="6452"/>
                    <a:pt x="10012" y="6316"/>
                    <a:pt x="10012" y="6149"/>
                  </a:cubicBezTo>
                  <a:cubicBezTo>
                    <a:pt x="10012" y="5981"/>
                    <a:pt x="9876" y="5845"/>
                    <a:pt x="9709" y="5845"/>
                  </a:cubicBezTo>
                  <a:lnTo>
                    <a:pt x="3525" y="5845"/>
                  </a:lnTo>
                  <a:lnTo>
                    <a:pt x="3525" y="4851"/>
                  </a:lnTo>
                  <a:cubicBezTo>
                    <a:pt x="3525" y="4660"/>
                    <a:pt x="3679" y="4505"/>
                    <a:pt x="3871" y="4505"/>
                  </a:cubicBezTo>
                  <a:close/>
                  <a:moveTo>
                    <a:pt x="12648" y="7099"/>
                  </a:moveTo>
                  <a:lnTo>
                    <a:pt x="12648" y="8114"/>
                  </a:lnTo>
                  <a:lnTo>
                    <a:pt x="12304" y="8114"/>
                  </a:lnTo>
                  <a:cubicBezTo>
                    <a:pt x="12115" y="8114"/>
                    <a:pt x="11960" y="7959"/>
                    <a:pt x="11960" y="7769"/>
                  </a:cubicBezTo>
                  <a:lnTo>
                    <a:pt x="11960" y="7459"/>
                  </a:lnTo>
                  <a:lnTo>
                    <a:pt x="11958" y="7459"/>
                  </a:lnTo>
                  <a:cubicBezTo>
                    <a:pt x="12244" y="7343"/>
                    <a:pt x="12469" y="7222"/>
                    <a:pt x="12648" y="7099"/>
                  </a:cubicBezTo>
                  <a:close/>
                  <a:moveTo>
                    <a:pt x="3523" y="7100"/>
                  </a:moveTo>
                  <a:cubicBezTo>
                    <a:pt x="3702" y="7222"/>
                    <a:pt x="3928" y="7344"/>
                    <a:pt x="4215" y="7459"/>
                  </a:cubicBezTo>
                  <a:lnTo>
                    <a:pt x="4215" y="7770"/>
                  </a:lnTo>
                  <a:cubicBezTo>
                    <a:pt x="4215" y="7961"/>
                    <a:pt x="4060" y="8116"/>
                    <a:pt x="3871" y="8116"/>
                  </a:cubicBezTo>
                  <a:lnTo>
                    <a:pt x="3523" y="8116"/>
                  </a:lnTo>
                  <a:lnTo>
                    <a:pt x="3523" y="7100"/>
                  </a:lnTo>
                  <a:close/>
                  <a:moveTo>
                    <a:pt x="11353" y="7664"/>
                  </a:moveTo>
                  <a:lnTo>
                    <a:pt x="11353" y="7769"/>
                  </a:lnTo>
                  <a:cubicBezTo>
                    <a:pt x="11353" y="8293"/>
                    <a:pt x="11780" y="8721"/>
                    <a:pt x="12304" y="8721"/>
                  </a:cubicBezTo>
                  <a:lnTo>
                    <a:pt x="12791" y="8721"/>
                  </a:lnTo>
                  <a:cubicBezTo>
                    <a:pt x="12934" y="8721"/>
                    <a:pt x="13072" y="8783"/>
                    <a:pt x="13168" y="8890"/>
                  </a:cubicBezTo>
                  <a:cubicBezTo>
                    <a:pt x="13265" y="8997"/>
                    <a:pt x="13311" y="9137"/>
                    <a:pt x="13296" y="9284"/>
                  </a:cubicBezTo>
                  <a:cubicBezTo>
                    <a:pt x="13272" y="9537"/>
                    <a:pt x="13029" y="9737"/>
                    <a:pt x="12745" y="9737"/>
                  </a:cubicBezTo>
                  <a:lnTo>
                    <a:pt x="12608" y="9737"/>
                  </a:lnTo>
                  <a:lnTo>
                    <a:pt x="12608" y="9719"/>
                  </a:lnTo>
                  <a:cubicBezTo>
                    <a:pt x="12608" y="9551"/>
                    <a:pt x="12472" y="9415"/>
                    <a:pt x="12304" y="9415"/>
                  </a:cubicBezTo>
                  <a:cubicBezTo>
                    <a:pt x="12137" y="9415"/>
                    <a:pt x="12001" y="9551"/>
                    <a:pt x="12001" y="9719"/>
                  </a:cubicBezTo>
                  <a:cubicBezTo>
                    <a:pt x="11998" y="11876"/>
                    <a:pt x="10244" y="13628"/>
                    <a:pt x="8088" y="13628"/>
                  </a:cubicBezTo>
                  <a:cubicBezTo>
                    <a:pt x="5928" y="13628"/>
                    <a:pt x="4172" y="11873"/>
                    <a:pt x="4172" y="9715"/>
                  </a:cubicBezTo>
                  <a:cubicBezTo>
                    <a:pt x="4172" y="9548"/>
                    <a:pt x="4036" y="9412"/>
                    <a:pt x="3869" y="9412"/>
                  </a:cubicBezTo>
                  <a:cubicBezTo>
                    <a:pt x="3701" y="9412"/>
                    <a:pt x="3565" y="9548"/>
                    <a:pt x="3565" y="9715"/>
                  </a:cubicBezTo>
                  <a:lnTo>
                    <a:pt x="3565" y="9737"/>
                  </a:lnTo>
                  <a:lnTo>
                    <a:pt x="3384" y="9737"/>
                  </a:lnTo>
                  <a:cubicBezTo>
                    <a:pt x="3241" y="9737"/>
                    <a:pt x="3104" y="9677"/>
                    <a:pt x="3006" y="9570"/>
                  </a:cubicBezTo>
                  <a:cubicBezTo>
                    <a:pt x="2908" y="9462"/>
                    <a:pt x="2864" y="9321"/>
                    <a:pt x="2878" y="9175"/>
                  </a:cubicBezTo>
                  <a:cubicBezTo>
                    <a:pt x="2904" y="8921"/>
                    <a:pt x="3146" y="8721"/>
                    <a:pt x="3429" y="8721"/>
                  </a:cubicBezTo>
                  <a:lnTo>
                    <a:pt x="3871" y="8721"/>
                  </a:lnTo>
                  <a:cubicBezTo>
                    <a:pt x="4396" y="8721"/>
                    <a:pt x="4822" y="8294"/>
                    <a:pt x="4822" y="7769"/>
                  </a:cubicBezTo>
                  <a:lnTo>
                    <a:pt x="4822" y="7664"/>
                  </a:lnTo>
                  <a:cubicBezTo>
                    <a:pt x="5733" y="7927"/>
                    <a:pt x="6878" y="8071"/>
                    <a:pt x="8088" y="8071"/>
                  </a:cubicBezTo>
                  <a:cubicBezTo>
                    <a:pt x="9296" y="8071"/>
                    <a:pt x="10440" y="7929"/>
                    <a:pt x="11353" y="7664"/>
                  </a:cubicBezTo>
                  <a:close/>
                  <a:moveTo>
                    <a:pt x="6116" y="13784"/>
                  </a:moveTo>
                  <a:cubicBezTo>
                    <a:pt x="6713" y="14072"/>
                    <a:pt x="7379" y="14237"/>
                    <a:pt x="8086" y="14237"/>
                  </a:cubicBezTo>
                  <a:cubicBezTo>
                    <a:pt x="8791" y="14237"/>
                    <a:pt x="9456" y="14077"/>
                    <a:pt x="10052" y="13787"/>
                  </a:cubicBezTo>
                  <a:lnTo>
                    <a:pt x="10052" y="14440"/>
                  </a:lnTo>
                  <a:lnTo>
                    <a:pt x="8084" y="15532"/>
                  </a:lnTo>
                  <a:lnTo>
                    <a:pt x="7347" y="15121"/>
                  </a:lnTo>
                  <a:cubicBezTo>
                    <a:pt x="7300" y="15095"/>
                    <a:pt x="7249" y="15083"/>
                    <a:pt x="7199" y="15083"/>
                  </a:cubicBezTo>
                  <a:cubicBezTo>
                    <a:pt x="7093" y="15083"/>
                    <a:pt x="6989" y="15139"/>
                    <a:pt x="6934" y="15239"/>
                  </a:cubicBezTo>
                  <a:cubicBezTo>
                    <a:pt x="6852" y="15385"/>
                    <a:pt x="6905" y="15571"/>
                    <a:pt x="7051" y="15652"/>
                  </a:cubicBezTo>
                  <a:lnTo>
                    <a:pt x="7555" y="15932"/>
                  </a:lnTo>
                  <a:lnTo>
                    <a:pt x="5913" y="17340"/>
                  </a:lnTo>
                  <a:cubicBezTo>
                    <a:pt x="5911" y="17341"/>
                    <a:pt x="5907" y="17346"/>
                    <a:pt x="5899" y="17346"/>
                  </a:cubicBezTo>
                  <a:cubicBezTo>
                    <a:pt x="5898" y="17346"/>
                    <a:pt x="5897" y="17346"/>
                    <a:pt x="5896" y="17346"/>
                  </a:cubicBezTo>
                  <a:cubicBezTo>
                    <a:pt x="5886" y="17344"/>
                    <a:pt x="5883" y="17339"/>
                    <a:pt x="5880" y="17334"/>
                  </a:cubicBezTo>
                  <a:lnTo>
                    <a:pt x="4857" y="15546"/>
                  </a:lnTo>
                  <a:lnTo>
                    <a:pt x="5283" y="14697"/>
                  </a:lnTo>
                  <a:cubicBezTo>
                    <a:pt x="5283" y="14694"/>
                    <a:pt x="5286" y="14688"/>
                    <a:pt x="5294" y="14685"/>
                  </a:cubicBezTo>
                  <a:cubicBezTo>
                    <a:pt x="5296" y="14685"/>
                    <a:pt x="5297" y="14685"/>
                    <a:pt x="5298" y="14685"/>
                  </a:cubicBezTo>
                  <a:cubicBezTo>
                    <a:pt x="5306" y="14685"/>
                    <a:pt x="5309" y="14688"/>
                    <a:pt x="5312" y="14688"/>
                  </a:cubicBezTo>
                  <a:lnTo>
                    <a:pt x="5976" y="15055"/>
                  </a:lnTo>
                  <a:cubicBezTo>
                    <a:pt x="6022" y="15081"/>
                    <a:pt x="6073" y="15094"/>
                    <a:pt x="6123" y="15094"/>
                  </a:cubicBezTo>
                  <a:cubicBezTo>
                    <a:pt x="6229" y="15094"/>
                    <a:pt x="6332" y="15037"/>
                    <a:pt x="6387" y="14938"/>
                  </a:cubicBezTo>
                  <a:cubicBezTo>
                    <a:pt x="6468" y="14791"/>
                    <a:pt x="6415" y="14607"/>
                    <a:pt x="6270" y="14525"/>
                  </a:cubicBezTo>
                  <a:lnTo>
                    <a:pt x="6116" y="14440"/>
                  </a:lnTo>
                  <a:lnTo>
                    <a:pt x="6116" y="13784"/>
                  </a:lnTo>
                  <a:close/>
                  <a:moveTo>
                    <a:pt x="10866" y="14685"/>
                  </a:moveTo>
                  <a:cubicBezTo>
                    <a:pt x="10868" y="14685"/>
                    <a:pt x="10869" y="14685"/>
                    <a:pt x="10870" y="14685"/>
                  </a:cubicBezTo>
                  <a:cubicBezTo>
                    <a:pt x="10880" y="14687"/>
                    <a:pt x="10883" y="14694"/>
                    <a:pt x="10883" y="14697"/>
                  </a:cubicBezTo>
                  <a:lnTo>
                    <a:pt x="11308" y="15546"/>
                  </a:lnTo>
                  <a:lnTo>
                    <a:pt x="10284" y="17334"/>
                  </a:lnTo>
                  <a:cubicBezTo>
                    <a:pt x="10283" y="17339"/>
                    <a:pt x="10280" y="17344"/>
                    <a:pt x="10270" y="17346"/>
                  </a:cubicBezTo>
                  <a:cubicBezTo>
                    <a:pt x="10269" y="17346"/>
                    <a:pt x="10267" y="17346"/>
                    <a:pt x="10266" y="17346"/>
                  </a:cubicBezTo>
                  <a:cubicBezTo>
                    <a:pt x="10260" y="17346"/>
                    <a:pt x="10255" y="17344"/>
                    <a:pt x="10253" y="17340"/>
                  </a:cubicBezTo>
                  <a:lnTo>
                    <a:pt x="8612" y="15933"/>
                  </a:lnTo>
                  <a:lnTo>
                    <a:pt x="10854" y="14688"/>
                  </a:lnTo>
                  <a:cubicBezTo>
                    <a:pt x="10855" y="14688"/>
                    <a:pt x="10860" y="14685"/>
                    <a:pt x="10866" y="14685"/>
                  </a:cubicBezTo>
                  <a:close/>
                  <a:moveTo>
                    <a:pt x="8082" y="16280"/>
                  </a:moveTo>
                  <a:lnTo>
                    <a:pt x="8741" y="16845"/>
                  </a:lnTo>
                  <a:lnTo>
                    <a:pt x="8595" y="17287"/>
                  </a:lnTo>
                  <a:cubicBezTo>
                    <a:pt x="8548" y="17427"/>
                    <a:pt x="8415" y="17523"/>
                    <a:pt x="8265" y="17523"/>
                  </a:cubicBezTo>
                  <a:lnTo>
                    <a:pt x="7904" y="17523"/>
                  </a:lnTo>
                  <a:cubicBezTo>
                    <a:pt x="7754" y="17523"/>
                    <a:pt x="7622" y="17427"/>
                    <a:pt x="7575" y="17287"/>
                  </a:cubicBezTo>
                  <a:lnTo>
                    <a:pt x="7427" y="16840"/>
                  </a:lnTo>
                  <a:lnTo>
                    <a:pt x="8082" y="16280"/>
                  </a:lnTo>
                  <a:close/>
                  <a:moveTo>
                    <a:pt x="8089" y="1"/>
                  </a:moveTo>
                  <a:cubicBezTo>
                    <a:pt x="6641" y="1"/>
                    <a:pt x="5250" y="332"/>
                    <a:pt x="4063" y="961"/>
                  </a:cubicBezTo>
                  <a:cubicBezTo>
                    <a:pt x="2891" y="1582"/>
                    <a:pt x="1997" y="2447"/>
                    <a:pt x="1473" y="3466"/>
                  </a:cubicBezTo>
                  <a:cubicBezTo>
                    <a:pt x="1216" y="3965"/>
                    <a:pt x="1240" y="4550"/>
                    <a:pt x="1533" y="5029"/>
                  </a:cubicBezTo>
                  <a:cubicBezTo>
                    <a:pt x="1827" y="5511"/>
                    <a:pt x="2337" y="5799"/>
                    <a:pt x="2901" y="5799"/>
                  </a:cubicBezTo>
                  <a:lnTo>
                    <a:pt x="2921" y="5799"/>
                  </a:lnTo>
                  <a:lnTo>
                    <a:pt x="2921" y="8227"/>
                  </a:lnTo>
                  <a:cubicBezTo>
                    <a:pt x="2571" y="8393"/>
                    <a:pt x="2318" y="8723"/>
                    <a:pt x="2278" y="9113"/>
                  </a:cubicBezTo>
                  <a:cubicBezTo>
                    <a:pt x="2247" y="9427"/>
                    <a:pt x="2350" y="9741"/>
                    <a:pt x="2561" y="9972"/>
                  </a:cubicBezTo>
                  <a:cubicBezTo>
                    <a:pt x="2771" y="10206"/>
                    <a:pt x="3072" y="10341"/>
                    <a:pt x="3386" y="10341"/>
                  </a:cubicBezTo>
                  <a:lnTo>
                    <a:pt x="3613" y="10341"/>
                  </a:lnTo>
                  <a:cubicBezTo>
                    <a:pt x="3792" y="11615"/>
                    <a:pt x="4503" y="12720"/>
                    <a:pt x="5513" y="13426"/>
                  </a:cubicBezTo>
                  <a:lnTo>
                    <a:pt x="5513" y="14111"/>
                  </a:lnTo>
                  <a:cubicBezTo>
                    <a:pt x="5445" y="14088"/>
                    <a:pt x="5374" y="14076"/>
                    <a:pt x="5303" y="14076"/>
                  </a:cubicBezTo>
                  <a:cubicBezTo>
                    <a:pt x="5242" y="14076"/>
                    <a:pt x="5180" y="14085"/>
                    <a:pt x="5120" y="14104"/>
                  </a:cubicBezTo>
                  <a:cubicBezTo>
                    <a:pt x="4957" y="14154"/>
                    <a:pt x="4820" y="14270"/>
                    <a:pt x="4743" y="14424"/>
                  </a:cubicBezTo>
                  <a:lnTo>
                    <a:pt x="4305" y="15301"/>
                  </a:lnTo>
                  <a:lnTo>
                    <a:pt x="1587" y="16139"/>
                  </a:lnTo>
                  <a:cubicBezTo>
                    <a:pt x="637" y="16432"/>
                    <a:pt x="0" y="17296"/>
                    <a:pt x="0" y="18290"/>
                  </a:cubicBezTo>
                  <a:lnTo>
                    <a:pt x="0" y="20421"/>
                  </a:lnTo>
                  <a:cubicBezTo>
                    <a:pt x="0" y="20589"/>
                    <a:pt x="136" y="20725"/>
                    <a:pt x="304" y="20725"/>
                  </a:cubicBezTo>
                  <a:cubicBezTo>
                    <a:pt x="471" y="20725"/>
                    <a:pt x="607" y="20589"/>
                    <a:pt x="607" y="20421"/>
                  </a:cubicBezTo>
                  <a:lnTo>
                    <a:pt x="607" y="18290"/>
                  </a:lnTo>
                  <a:cubicBezTo>
                    <a:pt x="607" y="17563"/>
                    <a:pt x="1073" y="16933"/>
                    <a:pt x="1765" y="16719"/>
                  </a:cubicBezTo>
                  <a:lnTo>
                    <a:pt x="4375" y="15915"/>
                  </a:lnTo>
                  <a:lnTo>
                    <a:pt x="5356" y="17634"/>
                  </a:lnTo>
                  <a:cubicBezTo>
                    <a:pt x="5449" y="17797"/>
                    <a:pt x="5607" y="17910"/>
                    <a:pt x="5793" y="17941"/>
                  </a:cubicBezTo>
                  <a:cubicBezTo>
                    <a:pt x="5829" y="17949"/>
                    <a:pt x="5864" y="17950"/>
                    <a:pt x="5900" y="17950"/>
                  </a:cubicBezTo>
                  <a:cubicBezTo>
                    <a:pt x="6048" y="17950"/>
                    <a:pt x="6193" y="17899"/>
                    <a:pt x="6307" y="17799"/>
                  </a:cubicBezTo>
                  <a:lnTo>
                    <a:pt x="6931" y="17264"/>
                  </a:lnTo>
                  <a:lnTo>
                    <a:pt x="7002" y="17477"/>
                  </a:lnTo>
                  <a:cubicBezTo>
                    <a:pt x="7055" y="17639"/>
                    <a:pt x="7148" y="17776"/>
                    <a:pt x="7268" y="17884"/>
                  </a:cubicBezTo>
                  <a:lnTo>
                    <a:pt x="6814" y="20366"/>
                  </a:lnTo>
                  <a:cubicBezTo>
                    <a:pt x="6784" y="20531"/>
                    <a:pt x="6892" y="20689"/>
                    <a:pt x="7060" y="20719"/>
                  </a:cubicBezTo>
                  <a:cubicBezTo>
                    <a:pt x="7077" y="20723"/>
                    <a:pt x="7097" y="20725"/>
                    <a:pt x="7114" y="20725"/>
                  </a:cubicBezTo>
                  <a:cubicBezTo>
                    <a:pt x="7257" y="20725"/>
                    <a:pt x="7385" y="20621"/>
                    <a:pt x="7412" y="20475"/>
                  </a:cubicBezTo>
                  <a:lnTo>
                    <a:pt x="7841" y="18126"/>
                  </a:lnTo>
                  <a:cubicBezTo>
                    <a:pt x="7862" y="18127"/>
                    <a:pt x="7884" y="18127"/>
                    <a:pt x="7905" y="18127"/>
                  </a:cubicBezTo>
                  <a:lnTo>
                    <a:pt x="8268" y="18127"/>
                  </a:lnTo>
                  <a:cubicBezTo>
                    <a:pt x="8289" y="18127"/>
                    <a:pt x="8312" y="18126"/>
                    <a:pt x="8333" y="18126"/>
                  </a:cubicBezTo>
                  <a:lnTo>
                    <a:pt x="8761" y="20473"/>
                  </a:lnTo>
                  <a:cubicBezTo>
                    <a:pt x="8788" y="20619"/>
                    <a:pt x="8916" y="20723"/>
                    <a:pt x="9059" y="20723"/>
                  </a:cubicBezTo>
                  <a:cubicBezTo>
                    <a:pt x="9076" y="20723"/>
                    <a:pt x="9096" y="20721"/>
                    <a:pt x="9113" y="20718"/>
                  </a:cubicBezTo>
                  <a:cubicBezTo>
                    <a:pt x="9278" y="20688"/>
                    <a:pt x="9389" y="20528"/>
                    <a:pt x="9359" y="20364"/>
                  </a:cubicBezTo>
                  <a:lnTo>
                    <a:pt x="8906" y="17881"/>
                  </a:lnTo>
                  <a:cubicBezTo>
                    <a:pt x="9025" y="17774"/>
                    <a:pt x="9118" y="17636"/>
                    <a:pt x="9170" y="17477"/>
                  </a:cubicBezTo>
                  <a:lnTo>
                    <a:pt x="9240" y="17270"/>
                  </a:lnTo>
                  <a:lnTo>
                    <a:pt x="9859" y="17800"/>
                  </a:lnTo>
                  <a:cubicBezTo>
                    <a:pt x="9973" y="17899"/>
                    <a:pt x="10117" y="17953"/>
                    <a:pt x="10266" y="17953"/>
                  </a:cubicBezTo>
                  <a:cubicBezTo>
                    <a:pt x="10301" y="17953"/>
                    <a:pt x="10337" y="17949"/>
                    <a:pt x="10374" y="17943"/>
                  </a:cubicBezTo>
                  <a:cubicBezTo>
                    <a:pt x="10560" y="17911"/>
                    <a:pt x="10719" y="17799"/>
                    <a:pt x="10811" y="17636"/>
                  </a:cubicBezTo>
                  <a:lnTo>
                    <a:pt x="11795" y="15915"/>
                  </a:lnTo>
                  <a:lnTo>
                    <a:pt x="14409" y="16720"/>
                  </a:lnTo>
                  <a:cubicBezTo>
                    <a:pt x="15103" y="16935"/>
                    <a:pt x="15569" y="17564"/>
                    <a:pt x="15569" y="18291"/>
                  </a:cubicBezTo>
                  <a:lnTo>
                    <a:pt x="15569" y="20423"/>
                  </a:lnTo>
                  <a:cubicBezTo>
                    <a:pt x="15569" y="20591"/>
                    <a:pt x="15704" y="20726"/>
                    <a:pt x="15873" y="20726"/>
                  </a:cubicBezTo>
                  <a:cubicBezTo>
                    <a:pt x="16040" y="20726"/>
                    <a:pt x="16176" y="20591"/>
                    <a:pt x="16176" y="20423"/>
                  </a:cubicBezTo>
                  <a:lnTo>
                    <a:pt x="16176" y="18291"/>
                  </a:lnTo>
                  <a:cubicBezTo>
                    <a:pt x="16176" y="17296"/>
                    <a:pt x="15537" y="16432"/>
                    <a:pt x="14587" y="16139"/>
                  </a:cubicBezTo>
                  <a:lnTo>
                    <a:pt x="11862" y="15299"/>
                  </a:lnTo>
                  <a:lnTo>
                    <a:pt x="11425" y="14424"/>
                  </a:lnTo>
                  <a:cubicBezTo>
                    <a:pt x="11351" y="14270"/>
                    <a:pt x="11213" y="14155"/>
                    <a:pt x="11051" y="14104"/>
                  </a:cubicBezTo>
                  <a:cubicBezTo>
                    <a:pt x="10991" y="14085"/>
                    <a:pt x="10929" y="14076"/>
                    <a:pt x="10868" y="14076"/>
                  </a:cubicBezTo>
                  <a:cubicBezTo>
                    <a:pt x="10797" y="14076"/>
                    <a:pt x="10726" y="14088"/>
                    <a:pt x="10659" y="14111"/>
                  </a:cubicBezTo>
                  <a:lnTo>
                    <a:pt x="10659" y="13428"/>
                  </a:lnTo>
                  <a:cubicBezTo>
                    <a:pt x="11673" y="12726"/>
                    <a:pt x="12387" y="11618"/>
                    <a:pt x="12565" y="10341"/>
                  </a:cubicBezTo>
                  <a:lnTo>
                    <a:pt x="12745" y="10341"/>
                  </a:lnTo>
                  <a:cubicBezTo>
                    <a:pt x="13336" y="10341"/>
                    <a:pt x="13845" y="9901"/>
                    <a:pt x="13900" y="9338"/>
                  </a:cubicBezTo>
                  <a:cubicBezTo>
                    <a:pt x="13932" y="9024"/>
                    <a:pt x="13829" y="8711"/>
                    <a:pt x="13618" y="8478"/>
                  </a:cubicBezTo>
                  <a:cubicBezTo>
                    <a:pt x="13516" y="8366"/>
                    <a:pt x="13393" y="8277"/>
                    <a:pt x="13258" y="8214"/>
                  </a:cubicBezTo>
                  <a:lnTo>
                    <a:pt x="13258" y="5799"/>
                  </a:lnTo>
                  <a:lnTo>
                    <a:pt x="13276" y="5799"/>
                  </a:lnTo>
                  <a:cubicBezTo>
                    <a:pt x="13839" y="5799"/>
                    <a:pt x="14352" y="5511"/>
                    <a:pt x="14646" y="5029"/>
                  </a:cubicBezTo>
                  <a:cubicBezTo>
                    <a:pt x="14939" y="4550"/>
                    <a:pt x="14960" y="3965"/>
                    <a:pt x="14705" y="3466"/>
                  </a:cubicBezTo>
                  <a:cubicBezTo>
                    <a:pt x="14183" y="2447"/>
                    <a:pt x="13288" y="1582"/>
                    <a:pt x="12115" y="961"/>
                  </a:cubicBezTo>
                  <a:cubicBezTo>
                    <a:pt x="10927" y="332"/>
                    <a:pt x="9537" y="1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49" name="Google Shape;3160;p57"/>
            <p:cNvSpPr/>
            <p:nvPr/>
          </p:nvSpPr>
          <p:spPr>
            <a:xfrm>
              <a:off x="4378320" y="3104280"/>
              <a:ext cx="117000" cy="5220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3528" h="1581">
                  <a:moveTo>
                    <a:pt x="628" y="1"/>
                  </a:moveTo>
                  <a:cubicBezTo>
                    <a:pt x="281" y="1"/>
                    <a:pt x="0" y="282"/>
                    <a:pt x="0" y="629"/>
                  </a:cubicBezTo>
                  <a:lnTo>
                    <a:pt x="0" y="1276"/>
                  </a:lnTo>
                  <a:cubicBezTo>
                    <a:pt x="0" y="1445"/>
                    <a:pt x="136" y="1580"/>
                    <a:pt x="303" y="1580"/>
                  </a:cubicBezTo>
                  <a:cubicBezTo>
                    <a:pt x="471" y="1580"/>
                    <a:pt x="607" y="1445"/>
                    <a:pt x="607" y="1276"/>
                  </a:cubicBezTo>
                  <a:lnTo>
                    <a:pt x="607" y="629"/>
                  </a:lnTo>
                  <a:cubicBezTo>
                    <a:pt x="607" y="618"/>
                    <a:pt x="616" y="608"/>
                    <a:pt x="628" y="608"/>
                  </a:cubicBezTo>
                  <a:lnTo>
                    <a:pt x="2898" y="608"/>
                  </a:lnTo>
                  <a:cubicBezTo>
                    <a:pt x="2909" y="608"/>
                    <a:pt x="2919" y="616"/>
                    <a:pt x="2919" y="629"/>
                  </a:cubicBezTo>
                  <a:lnTo>
                    <a:pt x="2919" y="1276"/>
                  </a:lnTo>
                  <a:cubicBezTo>
                    <a:pt x="2919" y="1445"/>
                    <a:pt x="3055" y="1580"/>
                    <a:pt x="3223" y="1580"/>
                  </a:cubicBezTo>
                  <a:cubicBezTo>
                    <a:pt x="3391" y="1580"/>
                    <a:pt x="3526" y="1445"/>
                    <a:pt x="3526" y="1276"/>
                  </a:cubicBezTo>
                  <a:lnTo>
                    <a:pt x="3526" y="629"/>
                  </a:lnTo>
                  <a:cubicBezTo>
                    <a:pt x="3528" y="282"/>
                    <a:pt x="3245" y="1"/>
                    <a:pt x="289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50" name="Google Shape;3161;p57"/>
            <p:cNvSpPr/>
            <p:nvPr/>
          </p:nvSpPr>
          <p:spPr>
            <a:xfrm>
              <a:off x="4648320" y="3104280"/>
              <a:ext cx="117000" cy="5220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3528" h="1581">
                  <a:moveTo>
                    <a:pt x="629" y="1"/>
                  </a:moveTo>
                  <a:cubicBezTo>
                    <a:pt x="283" y="1"/>
                    <a:pt x="0" y="282"/>
                    <a:pt x="0" y="629"/>
                  </a:cubicBezTo>
                  <a:lnTo>
                    <a:pt x="0" y="1276"/>
                  </a:lnTo>
                  <a:cubicBezTo>
                    <a:pt x="0" y="1445"/>
                    <a:pt x="136" y="1580"/>
                    <a:pt x="304" y="1580"/>
                  </a:cubicBezTo>
                  <a:cubicBezTo>
                    <a:pt x="471" y="1580"/>
                    <a:pt x="607" y="1445"/>
                    <a:pt x="607" y="1276"/>
                  </a:cubicBezTo>
                  <a:lnTo>
                    <a:pt x="607" y="629"/>
                  </a:lnTo>
                  <a:cubicBezTo>
                    <a:pt x="607" y="618"/>
                    <a:pt x="617" y="608"/>
                    <a:pt x="629" y="608"/>
                  </a:cubicBezTo>
                  <a:lnTo>
                    <a:pt x="2899" y="608"/>
                  </a:lnTo>
                  <a:cubicBezTo>
                    <a:pt x="2911" y="608"/>
                    <a:pt x="2921" y="616"/>
                    <a:pt x="2921" y="629"/>
                  </a:cubicBezTo>
                  <a:lnTo>
                    <a:pt x="2921" y="1276"/>
                  </a:lnTo>
                  <a:cubicBezTo>
                    <a:pt x="2921" y="1445"/>
                    <a:pt x="3056" y="1580"/>
                    <a:pt x="3225" y="1580"/>
                  </a:cubicBezTo>
                  <a:cubicBezTo>
                    <a:pt x="3392" y="1580"/>
                    <a:pt x="3528" y="1445"/>
                    <a:pt x="3528" y="1276"/>
                  </a:cubicBezTo>
                  <a:lnTo>
                    <a:pt x="3528" y="629"/>
                  </a:lnTo>
                  <a:cubicBezTo>
                    <a:pt x="3528" y="282"/>
                    <a:pt x="3246" y="1"/>
                    <a:pt x="28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51" name="Google Shape;3162;p57"/>
          <p:cNvGrpSpPr/>
          <p:nvPr/>
        </p:nvGrpSpPr>
        <p:grpSpPr>
          <a:xfrm>
            <a:off x="6959880" y="2466000"/>
            <a:ext cx="538200" cy="690840"/>
            <a:chOff x="6959880" y="2466000"/>
            <a:chExt cx="538200" cy="690840"/>
          </a:xfrm>
        </p:grpSpPr>
        <p:sp>
          <p:nvSpPr>
            <p:cNvPr id="2252" name="Google Shape;3163;p57"/>
            <p:cNvSpPr/>
            <p:nvPr/>
          </p:nvSpPr>
          <p:spPr>
            <a:xfrm>
              <a:off x="6959880" y="2466000"/>
              <a:ext cx="538200" cy="690840"/>
            </a:xfrm>
            <a:custGeom>
              <a:avLst/>
              <a:gdLst>
                <a:gd name="textAreaLeft" fmla="*/ 0 w 538200"/>
                <a:gd name="textAreaRight" fmla="*/ 538560 w 538200"/>
                <a:gd name="textAreaTop" fmla="*/ 0 h 690840"/>
                <a:gd name="textAreaBottom" fmla="*/ 691200 h 6908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53" name="Google Shape;3164;p57"/>
            <p:cNvSpPr/>
            <p:nvPr/>
          </p:nvSpPr>
          <p:spPr>
            <a:xfrm>
              <a:off x="7143120" y="267156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54" name="Google Shape;3165;p57"/>
            <p:cNvSpPr/>
            <p:nvPr/>
          </p:nvSpPr>
          <p:spPr>
            <a:xfrm>
              <a:off x="7261920" y="267156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55" name="Google Shape;3166;p57"/>
            <p:cNvSpPr/>
            <p:nvPr/>
          </p:nvSpPr>
          <p:spPr>
            <a:xfrm>
              <a:off x="7185240" y="2801520"/>
              <a:ext cx="86760" cy="3060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461;p46"/>
          <p:cNvSpPr/>
          <p:nvPr/>
        </p:nvSpPr>
        <p:spPr>
          <a:xfrm>
            <a:off x="714240" y="428616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7" name="Google Shape;2462;p46"/>
          <p:cNvSpPr/>
          <p:nvPr/>
        </p:nvSpPr>
        <p:spPr>
          <a:xfrm>
            <a:off x="7571520" y="428616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500" b="0" u="none" strike="noStrike">
                <a:solidFill>
                  <a:schemeClr val="lt2"/>
                </a:solidFill>
                <a:effectLst/>
                <a:uFillTx/>
                <a:latin typeface="Kanit ExtraBold"/>
                <a:ea typeface="Kanit ExtraBold"/>
              </a:rPr>
              <a:t>TEHNOLOGIJE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9" name="PlaceHolder 2"/>
          <p:cNvSpPr>
            <a:spLocks noGrp="1"/>
          </p:cNvSpPr>
          <p:nvPr>
            <p:ph/>
          </p:nvPr>
        </p:nvSpPr>
        <p:spPr>
          <a:xfrm>
            <a:off x="1605600" y="1469880"/>
            <a:ext cx="5932080" cy="23655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marL="457200" indent="-317520">
              <a:lnSpc>
                <a:spcPct val="100000"/>
              </a:lnSpc>
              <a:spcAft>
                <a:spcPts val="601"/>
              </a:spcAft>
              <a:buClr>
                <a:srgbClr val="CA7D02"/>
              </a:buClr>
              <a:buFont typeface="Montserrat Medium"/>
              <a:buChar char="●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Angular – forntend biblioteka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Aft>
                <a:spcPts val="601"/>
              </a:spcAft>
              <a:buClr>
                <a:srgbClr val="CA7D02"/>
              </a:buClr>
              <a:buFont typeface="Montserrat Medium"/>
              <a:buChar char="●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FastAPI – za izradu REST API servisa u integraciji sa Python AI bibliotekama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Aft>
                <a:spcPts val="601"/>
              </a:spcAft>
              <a:buClr>
                <a:srgbClr val="CA7D02"/>
              </a:buClr>
              <a:buFont typeface="Montserrat Medium"/>
              <a:buChar char="●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Docker – kontejnerizacija servisa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Aft>
                <a:spcPts val="601"/>
              </a:spcAft>
              <a:buClr>
                <a:srgbClr val="CA7D02"/>
              </a:buClr>
              <a:buFont typeface="Montserrat Medium"/>
              <a:buChar char="●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Docker Compose – orkestracija vise servisa I njihova medjusobna komunikacija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Aft>
                <a:spcPts val="601"/>
              </a:spcAft>
              <a:buClr>
                <a:srgbClr val="CA7D02"/>
              </a:buClr>
              <a:buFont typeface="Montserrat Medium"/>
              <a:buChar char="●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AI - NLP, TF – IDF, kosinusna sličnost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0" name="Google Shape;2465;p46"/>
          <p:cNvSpPr/>
          <p:nvPr/>
        </p:nvSpPr>
        <p:spPr>
          <a:xfrm>
            <a:off x="7142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1" name="Google Shape;2466;p46"/>
          <p:cNvSpPr/>
          <p:nvPr/>
        </p:nvSpPr>
        <p:spPr>
          <a:xfrm>
            <a:off x="714240" y="342900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2" name="Google Shape;2467;p46"/>
          <p:cNvSpPr/>
          <p:nvPr/>
        </p:nvSpPr>
        <p:spPr>
          <a:xfrm>
            <a:off x="757152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3" name="Google Shape;2468;p46"/>
          <p:cNvSpPr/>
          <p:nvPr/>
        </p:nvSpPr>
        <p:spPr>
          <a:xfrm>
            <a:off x="7571520" y="342900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4" name="Google Shape;2469;p46"/>
          <p:cNvSpPr/>
          <p:nvPr/>
        </p:nvSpPr>
        <p:spPr>
          <a:xfrm>
            <a:off x="157140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265" name="Google Shape;2470;p46"/>
          <p:cNvGrpSpPr/>
          <p:nvPr/>
        </p:nvGrpSpPr>
        <p:grpSpPr>
          <a:xfrm>
            <a:off x="874800" y="171360"/>
            <a:ext cx="536760" cy="685440"/>
            <a:chOff x="874800" y="171360"/>
            <a:chExt cx="536760" cy="685440"/>
          </a:xfrm>
        </p:grpSpPr>
        <p:sp>
          <p:nvSpPr>
            <p:cNvPr id="2266" name="Google Shape;2471;p46"/>
            <p:cNvSpPr/>
            <p:nvPr/>
          </p:nvSpPr>
          <p:spPr>
            <a:xfrm>
              <a:off x="8748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67" name="Google Shape;2472;p46"/>
            <p:cNvSpPr/>
            <p:nvPr/>
          </p:nvSpPr>
          <p:spPr>
            <a:xfrm>
              <a:off x="105768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68" name="Google Shape;2473;p46"/>
            <p:cNvSpPr/>
            <p:nvPr/>
          </p:nvSpPr>
          <p:spPr>
            <a:xfrm>
              <a:off x="117612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69" name="Google Shape;2474;p46"/>
            <p:cNvSpPr/>
            <p:nvPr/>
          </p:nvSpPr>
          <p:spPr>
            <a:xfrm>
              <a:off x="1099800" y="504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70" name="Google Shape;2475;p46"/>
          <p:cNvGrpSpPr/>
          <p:nvPr/>
        </p:nvGrpSpPr>
        <p:grpSpPr>
          <a:xfrm>
            <a:off x="7744320" y="171360"/>
            <a:ext cx="511920" cy="685440"/>
            <a:chOff x="7744320" y="171360"/>
            <a:chExt cx="511920" cy="685440"/>
          </a:xfrm>
        </p:grpSpPr>
        <p:sp>
          <p:nvSpPr>
            <p:cNvPr id="2271" name="Google Shape;2476;p46"/>
            <p:cNvSpPr/>
            <p:nvPr/>
          </p:nvSpPr>
          <p:spPr>
            <a:xfrm>
              <a:off x="7744320" y="17136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2" name="Google Shape;2477;p46"/>
            <p:cNvSpPr/>
            <p:nvPr/>
          </p:nvSpPr>
          <p:spPr>
            <a:xfrm>
              <a:off x="792612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3" name="Google Shape;2478;p46"/>
            <p:cNvSpPr/>
            <p:nvPr/>
          </p:nvSpPr>
          <p:spPr>
            <a:xfrm>
              <a:off x="805464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4" name="Google Shape;2479;p46"/>
            <p:cNvSpPr/>
            <p:nvPr/>
          </p:nvSpPr>
          <p:spPr>
            <a:xfrm>
              <a:off x="7957440" y="50508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5" name="Google Shape;2480;p46"/>
            <p:cNvSpPr/>
            <p:nvPr/>
          </p:nvSpPr>
          <p:spPr>
            <a:xfrm>
              <a:off x="791568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6" name="Google Shape;2481;p46"/>
            <p:cNvSpPr/>
            <p:nvPr/>
          </p:nvSpPr>
          <p:spPr>
            <a:xfrm>
              <a:off x="804384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7" name="Google Shape;2482;p46"/>
            <p:cNvSpPr/>
            <p:nvPr/>
          </p:nvSpPr>
          <p:spPr>
            <a:xfrm>
              <a:off x="7787160" y="76176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8" name="Google Shape;2483;p46"/>
            <p:cNvSpPr/>
            <p:nvPr/>
          </p:nvSpPr>
          <p:spPr>
            <a:xfrm>
              <a:off x="8108280" y="81540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79" name="Google Shape;2484;p46"/>
          <p:cNvGrpSpPr/>
          <p:nvPr/>
        </p:nvGrpSpPr>
        <p:grpSpPr>
          <a:xfrm>
            <a:off x="874800" y="3600360"/>
            <a:ext cx="536760" cy="685440"/>
            <a:chOff x="874800" y="3600360"/>
            <a:chExt cx="536760" cy="685440"/>
          </a:xfrm>
        </p:grpSpPr>
        <p:sp>
          <p:nvSpPr>
            <p:cNvPr id="2280" name="Google Shape;2485;p46"/>
            <p:cNvSpPr/>
            <p:nvPr/>
          </p:nvSpPr>
          <p:spPr>
            <a:xfrm>
              <a:off x="1068840" y="38581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4" y="0"/>
                  </a:moveTo>
                  <a:cubicBezTo>
                    <a:pt x="137" y="0"/>
                    <a:pt x="1" y="136"/>
                    <a:pt x="1" y="303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4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3"/>
                  </a:lnTo>
                  <a:cubicBezTo>
                    <a:pt x="608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1" name="Google Shape;2486;p46"/>
            <p:cNvSpPr/>
            <p:nvPr/>
          </p:nvSpPr>
          <p:spPr>
            <a:xfrm>
              <a:off x="1198080" y="38581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0"/>
                  </a:moveTo>
                  <a:cubicBezTo>
                    <a:pt x="136" y="0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1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2" name="Google Shape;2487;p46"/>
            <p:cNvSpPr/>
            <p:nvPr/>
          </p:nvSpPr>
          <p:spPr>
            <a:xfrm>
              <a:off x="1099800" y="3933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8" h="933">
                  <a:moveTo>
                    <a:pt x="336" y="1"/>
                  </a:moveTo>
                  <a:cubicBezTo>
                    <a:pt x="257" y="1"/>
                    <a:pt x="178" y="31"/>
                    <a:pt x="119" y="91"/>
                  </a:cubicBezTo>
                  <a:cubicBezTo>
                    <a:pt x="1" y="211"/>
                    <a:pt x="4" y="403"/>
                    <a:pt x="122" y="520"/>
                  </a:cubicBezTo>
                  <a:cubicBezTo>
                    <a:pt x="383" y="780"/>
                    <a:pt x="828" y="932"/>
                    <a:pt x="1310" y="932"/>
                  </a:cubicBezTo>
                  <a:cubicBezTo>
                    <a:pt x="1792" y="932"/>
                    <a:pt x="2234" y="777"/>
                    <a:pt x="2497" y="520"/>
                  </a:cubicBezTo>
                  <a:cubicBezTo>
                    <a:pt x="2617" y="403"/>
                    <a:pt x="2617" y="211"/>
                    <a:pt x="2499" y="91"/>
                  </a:cubicBezTo>
                  <a:cubicBezTo>
                    <a:pt x="2439" y="31"/>
                    <a:pt x="2361" y="1"/>
                    <a:pt x="2282" y="1"/>
                  </a:cubicBezTo>
                  <a:cubicBezTo>
                    <a:pt x="2205" y="1"/>
                    <a:pt x="2129" y="30"/>
                    <a:pt x="2070" y="88"/>
                  </a:cubicBezTo>
                  <a:cubicBezTo>
                    <a:pt x="1960" y="197"/>
                    <a:pt x="1693" y="325"/>
                    <a:pt x="1310" y="325"/>
                  </a:cubicBezTo>
                  <a:cubicBezTo>
                    <a:pt x="926" y="325"/>
                    <a:pt x="660" y="197"/>
                    <a:pt x="549" y="88"/>
                  </a:cubicBezTo>
                  <a:cubicBezTo>
                    <a:pt x="490" y="30"/>
                    <a:pt x="413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3" name="Google Shape;2488;p46"/>
            <p:cNvSpPr/>
            <p:nvPr/>
          </p:nvSpPr>
          <p:spPr>
            <a:xfrm>
              <a:off x="1058040" y="382572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5" y="0"/>
                  </a:moveTo>
                  <a:cubicBezTo>
                    <a:pt x="136" y="0"/>
                    <a:pt x="1" y="136"/>
                    <a:pt x="1" y="305"/>
                  </a:cubicBezTo>
                  <a:cubicBezTo>
                    <a:pt x="1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4" name="Google Shape;2489;p46"/>
            <p:cNvSpPr/>
            <p:nvPr/>
          </p:nvSpPr>
          <p:spPr>
            <a:xfrm>
              <a:off x="1186920" y="382572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5" y="0"/>
                  </a:moveTo>
                  <a:cubicBezTo>
                    <a:pt x="136" y="0"/>
                    <a:pt x="0" y="136"/>
                    <a:pt x="0" y="305"/>
                  </a:cubicBezTo>
                  <a:cubicBezTo>
                    <a:pt x="0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5" name="Google Shape;2490;p46"/>
            <p:cNvSpPr/>
            <p:nvPr/>
          </p:nvSpPr>
          <p:spPr>
            <a:xfrm>
              <a:off x="874800" y="3600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1" h="20722">
                  <a:moveTo>
                    <a:pt x="8412" y="609"/>
                  </a:moveTo>
                  <a:cubicBezTo>
                    <a:pt x="8424" y="609"/>
                    <a:pt x="8434" y="619"/>
                    <a:pt x="8434" y="629"/>
                  </a:cubicBezTo>
                  <a:lnTo>
                    <a:pt x="8434" y="1602"/>
                  </a:lnTo>
                  <a:cubicBezTo>
                    <a:pt x="8434" y="1770"/>
                    <a:pt x="8570" y="1906"/>
                    <a:pt x="8738" y="1906"/>
                  </a:cubicBezTo>
                  <a:cubicBezTo>
                    <a:pt x="8905" y="1906"/>
                    <a:pt x="9041" y="1770"/>
                    <a:pt x="9041" y="1602"/>
                  </a:cubicBezTo>
                  <a:lnTo>
                    <a:pt x="9041" y="1258"/>
                  </a:lnTo>
                  <a:lnTo>
                    <a:pt x="9062" y="1258"/>
                  </a:lnTo>
                  <a:cubicBezTo>
                    <a:pt x="9519" y="1258"/>
                    <a:pt x="9962" y="1342"/>
                    <a:pt x="10380" y="1507"/>
                  </a:cubicBezTo>
                  <a:lnTo>
                    <a:pt x="10380" y="1927"/>
                  </a:lnTo>
                  <a:cubicBezTo>
                    <a:pt x="10380" y="2094"/>
                    <a:pt x="10516" y="2230"/>
                    <a:pt x="10683" y="2230"/>
                  </a:cubicBezTo>
                  <a:cubicBezTo>
                    <a:pt x="10852" y="2230"/>
                    <a:pt x="10987" y="2094"/>
                    <a:pt x="10987" y="1927"/>
                  </a:cubicBezTo>
                  <a:lnTo>
                    <a:pt x="10987" y="1278"/>
                  </a:lnTo>
                  <a:cubicBezTo>
                    <a:pt x="10987" y="1265"/>
                    <a:pt x="10996" y="1256"/>
                    <a:pt x="11009" y="1256"/>
                  </a:cubicBezTo>
                  <a:lnTo>
                    <a:pt x="11333" y="1256"/>
                  </a:lnTo>
                  <a:cubicBezTo>
                    <a:pt x="11524" y="1256"/>
                    <a:pt x="11680" y="1412"/>
                    <a:pt x="11680" y="1600"/>
                  </a:cubicBezTo>
                  <a:lnTo>
                    <a:pt x="11680" y="2270"/>
                  </a:lnTo>
                  <a:cubicBezTo>
                    <a:pt x="11680" y="2343"/>
                    <a:pt x="11706" y="2414"/>
                    <a:pt x="11754" y="2470"/>
                  </a:cubicBezTo>
                  <a:cubicBezTo>
                    <a:pt x="12333" y="3126"/>
                    <a:pt x="12651" y="3968"/>
                    <a:pt x="12651" y="4844"/>
                  </a:cubicBezTo>
                  <a:lnTo>
                    <a:pt x="12651" y="5001"/>
                  </a:lnTo>
                  <a:cubicBezTo>
                    <a:pt x="11389" y="4497"/>
                    <a:pt x="9792" y="4215"/>
                    <a:pt x="8088" y="4215"/>
                  </a:cubicBezTo>
                  <a:cubicBezTo>
                    <a:pt x="7293" y="4215"/>
                    <a:pt x="6513" y="4277"/>
                    <a:pt x="5769" y="4399"/>
                  </a:cubicBezTo>
                  <a:cubicBezTo>
                    <a:pt x="5603" y="4427"/>
                    <a:pt x="5490" y="4582"/>
                    <a:pt x="5519" y="4748"/>
                  </a:cubicBezTo>
                  <a:cubicBezTo>
                    <a:pt x="5543" y="4895"/>
                    <a:pt x="5670" y="5002"/>
                    <a:pt x="5816" y="5002"/>
                  </a:cubicBezTo>
                  <a:cubicBezTo>
                    <a:pt x="5833" y="5002"/>
                    <a:pt x="5850" y="5001"/>
                    <a:pt x="5868" y="4998"/>
                  </a:cubicBezTo>
                  <a:cubicBezTo>
                    <a:pt x="6579" y="4881"/>
                    <a:pt x="7326" y="4822"/>
                    <a:pt x="8088" y="4822"/>
                  </a:cubicBezTo>
                  <a:cubicBezTo>
                    <a:pt x="9634" y="4822"/>
                    <a:pt x="11119" y="5072"/>
                    <a:pt x="12289" y="5513"/>
                  </a:cubicBezTo>
                  <a:lnTo>
                    <a:pt x="3884" y="5513"/>
                  </a:lnTo>
                  <a:cubicBezTo>
                    <a:pt x="4111" y="5428"/>
                    <a:pt x="4349" y="5349"/>
                    <a:pt x="4604" y="5278"/>
                  </a:cubicBezTo>
                  <a:cubicBezTo>
                    <a:pt x="4764" y="5232"/>
                    <a:pt x="4858" y="5064"/>
                    <a:pt x="4812" y="4904"/>
                  </a:cubicBezTo>
                  <a:cubicBezTo>
                    <a:pt x="4773" y="4770"/>
                    <a:pt x="4651" y="4682"/>
                    <a:pt x="4519" y="4682"/>
                  </a:cubicBezTo>
                  <a:cubicBezTo>
                    <a:pt x="4492" y="4682"/>
                    <a:pt x="4464" y="4686"/>
                    <a:pt x="4437" y="4694"/>
                  </a:cubicBezTo>
                  <a:cubicBezTo>
                    <a:pt x="4114" y="4785"/>
                    <a:pt x="3811" y="4889"/>
                    <a:pt x="3527" y="5002"/>
                  </a:cubicBezTo>
                  <a:lnTo>
                    <a:pt x="3527" y="4848"/>
                  </a:lnTo>
                  <a:cubicBezTo>
                    <a:pt x="3527" y="3972"/>
                    <a:pt x="3847" y="3128"/>
                    <a:pt x="4422" y="2473"/>
                  </a:cubicBezTo>
                  <a:cubicBezTo>
                    <a:pt x="4472" y="2419"/>
                    <a:pt x="4499" y="2347"/>
                    <a:pt x="4499" y="2273"/>
                  </a:cubicBezTo>
                  <a:lnTo>
                    <a:pt x="4499" y="1603"/>
                  </a:lnTo>
                  <a:cubicBezTo>
                    <a:pt x="4499" y="1413"/>
                    <a:pt x="4655" y="1259"/>
                    <a:pt x="4844" y="1259"/>
                  </a:cubicBezTo>
                  <a:lnTo>
                    <a:pt x="5169" y="1259"/>
                  </a:lnTo>
                  <a:cubicBezTo>
                    <a:pt x="5179" y="1259"/>
                    <a:pt x="5191" y="1269"/>
                    <a:pt x="5191" y="1280"/>
                  </a:cubicBezTo>
                  <a:lnTo>
                    <a:pt x="5191" y="1930"/>
                  </a:lnTo>
                  <a:cubicBezTo>
                    <a:pt x="5191" y="2099"/>
                    <a:pt x="5326" y="2234"/>
                    <a:pt x="5493" y="2234"/>
                  </a:cubicBezTo>
                  <a:cubicBezTo>
                    <a:pt x="5662" y="2234"/>
                    <a:pt x="5798" y="2099"/>
                    <a:pt x="5798" y="1930"/>
                  </a:cubicBezTo>
                  <a:lnTo>
                    <a:pt x="5798" y="1512"/>
                  </a:lnTo>
                  <a:cubicBezTo>
                    <a:pt x="6217" y="1345"/>
                    <a:pt x="6660" y="1262"/>
                    <a:pt x="7114" y="1262"/>
                  </a:cubicBezTo>
                  <a:lnTo>
                    <a:pt x="7136" y="1262"/>
                  </a:lnTo>
                  <a:lnTo>
                    <a:pt x="7136" y="1606"/>
                  </a:lnTo>
                  <a:cubicBezTo>
                    <a:pt x="7136" y="1773"/>
                    <a:pt x="7271" y="1909"/>
                    <a:pt x="7440" y="1909"/>
                  </a:cubicBezTo>
                  <a:cubicBezTo>
                    <a:pt x="7607" y="1909"/>
                    <a:pt x="7743" y="1773"/>
                    <a:pt x="7743" y="1606"/>
                  </a:cubicBezTo>
                  <a:lnTo>
                    <a:pt x="7743" y="629"/>
                  </a:lnTo>
                  <a:cubicBezTo>
                    <a:pt x="7743" y="619"/>
                    <a:pt x="7753" y="609"/>
                    <a:pt x="7764" y="609"/>
                  </a:cubicBezTo>
                  <a:close/>
                  <a:moveTo>
                    <a:pt x="12653" y="6125"/>
                  </a:moveTo>
                  <a:lnTo>
                    <a:pt x="12653" y="7463"/>
                  </a:lnTo>
                  <a:lnTo>
                    <a:pt x="12306" y="7463"/>
                  </a:lnTo>
                  <a:cubicBezTo>
                    <a:pt x="12116" y="7463"/>
                    <a:pt x="11961" y="7307"/>
                    <a:pt x="11961" y="7119"/>
                  </a:cubicBezTo>
                  <a:lnTo>
                    <a:pt x="11961" y="6125"/>
                  </a:lnTo>
                  <a:close/>
                  <a:moveTo>
                    <a:pt x="4218" y="6126"/>
                  </a:moveTo>
                  <a:lnTo>
                    <a:pt x="4218" y="7119"/>
                  </a:lnTo>
                  <a:cubicBezTo>
                    <a:pt x="4218" y="7212"/>
                    <a:pt x="4182" y="7297"/>
                    <a:pt x="4115" y="7363"/>
                  </a:cubicBezTo>
                  <a:cubicBezTo>
                    <a:pt x="4049" y="7427"/>
                    <a:pt x="3964" y="7464"/>
                    <a:pt x="3871" y="7464"/>
                  </a:cubicBezTo>
                  <a:lnTo>
                    <a:pt x="3525" y="7464"/>
                  </a:lnTo>
                  <a:lnTo>
                    <a:pt x="3525" y="6126"/>
                  </a:lnTo>
                  <a:close/>
                  <a:moveTo>
                    <a:pt x="11354" y="6126"/>
                  </a:moveTo>
                  <a:lnTo>
                    <a:pt x="11354" y="7120"/>
                  </a:lnTo>
                  <a:cubicBezTo>
                    <a:pt x="11354" y="7646"/>
                    <a:pt x="11782" y="8074"/>
                    <a:pt x="12306" y="8074"/>
                  </a:cubicBezTo>
                  <a:lnTo>
                    <a:pt x="12793" y="8074"/>
                  </a:lnTo>
                  <a:cubicBezTo>
                    <a:pt x="12935" y="8074"/>
                    <a:pt x="13074" y="8134"/>
                    <a:pt x="13170" y="8240"/>
                  </a:cubicBezTo>
                  <a:cubicBezTo>
                    <a:pt x="13268" y="8347"/>
                    <a:pt x="13313" y="8488"/>
                    <a:pt x="13298" y="8633"/>
                  </a:cubicBezTo>
                  <a:cubicBezTo>
                    <a:pt x="13274" y="8888"/>
                    <a:pt x="13031" y="9088"/>
                    <a:pt x="12747" y="9088"/>
                  </a:cubicBezTo>
                  <a:lnTo>
                    <a:pt x="12610" y="9088"/>
                  </a:lnTo>
                  <a:lnTo>
                    <a:pt x="12610" y="9070"/>
                  </a:lnTo>
                  <a:cubicBezTo>
                    <a:pt x="12610" y="8902"/>
                    <a:pt x="12474" y="8767"/>
                    <a:pt x="12306" y="8767"/>
                  </a:cubicBezTo>
                  <a:cubicBezTo>
                    <a:pt x="12139" y="8767"/>
                    <a:pt x="12003" y="8902"/>
                    <a:pt x="12003" y="9070"/>
                  </a:cubicBezTo>
                  <a:cubicBezTo>
                    <a:pt x="12000" y="11226"/>
                    <a:pt x="10246" y="12980"/>
                    <a:pt x="8090" y="12980"/>
                  </a:cubicBezTo>
                  <a:cubicBezTo>
                    <a:pt x="5932" y="12977"/>
                    <a:pt x="4175" y="11223"/>
                    <a:pt x="4175" y="9064"/>
                  </a:cubicBezTo>
                  <a:cubicBezTo>
                    <a:pt x="4175" y="8897"/>
                    <a:pt x="4039" y="8761"/>
                    <a:pt x="3871" y="8761"/>
                  </a:cubicBezTo>
                  <a:cubicBezTo>
                    <a:pt x="3704" y="8761"/>
                    <a:pt x="3568" y="8897"/>
                    <a:pt x="3568" y="9064"/>
                  </a:cubicBezTo>
                  <a:lnTo>
                    <a:pt x="3568" y="9085"/>
                  </a:lnTo>
                  <a:lnTo>
                    <a:pt x="3385" y="9085"/>
                  </a:lnTo>
                  <a:cubicBezTo>
                    <a:pt x="3243" y="9085"/>
                    <a:pt x="3105" y="9025"/>
                    <a:pt x="3008" y="8918"/>
                  </a:cubicBezTo>
                  <a:cubicBezTo>
                    <a:pt x="2910" y="8811"/>
                    <a:pt x="2866" y="8671"/>
                    <a:pt x="2880" y="8525"/>
                  </a:cubicBezTo>
                  <a:cubicBezTo>
                    <a:pt x="2906" y="8270"/>
                    <a:pt x="3148" y="8071"/>
                    <a:pt x="3431" y="8071"/>
                  </a:cubicBezTo>
                  <a:lnTo>
                    <a:pt x="3872" y="8071"/>
                  </a:lnTo>
                  <a:cubicBezTo>
                    <a:pt x="4127" y="8071"/>
                    <a:pt x="4365" y="7971"/>
                    <a:pt x="4545" y="7793"/>
                  </a:cubicBezTo>
                  <a:cubicBezTo>
                    <a:pt x="4726" y="7613"/>
                    <a:pt x="4825" y="7374"/>
                    <a:pt x="4825" y="7120"/>
                  </a:cubicBezTo>
                  <a:lnTo>
                    <a:pt x="4825" y="6126"/>
                  </a:lnTo>
                  <a:close/>
                  <a:moveTo>
                    <a:pt x="10055" y="13134"/>
                  </a:moveTo>
                  <a:lnTo>
                    <a:pt x="10055" y="14175"/>
                  </a:lnTo>
                  <a:cubicBezTo>
                    <a:pt x="10055" y="14554"/>
                    <a:pt x="10226" y="14905"/>
                    <a:pt x="10503" y="15143"/>
                  </a:cubicBezTo>
                  <a:cubicBezTo>
                    <a:pt x="9798" y="15632"/>
                    <a:pt x="8954" y="15898"/>
                    <a:pt x="8090" y="15898"/>
                  </a:cubicBezTo>
                  <a:cubicBezTo>
                    <a:pt x="7224" y="15896"/>
                    <a:pt x="6379" y="15630"/>
                    <a:pt x="5675" y="15143"/>
                  </a:cubicBezTo>
                  <a:cubicBezTo>
                    <a:pt x="5949" y="14905"/>
                    <a:pt x="6120" y="14554"/>
                    <a:pt x="6120" y="14175"/>
                  </a:cubicBezTo>
                  <a:lnTo>
                    <a:pt x="6120" y="13134"/>
                  </a:lnTo>
                  <a:cubicBezTo>
                    <a:pt x="6714" y="13424"/>
                    <a:pt x="7383" y="13587"/>
                    <a:pt x="8088" y="13587"/>
                  </a:cubicBezTo>
                  <a:cubicBezTo>
                    <a:pt x="8792" y="13587"/>
                    <a:pt x="9459" y="13424"/>
                    <a:pt x="10055" y="13134"/>
                  </a:cubicBezTo>
                  <a:close/>
                  <a:moveTo>
                    <a:pt x="7764" y="1"/>
                  </a:moveTo>
                  <a:cubicBezTo>
                    <a:pt x="7418" y="1"/>
                    <a:pt x="7136" y="284"/>
                    <a:pt x="7136" y="629"/>
                  </a:cubicBezTo>
                  <a:lnTo>
                    <a:pt x="7136" y="651"/>
                  </a:lnTo>
                  <a:lnTo>
                    <a:pt x="7114" y="651"/>
                  </a:lnTo>
                  <a:cubicBezTo>
                    <a:pt x="6616" y="651"/>
                    <a:pt x="6133" y="736"/>
                    <a:pt x="5672" y="906"/>
                  </a:cubicBezTo>
                  <a:cubicBezTo>
                    <a:pt x="5558" y="752"/>
                    <a:pt x="5373" y="651"/>
                    <a:pt x="5169" y="651"/>
                  </a:cubicBezTo>
                  <a:lnTo>
                    <a:pt x="4844" y="651"/>
                  </a:lnTo>
                  <a:cubicBezTo>
                    <a:pt x="4319" y="651"/>
                    <a:pt x="3892" y="1078"/>
                    <a:pt x="3892" y="1602"/>
                  </a:cubicBezTo>
                  <a:lnTo>
                    <a:pt x="3892" y="2159"/>
                  </a:lnTo>
                  <a:cubicBezTo>
                    <a:pt x="3264" y="2913"/>
                    <a:pt x="2920" y="3863"/>
                    <a:pt x="2920" y="4847"/>
                  </a:cubicBezTo>
                  <a:lnTo>
                    <a:pt x="2920" y="5276"/>
                  </a:lnTo>
                  <a:cubicBezTo>
                    <a:pt x="2741" y="5365"/>
                    <a:pt x="2571" y="5462"/>
                    <a:pt x="2413" y="5562"/>
                  </a:cubicBezTo>
                  <a:cubicBezTo>
                    <a:pt x="2299" y="5635"/>
                    <a:pt x="2244" y="5772"/>
                    <a:pt x="2284" y="5903"/>
                  </a:cubicBezTo>
                  <a:cubicBezTo>
                    <a:pt x="2321" y="6033"/>
                    <a:pt x="2441" y="6122"/>
                    <a:pt x="2574" y="6122"/>
                  </a:cubicBezTo>
                  <a:lnTo>
                    <a:pt x="2920" y="6122"/>
                  </a:lnTo>
                  <a:lnTo>
                    <a:pt x="2920" y="7577"/>
                  </a:lnTo>
                  <a:cubicBezTo>
                    <a:pt x="2571" y="7743"/>
                    <a:pt x="2316" y="8074"/>
                    <a:pt x="2277" y="8461"/>
                  </a:cubicBezTo>
                  <a:cubicBezTo>
                    <a:pt x="2244" y="8775"/>
                    <a:pt x="2349" y="9090"/>
                    <a:pt x="2558" y="9321"/>
                  </a:cubicBezTo>
                  <a:cubicBezTo>
                    <a:pt x="2770" y="9555"/>
                    <a:pt x="3071" y="9688"/>
                    <a:pt x="3385" y="9688"/>
                  </a:cubicBezTo>
                  <a:lnTo>
                    <a:pt x="3612" y="9688"/>
                  </a:lnTo>
                  <a:cubicBezTo>
                    <a:pt x="3791" y="10963"/>
                    <a:pt x="4502" y="12070"/>
                    <a:pt x="5515" y="12774"/>
                  </a:cubicBezTo>
                  <a:lnTo>
                    <a:pt x="5515" y="14169"/>
                  </a:lnTo>
                  <a:cubicBezTo>
                    <a:pt x="5515" y="14465"/>
                    <a:pt x="5316" y="14729"/>
                    <a:pt x="5035" y="14812"/>
                  </a:cubicBezTo>
                  <a:lnTo>
                    <a:pt x="1616" y="15818"/>
                  </a:lnTo>
                  <a:cubicBezTo>
                    <a:pt x="666" y="16097"/>
                    <a:pt x="1" y="16986"/>
                    <a:pt x="1" y="17976"/>
                  </a:cubicBezTo>
                  <a:lnTo>
                    <a:pt x="1" y="20413"/>
                  </a:lnTo>
                  <a:cubicBezTo>
                    <a:pt x="1" y="20580"/>
                    <a:pt x="136" y="20716"/>
                    <a:pt x="303" y="20716"/>
                  </a:cubicBezTo>
                  <a:cubicBezTo>
                    <a:pt x="472" y="20716"/>
                    <a:pt x="608" y="20580"/>
                    <a:pt x="608" y="20413"/>
                  </a:cubicBezTo>
                  <a:lnTo>
                    <a:pt x="608" y="17981"/>
                  </a:lnTo>
                  <a:cubicBezTo>
                    <a:pt x="608" y="17257"/>
                    <a:pt x="1092" y="16609"/>
                    <a:pt x="1786" y="16405"/>
                  </a:cubicBezTo>
                  <a:lnTo>
                    <a:pt x="2920" y="16072"/>
                  </a:lnTo>
                  <a:lnTo>
                    <a:pt x="2920" y="20416"/>
                  </a:lnTo>
                  <a:cubicBezTo>
                    <a:pt x="2920" y="20585"/>
                    <a:pt x="3055" y="20720"/>
                    <a:pt x="3223" y="20720"/>
                  </a:cubicBezTo>
                  <a:cubicBezTo>
                    <a:pt x="3391" y="20720"/>
                    <a:pt x="3527" y="20585"/>
                    <a:pt x="3527" y="20416"/>
                  </a:cubicBezTo>
                  <a:lnTo>
                    <a:pt x="3527" y="15893"/>
                  </a:lnTo>
                  <a:lnTo>
                    <a:pt x="4217" y="15689"/>
                  </a:lnTo>
                  <a:lnTo>
                    <a:pt x="4217" y="18145"/>
                  </a:lnTo>
                  <a:cubicBezTo>
                    <a:pt x="4217" y="18671"/>
                    <a:pt x="4644" y="19099"/>
                    <a:pt x="5169" y="19099"/>
                  </a:cubicBezTo>
                  <a:lnTo>
                    <a:pt x="11007" y="19099"/>
                  </a:lnTo>
                  <a:cubicBezTo>
                    <a:pt x="11533" y="19099"/>
                    <a:pt x="11961" y="18672"/>
                    <a:pt x="11961" y="18145"/>
                  </a:cubicBezTo>
                  <a:lnTo>
                    <a:pt x="11961" y="16847"/>
                  </a:lnTo>
                  <a:cubicBezTo>
                    <a:pt x="11961" y="16680"/>
                    <a:pt x="11826" y="16545"/>
                    <a:pt x="11657" y="16545"/>
                  </a:cubicBezTo>
                  <a:cubicBezTo>
                    <a:pt x="11490" y="16545"/>
                    <a:pt x="11354" y="16680"/>
                    <a:pt x="11354" y="16847"/>
                  </a:cubicBezTo>
                  <a:lnTo>
                    <a:pt x="11354" y="18145"/>
                  </a:lnTo>
                  <a:cubicBezTo>
                    <a:pt x="11354" y="18337"/>
                    <a:pt x="11199" y="18493"/>
                    <a:pt x="11007" y="18493"/>
                  </a:cubicBezTo>
                  <a:lnTo>
                    <a:pt x="5169" y="18493"/>
                  </a:lnTo>
                  <a:cubicBezTo>
                    <a:pt x="4978" y="18493"/>
                    <a:pt x="4824" y="18337"/>
                    <a:pt x="4824" y="18145"/>
                  </a:cubicBezTo>
                  <a:lnTo>
                    <a:pt x="4824" y="15511"/>
                  </a:lnTo>
                  <a:lnTo>
                    <a:pt x="5062" y="15441"/>
                  </a:lnTo>
                  <a:cubicBezTo>
                    <a:pt x="5919" y="16126"/>
                    <a:pt x="6990" y="16503"/>
                    <a:pt x="8090" y="16503"/>
                  </a:cubicBezTo>
                  <a:cubicBezTo>
                    <a:pt x="9189" y="16503"/>
                    <a:pt x="10261" y="16126"/>
                    <a:pt x="11117" y="15441"/>
                  </a:cubicBezTo>
                  <a:lnTo>
                    <a:pt x="12653" y="15893"/>
                  </a:lnTo>
                  <a:lnTo>
                    <a:pt x="12653" y="20416"/>
                  </a:lnTo>
                  <a:cubicBezTo>
                    <a:pt x="12653" y="20585"/>
                    <a:pt x="12788" y="20720"/>
                    <a:pt x="12955" y="20720"/>
                  </a:cubicBezTo>
                  <a:cubicBezTo>
                    <a:pt x="13124" y="20720"/>
                    <a:pt x="13260" y="20585"/>
                    <a:pt x="13260" y="20416"/>
                  </a:cubicBezTo>
                  <a:lnTo>
                    <a:pt x="13260" y="16072"/>
                  </a:lnTo>
                  <a:lnTo>
                    <a:pt x="14392" y="16405"/>
                  </a:lnTo>
                  <a:cubicBezTo>
                    <a:pt x="15088" y="16609"/>
                    <a:pt x="15573" y="17256"/>
                    <a:pt x="15573" y="17981"/>
                  </a:cubicBezTo>
                  <a:lnTo>
                    <a:pt x="15573" y="20418"/>
                  </a:lnTo>
                  <a:cubicBezTo>
                    <a:pt x="15573" y="20586"/>
                    <a:pt x="15709" y="20722"/>
                    <a:pt x="15876" y="20722"/>
                  </a:cubicBezTo>
                  <a:cubicBezTo>
                    <a:pt x="16045" y="20722"/>
                    <a:pt x="16180" y="20586"/>
                    <a:pt x="16180" y="20418"/>
                  </a:cubicBezTo>
                  <a:lnTo>
                    <a:pt x="16180" y="17981"/>
                  </a:lnTo>
                  <a:cubicBezTo>
                    <a:pt x="16176" y="16990"/>
                    <a:pt x="15512" y="16103"/>
                    <a:pt x="14562" y="15823"/>
                  </a:cubicBezTo>
                  <a:lnTo>
                    <a:pt x="11145" y="14818"/>
                  </a:lnTo>
                  <a:cubicBezTo>
                    <a:pt x="10860" y="14734"/>
                    <a:pt x="10663" y="14469"/>
                    <a:pt x="10663" y="14175"/>
                  </a:cubicBezTo>
                  <a:lnTo>
                    <a:pt x="10663" y="12777"/>
                  </a:lnTo>
                  <a:cubicBezTo>
                    <a:pt x="11676" y="12074"/>
                    <a:pt x="12388" y="10968"/>
                    <a:pt x="12567" y="9691"/>
                  </a:cubicBezTo>
                  <a:lnTo>
                    <a:pt x="12747" y="9691"/>
                  </a:lnTo>
                  <a:cubicBezTo>
                    <a:pt x="13338" y="9691"/>
                    <a:pt x="13845" y="9252"/>
                    <a:pt x="13902" y="8691"/>
                  </a:cubicBezTo>
                  <a:cubicBezTo>
                    <a:pt x="13934" y="8377"/>
                    <a:pt x="13831" y="8063"/>
                    <a:pt x="13620" y="7828"/>
                  </a:cubicBezTo>
                  <a:cubicBezTo>
                    <a:pt x="13518" y="7717"/>
                    <a:pt x="13395" y="7627"/>
                    <a:pt x="13260" y="7564"/>
                  </a:cubicBezTo>
                  <a:lnTo>
                    <a:pt x="13260" y="6122"/>
                  </a:lnTo>
                  <a:lnTo>
                    <a:pt x="13604" y="6122"/>
                  </a:lnTo>
                  <a:cubicBezTo>
                    <a:pt x="13740" y="6122"/>
                    <a:pt x="13858" y="6033"/>
                    <a:pt x="13895" y="5903"/>
                  </a:cubicBezTo>
                  <a:cubicBezTo>
                    <a:pt x="13932" y="5772"/>
                    <a:pt x="13881" y="5635"/>
                    <a:pt x="13767" y="5562"/>
                  </a:cubicBezTo>
                  <a:cubicBezTo>
                    <a:pt x="13608" y="5462"/>
                    <a:pt x="13438" y="5365"/>
                    <a:pt x="13260" y="5276"/>
                  </a:cubicBezTo>
                  <a:lnTo>
                    <a:pt x="13260" y="4847"/>
                  </a:lnTo>
                  <a:cubicBezTo>
                    <a:pt x="13260" y="3863"/>
                    <a:pt x="12915" y="2913"/>
                    <a:pt x="12287" y="2159"/>
                  </a:cubicBezTo>
                  <a:lnTo>
                    <a:pt x="12287" y="1602"/>
                  </a:lnTo>
                  <a:cubicBezTo>
                    <a:pt x="12287" y="1078"/>
                    <a:pt x="11859" y="651"/>
                    <a:pt x="11333" y="651"/>
                  </a:cubicBezTo>
                  <a:lnTo>
                    <a:pt x="11009" y="651"/>
                  </a:lnTo>
                  <a:cubicBezTo>
                    <a:pt x="10803" y="651"/>
                    <a:pt x="10619" y="751"/>
                    <a:pt x="10505" y="906"/>
                  </a:cubicBezTo>
                  <a:cubicBezTo>
                    <a:pt x="10045" y="736"/>
                    <a:pt x="9561" y="651"/>
                    <a:pt x="9062" y="651"/>
                  </a:cubicBezTo>
                  <a:lnTo>
                    <a:pt x="9041" y="651"/>
                  </a:lnTo>
                  <a:lnTo>
                    <a:pt x="9041" y="629"/>
                  </a:lnTo>
                  <a:cubicBezTo>
                    <a:pt x="9041" y="284"/>
                    <a:pt x="8760" y="1"/>
                    <a:pt x="84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86" name="Google Shape;2491;p46"/>
          <p:cNvGrpSpPr/>
          <p:nvPr/>
        </p:nvGrpSpPr>
        <p:grpSpPr>
          <a:xfrm>
            <a:off x="7732080" y="3600360"/>
            <a:ext cx="536760" cy="685440"/>
            <a:chOff x="7732080" y="3600360"/>
            <a:chExt cx="536760" cy="685440"/>
          </a:xfrm>
        </p:grpSpPr>
        <p:sp>
          <p:nvSpPr>
            <p:cNvPr id="2287" name="Google Shape;2492;p46"/>
            <p:cNvSpPr/>
            <p:nvPr/>
          </p:nvSpPr>
          <p:spPr>
            <a:xfrm>
              <a:off x="7914960" y="375084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0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1277" y="608"/>
                  </a:lnTo>
                  <a:cubicBezTo>
                    <a:pt x="1444" y="608"/>
                    <a:pt x="1580" y="472"/>
                    <a:pt x="1580" y="303"/>
                  </a:cubicBezTo>
                  <a:cubicBezTo>
                    <a:pt x="1580" y="136"/>
                    <a:pt x="1444" y="1"/>
                    <a:pt x="12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8" name="Google Shape;2493;p46"/>
            <p:cNvSpPr/>
            <p:nvPr/>
          </p:nvSpPr>
          <p:spPr>
            <a:xfrm>
              <a:off x="8033400" y="375084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0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1276" y="608"/>
                  </a:lnTo>
                  <a:cubicBezTo>
                    <a:pt x="1444" y="608"/>
                    <a:pt x="1580" y="472"/>
                    <a:pt x="1580" y="303"/>
                  </a:cubicBezTo>
                  <a:cubicBezTo>
                    <a:pt x="1580" y="136"/>
                    <a:pt x="1444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89" name="Google Shape;2494;p46"/>
            <p:cNvSpPr/>
            <p:nvPr/>
          </p:nvSpPr>
          <p:spPr>
            <a:xfrm>
              <a:off x="7979040" y="3912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1" h="608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3" y="608"/>
                  </a:cubicBezTo>
                  <a:lnTo>
                    <a:pt x="946" y="608"/>
                  </a:lnTo>
                  <a:cubicBezTo>
                    <a:pt x="1114" y="608"/>
                    <a:pt x="1250" y="472"/>
                    <a:pt x="1250" y="303"/>
                  </a:cubicBezTo>
                  <a:cubicBezTo>
                    <a:pt x="1250" y="136"/>
                    <a:pt x="1114" y="1"/>
                    <a:pt x="9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0" name="Google Shape;2495;p46"/>
            <p:cNvSpPr/>
            <p:nvPr/>
          </p:nvSpPr>
          <p:spPr>
            <a:xfrm>
              <a:off x="7923600" y="38696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5" h="1063">
                  <a:moveTo>
                    <a:pt x="346" y="1"/>
                  </a:moveTo>
                  <a:cubicBezTo>
                    <a:pt x="248" y="1"/>
                    <a:pt x="151" y="48"/>
                    <a:pt x="93" y="136"/>
                  </a:cubicBezTo>
                  <a:cubicBezTo>
                    <a:pt x="0" y="276"/>
                    <a:pt x="37" y="464"/>
                    <a:pt x="176" y="557"/>
                  </a:cubicBezTo>
                  <a:lnTo>
                    <a:pt x="610" y="847"/>
                  </a:lnTo>
                  <a:cubicBezTo>
                    <a:pt x="825" y="990"/>
                    <a:pt x="1071" y="1062"/>
                    <a:pt x="1318" y="1062"/>
                  </a:cubicBezTo>
                  <a:cubicBezTo>
                    <a:pt x="1565" y="1062"/>
                    <a:pt x="1812" y="990"/>
                    <a:pt x="2028" y="847"/>
                  </a:cubicBezTo>
                  <a:lnTo>
                    <a:pt x="2102" y="797"/>
                  </a:lnTo>
                  <a:cubicBezTo>
                    <a:pt x="2160" y="758"/>
                    <a:pt x="2227" y="739"/>
                    <a:pt x="2294" y="739"/>
                  </a:cubicBezTo>
                  <a:cubicBezTo>
                    <a:pt x="2361" y="739"/>
                    <a:pt x="2428" y="758"/>
                    <a:pt x="2485" y="797"/>
                  </a:cubicBezTo>
                  <a:lnTo>
                    <a:pt x="2558" y="847"/>
                  </a:lnTo>
                  <a:cubicBezTo>
                    <a:pt x="2772" y="990"/>
                    <a:pt x="3021" y="1063"/>
                    <a:pt x="3266" y="1063"/>
                  </a:cubicBezTo>
                  <a:cubicBezTo>
                    <a:pt x="3513" y="1063"/>
                    <a:pt x="3759" y="991"/>
                    <a:pt x="3973" y="847"/>
                  </a:cubicBezTo>
                  <a:lnTo>
                    <a:pt x="4407" y="557"/>
                  </a:lnTo>
                  <a:cubicBezTo>
                    <a:pt x="4546" y="464"/>
                    <a:pt x="4584" y="276"/>
                    <a:pt x="4492" y="136"/>
                  </a:cubicBezTo>
                  <a:cubicBezTo>
                    <a:pt x="4433" y="48"/>
                    <a:pt x="4336" y="1"/>
                    <a:pt x="4238" y="1"/>
                  </a:cubicBezTo>
                  <a:cubicBezTo>
                    <a:pt x="4180" y="1"/>
                    <a:pt x="4122" y="17"/>
                    <a:pt x="4070" y="51"/>
                  </a:cubicBezTo>
                  <a:lnTo>
                    <a:pt x="3636" y="341"/>
                  </a:lnTo>
                  <a:cubicBezTo>
                    <a:pt x="3523" y="416"/>
                    <a:pt x="3393" y="454"/>
                    <a:pt x="3264" y="454"/>
                  </a:cubicBezTo>
                  <a:cubicBezTo>
                    <a:pt x="3135" y="454"/>
                    <a:pt x="3006" y="416"/>
                    <a:pt x="2894" y="341"/>
                  </a:cubicBezTo>
                  <a:lnTo>
                    <a:pt x="2821" y="291"/>
                  </a:lnTo>
                  <a:cubicBezTo>
                    <a:pt x="2660" y="184"/>
                    <a:pt x="2476" y="131"/>
                    <a:pt x="2292" y="131"/>
                  </a:cubicBezTo>
                  <a:cubicBezTo>
                    <a:pt x="2108" y="131"/>
                    <a:pt x="1925" y="184"/>
                    <a:pt x="1764" y="291"/>
                  </a:cubicBezTo>
                  <a:lnTo>
                    <a:pt x="1690" y="341"/>
                  </a:lnTo>
                  <a:cubicBezTo>
                    <a:pt x="1577" y="416"/>
                    <a:pt x="1448" y="454"/>
                    <a:pt x="1318" y="454"/>
                  </a:cubicBezTo>
                  <a:cubicBezTo>
                    <a:pt x="1189" y="454"/>
                    <a:pt x="1060" y="416"/>
                    <a:pt x="947" y="341"/>
                  </a:cubicBezTo>
                  <a:lnTo>
                    <a:pt x="514" y="51"/>
                  </a:lnTo>
                  <a:cubicBezTo>
                    <a:pt x="463" y="17"/>
                    <a:pt x="404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1" name="Google Shape;2496;p46"/>
            <p:cNvSpPr/>
            <p:nvPr/>
          </p:nvSpPr>
          <p:spPr>
            <a:xfrm>
              <a:off x="7732080" y="3600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6" h="20717">
                  <a:moveTo>
                    <a:pt x="11527" y="1594"/>
                  </a:moveTo>
                  <a:cubicBezTo>
                    <a:pt x="12217" y="2250"/>
                    <a:pt x="12647" y="3172"/>
                    <a:pt x="12647" y="4195"/>
                  </a:cubicBezTo>
                  <a:lnTo>
                    <a:pt x="12647" y="5837"/>
                  </a:lnTo>
                  <a:lnTo>
                    <a:pt x="12625" y="5837"/>
                  </a:lnTo>
                  <a:cubicBezTo>
                    <a:pt x="12255" y="5837"/>
                    <a:pt x="11955" y="5537"/>
                    <a:pt x="11955" y="5169"/>
                  </a:cubicBezTo>
                  <a:lnTo>
                    <a:pt x="11955" y="4617"/>
                  </a:lnTo>
                  <a:cubicBezTo>
                    <a:pt x="11955" y="4356"/>
                    <a:pt x="11875" y="4103"/>
                    <a:pt x="11725" y="3889"/>
                  </a:cubicBezTo>
                  <a:cubicBezTo>
                    <a:pt x="11453" y="3502"/>
                    <a:pt x="11308" y="3046"/>
                    <a:pt x="11308" y="2574"/>
                  </a:cubicBezTo>
                  <a:cubicBezTo>
                    <a:pt x="11307" y="2234"/>
                    <a:pt x="11383" y="1900"/>
                    <a:pt x="11527" y="1594"/>
                  </a:cubicBezTo>
                  <a:close/>
                  <a:moveTo>
                    <a:pt x="4642" y="1595"/>
                  </a:moveTo>
                  <a:cubicBezTo>
                    <a:pt x="4786" y="1901"/>
                    <a:pt x="4862" y="2235"/>
                    <a:pt x="4862" y="2577"/>
                  </a:cubicBezTo>
                  <a:cubicBezTo>
                    <a:pt x="4862" y="3049"/>
                    <a:pt x="4717" y="3505"/>
                    <a:pt x="4443" y="3892"/>
                  </a:cubicBezTo>
                  <a:cubicBezTo>
                    <a:pt x="4292" y="4106"/>
                    <a:pt x="4213" y="4357"/>
                    <a:pt x="4213" y="4620"/>
                  </a:cubicBezTo>
                  <a:lnTo>
                    <a:pt x="4213" y="5170"/>
                  </a:lnTo>
                  <a:cubicBezTo>
                    <a:pt x="4213" y="5540"/>
                    <a:pt x="3913" y="5840"/>
                    <a:pt x="3543" y="5840"/>
                  </a:cubicBezTo>
                  <a:lnTo>
                    <a:pt x="3522" y="5840"/>
                  </a:lnTo>
                  <a:lnTo>
                    <a:pt x="3522" y="4198"/>
                  </a:lnTo>
                  <a:cubicBezTo>
                    <a:pt x="3522" y="3174"/>
                    <a:pt x="3953" y="2250"/>
                    <a:pt x="4642" y="1595"/>
                  </a:cubicBezTo>
                  <a:close/>
                  <a:moveTo>
                    <a:pt x="9058" y="607"/>
                  </a:moveTo>
                  <a:cubicBezTo>
                    <a:pt x="9417" y="607"/>
                    <a:pt x="9766" y="660"/>
                    <a:pt x="10093" y="760"/>
                  </a:cubicBezTo>
                  <a:cubicBezTo>
                    <a:pt x="9695" y="1488"/>
                    <a:pt x="8932" y="1948"/>
                    <a:pt x="8085" y="1948"/>
                  </a:cubicBezTo>
                  <a:cubicBezTo>
                    <a:pt x="7891" y="1948"/>
                    <a:pt x="7698" y="1924"/>
                    <a:pt x="7512" y="1877"/>
                  </a:cubicBezTo>
                  <a:cubicBezTo>
                    <a:pt x="7487" y="1870"/>
                    <a:pt x="7461" y="1867"/>
                    <a:pt x="7436" y="1867"/>
                  </a:cubicBezTo>
                  <a:cubicBezTo>
                    <a:pt x="7300" y="1867"/>
                    <a:pt x="7177" y="1957"/>
                    <a:pt x="7142" y="2094"/>
                  </a:cubicBezTo>
                  <a:cubicBezTo>
                    <a:pt x="7101" y="2257"/>
                    <a:pt x="7200" y="2422"/>
                    <a:pt x="7361" y="2464"/>
                  </a:cubicBezTo>
                  <a:cubicBezTo>
                    <a:pt x="7597" y="2524"/>
                    <a:pt x="7839" y="2554"/>
                    <a:pt x="8085" y="2554"/>
                  </a:cubicBezTo>
                  <a:cubicBezTo>
                    <a:pt x="9183" y="2554"/>
                    <a:pt x="10164" y="1947"/>
                    <a:pt x="10660" y="987"/>
                  </a:cubicBezTo>
                  <a:cubicBezTo>
                    <a:pt x="10791" y="1053"/>
                    <a:pt x="10920" y="1128"/>
                    <a:pt x="11041" y="1208"/>
                  </a:cubicBezTo>
                  <a:cubicBezTo>
                    <a:pt x="10817" y="1628"/>
                    <a:pt x="10699" y="2095"/>
                    <a:pt x="10699" y="2575"/>
                  </a:cubicBezTo>
                  <a:cubicBezTo>
                    <a:pt x="10699" y="3175"/>
                    <a:pt x="10881" y="3751"/>
                    <a:pt x="11230" y="4242"/>
                  </a:cubicBezTo>
                  <a:cubicBezTo>
                    <a:pt x="11307" y="4352"/>
                    <a:pt x="11348" y="4482"/>
                    <a:pt x="11348" y="4620"/>
                  </a:cubicBezTo>
                  <a:lnTo>
                    <a:pt x="11348" y="5170"/>
                  </a:lnTo>
                  <a:cubicBezTo>
                    <a:pt x="11348" y="5416"/>
                    <a:pt x="11418" y="5644"/>
                    <a:pt x="11538" y="5838"/>
                  </a:cubicBezTo>
                  <a:lnTo>
                    <a:pt x="10653" y="5838"/>
                  </a:lnTo>
                  <a:cubicBezTo>
                    <a:pt x="10451" y="5639"/>
                    <a:pt x="10174" y="5514"/>
                    <a:pt x="9867" y="5514"/>
                  </a:cubicBezTo>
                  <a:cubicBezTo>
                    <a:pt x="9476" y="5514"/>
                    <a:pt x="9133" y="5716"/>
                    <a:pt x="8933" y="6021"/>
                  </a:cubicBezTo>
                  <a:cubicBezTo>
                    <a:pt x="8712" y="5906"/>
                    <a:pt x="8418" y="5840"/>
                    <a:pt x="8082" y="5840"/>
                  </a:cubicBezTo>
                  <a:cubicBezTo>
                    <a:pt x="7747" y="5840"/>
                    <a:pt x="7452" y="5907"/>
                    <a:pt x="7231" y="6021"/>
                  </a:cubicBezTo>
                  <a:cubicBezTo>
                    <a:pt x="7032" y="5716"/>
                    <a:pt x="6688" y="5514"/>
                    <a:pt x="6297" y="5514"/>
                  </a:cubicBezTo>
                  <a:cubicBezTo>
                    <a:pt x="5991" y="5514"/>
                    <a:pt x="5713" y="5637"/>
                    <a:pt x="5511" y="5838"/>
                  </a:cubicBezTo>
                  <a:lnTo>
                    <a:pt x="4626" y="5838"/>
                  </a:lnTo>
                  <a:cubicBezTo>
                    <a:pt x="4746" y="5644"/>
                    <a:pt x="4815" y="5414"/>
                    <a:pt x="4815" y="5170"/>
                  </a:cubicBezTo>
                  <a:lnTo>
                    <a:pt x="4815" y="4620"/>
                  </a:lnTo>
                  <a:cubicBezTo>
                    <a:pt x="4815" y="4482"/>
                    <a:pt x="4856" y="4352"/>
                    <a:pt x="4934" y="4242"/>
                  </a:cubicBezTo>
                  <a:cubicBezTo>
                    <a:pt x="5282" y="3751"/>
                    <a:pt x="5464" y="3174"/>
                    <a:pt x="5464" y="2575"/>
                  </a:cubicBezTo>
                  <a:cubicBezTo>
                    <a:pt x="5469" y="2094"/>
                    <a:pt x="5350" y="1627"/>
                    <a:pt x="5127" y="1208"/>
                  </a:cubicBezTo>
                  <a:cubicBezTo>
                    <a:pt x="5250" y="1127"/>
                    <a:pt x="5377" y="1053"/>
                    <a:pt x="5511" y="986"/>
                  </a:cubicBezTo>
                  <a:cubicBezTo>
                    <a:pt x="5660" y="1273"/>
                    <a:pt x="5853" y="1531"/>
                    <a:pt x="6090" y="1755"/>
                  </a:cubicBezTo>
                  <a:cubicBezTo>
                    <a:pt x="6148" y="1813"/>
                    <a:pt x="6224" y="1838"/>
                    <a:pt x="6298" y="1838"/>
                  </a:cubicBezTo>
                  <a:cubicBezTo>
                    <a:pt x="6378" y="1838"/>
                    <a:pt x="6460" y="1807"/>
                    <a:pt x="6518" y="1744"/>
                  </a:cubicBezTo>
                  <a:cubicBezTo>
                    <a:pt x="6634" y="1623"/>
                    <a:pt x="6628" y="1430"/>
                    <a:pt x="6507" y="1316"/>
                  </a:cubicBezTo>
                  <a:cubicBezTo>
                    <a:pt x="6334" y="1151"/>
                    <a:pt x="6191" y="966"/>
                    <a:pt x="6077" y="760"/>
                  </a:cubicBezTo>
                  <a:cubicBezTo>
                    <a:pt x="6405" y="660"/>
                    <a:pt x="6754" y="607"/>
                    <a:pt x="7112" y="607"/>
                  </a:cubicBezTo>
                  <a:close/>
                  <a:moveTo>
                    <a:pt x="6303" y="6121"/>
                  </a:moveTo>
                  <a:cubicBezTo>
                    <a:pt x="6581" y="6121"/>
                    <a:pt x="6808" y="6350"/>
                    <a:pt x="6808" y="6628"/>
                  </a:cubicBezTo>
                  <a:cubicBezTo>
                    <a:pt x="6808" y="6908"/>
                    <a:pt x="6581" y="7135"/>
                    <a:pt x="6303" y="7135"/>
                  </a:cubicBezTo>
                  <a:cubicBezTo>
                    <a:pt x="6023" y="7135"/>
                    <a:pt x="5796" y="6907"/>
                    <a:pt x="5796" y="6628"/>
                  </a:cubicBezTo>
                  <a:cubicBezTo>
                    <a:pt x="5796" y="6348"/>
                    <a:pt x="6023" y="6121"/>
                    <a:pt x="6303" y="6121"/>
                  </a:cubicBezTo>
                  <a:close/>
                  <a:moveTo>
                    <a:pt x="9869" y="6121"/>
                  </a:moveTo>
                  <a:cubicBezTo>
                    <a:pt x="10147" y="6121"/>
                    <a:pt x="10376" y="6350"/>
                    <a:pt x="10376" y="6628"/>
                  </a:cubicBezTo>
                  <a:cubicBezTo>
                    <a:pt x="10376" y="6908"/>
                    <a:pt x="10147" y="7135"/>
                    <a:pt x="9869" y="7135"/>
                  </a:cubicBezTo>
                  <a:cubicBezTo>
                    <a:pt x="9590" y="7135"/>
                    <a:pt x="9362" y="6907"/>
                    <a:pt x="9362" y="6628"/>
                  </a:cubicBezTo>
                  <a:cubicBezTo>
                    <a:pt x="9362" y="6348"/>
                    <a:pt x="9590" y="6121"/>
                    <a:pt x="9869" y="6121"/>
                  </a:cubicBezTo>
                  <a:close/>
                  <a:moveTo>
                    <a:pt x="8084" y="6443"/>
                  </a:moveTo>
                  <a:cubicBezTo>
                    <a:pt x="8471" y="6443"/>
                    <a:pt x="8706" y="6568"/>
                    <a:pt x="8753" y="6628"/>
                  </a:cubicBezTo>
                  <a:cubicBezTo>
                    <a:pt x="8753" y="7242"/>
                    <a:pt x="9253" y="7742"/>
                    <a:pt x="9867" y="7742"/>
                  </a:cubicBezTo>
                  <a:cubicBezTo>
                    <a:pt x="10481" y="7742"/>
                    <a:pt x="10981" y="7242"/>
                    <a:pt x="10981" y="6627"/>
                  </a:cubicBezTo>
                  <a:cubicBezTo>
                    <a:pt x="10981" y="6564"/>
                    <a:pt x="10976" y="6504"/>
                    <a:pt x="10967" y="6444"/>
                  </a:cubicBezTo>
                  <a:lnTo>
                    <a:pt x="12788" y="6444"/>
                  </a:lnTo>
                  <a:cubicBezTo>
                    <a:pt x="12931" y="6444"/>
                    <a:pt x="13068" y="6505"/>
                    <a:pt x="13162" y="6613"/>
                  </a:cubicBezTo>
                  <a:cubicBezTo>
                    <a:pt x="13261" y="6720"/>
                    <a:pt x="13305" y="6861"/>
                    <a:pt x="13291" y="7007"/>
                  </a:cubicBezTo>
                  <a:cubicBezTo>
                    <a:pt x="13266" y="7262"/>
                    <a:pt x="13024" y="7461"/>
                    <a:pt x="12739" y="7461"/>
                  </a:cubicBezTo>
                  <a:lnTo>
                    <a:pt x="12602" y="7461"/>
                  </a:lnTo>
                  <a:lnTo>
                    <a:pt x="12602" y="7441"/>
                  </a:lnTo>
                  <a:cubicBezTo>
                    <a:pt x="12602" y="7272"/>
                    <a:pt x="12467" y="7137"/>
                    <a:pt x="12298" y="7137"/>
                  </a:cubicBezTo>
                  <a:cubicBezTo>
                    <a:pt x="12131" y="7137"/>
                    <a:pt x="11995" y="7272"/>
                    <a:pt x="11995" y="7441"/>
                  </a:cubicBezTo>
                  <a:cubicBezTo>
                    <a:pt x="11995" y="9599"/>
                    <a:pt x="10240" y="11354"/>
                    <a:pt x="8082" y="11354"/>
                  </a:cubicBezTo>
                  <a:cubicBezTo>
                    <a:pt x="5923" y="11354"/>
                    <a:pt x="4172" y="9599"/>
                    <a:pt x="4172" y="7441"/>
                  </a:cubicBezTo>
                  <a:cubicBezTo>
                    <a:pt x="4172" y="7272"/>
                    <a:pt x="4036" y="7137"/>
                    <a:pt x="3869" y="7137"/>
                  </a:cubicBezTo>
                  <a:cubicBezTo>
                    <a:pt x="3701" y="7137"/>
                    <a:pt x="3565" y="7272"/>
                    <a:pt x="3565" y="7441"/>
                  </a:cubicBezTo>
                  <a:lnTo>
                    <a:pt x="3565" y="7461"/>
                  </a:lnTo>
                  <a:lnTo>
                    <a:pt x="3382" y="7461"/>
                  </a:lnTo>
                  <a:cubicBezTo>
                    <a:pt x="3239" y="7461"/>
                    <a:pt x="3101" y="7399"/>
                    <a:pt x="3005" y="7294"/>
                  </a:cubicBezTo>
                  <a:cubicBezTo>
                    <a:pt x="2907" y="7187"/>
                    <a:pt x="2862" y="7045"/>
                    <a:pt x="2877" y="6900"/>
                  </a:cubicBezTo>
                  <a:cubicBezTo>
                    <a:pt x="2901" y="6644"/>
                    <a:pt x="3144" y="6447"/>
                    <a:pt x="3426" y="6444"/>
                  </a:cubicBezTo>
                  <a:lnTo>
                    <a:pt x="5200" y="6444"/>
                  </a:lnTo>
                  <a:cubicBezTo>
                    <a:pt x="5192" y="6505"/>
                    <a:pt x="5186" y="6565"/>
                    <a:pt x="5186" y="6628"/>
                  </a:cubicBezTo>
                  <a:cubicBezTo>
                    <a:pt x="5186" y="7242"/>
                    <a:pt x="5686" y="7742"/>
                    <a:pt x="6300" y="7742"/>
                  </a:cubicBezTo>
                  <a:cubicBezTo>
                    <a:pt x="6914" y="7742"/>
                    <a:pt x="7414" y="7242"/>
                    <a:pt x="7414" y="6628"/>
                  </a:cubicBezTo>
                  <a:cubicBezTo>
                    <a:pt x="7461" y="6568"/>
                    <a:pt x="7697" y="6443"/>
                    <a:pt x="8084" y="6443"/>
                  </a:cubicBezTo>
                  <a:close/>
                  <a:moveTo>
                    <a:pt x="10053" y="11511"/>
                  </a:moveTo>
                  <a:lnTo>
                    <a:pt x="10053" y="12488"/>
                  </a:lnTo>
                  <a:lnTo>
                    <a:pt x="8082" y="13582"/>
                  </a:lnTo>
                  <a:lnTo>
                    <a:pt x="7344" y="13171"/>
                  </a:lnTo>
                  <a:cubicBezTo>
                    <a:pt x="7297" y="13145"/>
                    <a:pt x="7247" y="13132"/>
                    <a:pt x="7198" y="13132"/>
                  </a:cubicBezTo>
                  <a:cubicBezTo>
                    <a:pt x="7091" y="13132"/>
                    <a:pt x="6988" y="13189"/>
                    <a:pt x="6932" y="13289"/>
                  </a:cubicBezTo>
                  <a:cubicBezTo>
                    <a:pt x="6851" y="13435"/>
                    <a:pt x="6904" y="13620"/>
                    <a:pt x="7050" y="13702"/>
                  </a:cubicBezTo>
                  <a:lnTo>
                    <a:pt x="7554" y="13982"/>
                  </a:lnTo>
                  <a:lnTo>
                    <a:pt x="5913" y="15389"/>
                  </a:lnTo>
                  <a:cubicBezTo>
                    <a:pt x="5912" y="15390"/>
                    <a:pt x="5907" y="15394"/>
                    <a:pt x="5899" y="15394"/>
                  </a:cubicBezTo>
                  <a:cubicBezTo>
                    <a:pt x="5898" y="15394"/>
                    <a:pt x="5897" y="15394"/>
                    <a:pt x="5896" y="15394"/>
                  </a:cubicBezTo>
                  <a:cubicBezTo>
                    <a:pt x="5884" y="15391"/>
                    <a:pt x="5883" y="15384"/>
                    <a:pt x="5881" y="15383"/>
                  </a:cubicBezTo>
                  <a:lnTo>
                    <a:pt x="4857" y="13595"/>
                  </a:lnTo>
                  <a:lnTo>
                    <a:pt x="5283" y="12745"/>
                  </a:lnTo>
                  <a:cubicBezTo>
                    <a:pt x="5283" y="12742"/>
                    <a:pt x="5286" y="12735"/>
                    <a:pt x="5296" y="12734"/>
                  </a:cubicBezTo>
                  <a:cubicBezTo>
                    <a:pt x="5298" y="12733"/>
                    <a:pt x="5299" y="12733"/>
                    <a:pt x="5301" y="12733"/>
                  </a:cubicBezTo>
                  <a:cubicBezTo>
                    <a:pt x="5307" y="12733"/>
                    <a:pt x="5310" y="12735"/>
                    <a:pt x="5312" y="12735"/>
                  </a:cubicBezTo>
                  <a:lnTo>
                    <a:pt x="5976" y="13105"/>
                  </a:lnTo>
                  <a:cubicBezTo>
                    <a:pt x="6022" y="13131"/>
                    <a:pt x="6073" y="13144"/>
                    <a:pt x="6123" y="13144"/>
                  </a:cubicBezTo>
                  <a:cubicBezTo>
                    <a:pt x="6229" y="13144"/>
                    <a:pt x="6333" y="13087"/>
                    <a:pt x="6388" y="12988"/>
                  </a:cubicBezTo>
                  <a:cubicBezTo>
                    <a:pt x="6468" y="12841"/>
                    <a:pt x="6417" y="12655"/>
                    <a:pt x="6270" y="12575"/>
                  </a:cubicBezTo>
                  <a:lnTo>
                    <a:pt x="6118" y="12491"/>
                  </a:lnTo>
                  <a:lnTo>
                    <a:pt x="6118" y="11511"/>
                  </a:lnTo>
                  <a:cubicBezTo>
                    <a:pt x="6713" y="11800"/>
                    <a:pt x="7381" y="11961"/>
                    <a:pt x="8085" y="11961"/>
                  </a:cubicBezTo>
                  <a:cubicBezTo>
                    <a:pt x="8791" y="11961"/>
                    <a:pt x="9456" y="11798"/>
                    <a:pt x="10053" y="11511"/>
                  </a:cubicBezTo>
                  <a:close/>
                  <a:moveTo>
                    <a:pt x="10864" y="12733"/>
                  </a:moveTo>
                  <a:cubicBezTo>
                    <a:pt x="10866" y="12733"/>
                    <a:pt x="10867" y="12733"/>
                    <a:pt x="10868" y="12734"/>
                  </a:cubicBezTo>
                  <a:cubicBezTo>
                    <a:pt x="10877" y="12735"/>
                    <a:pt x="10881" y="12742"/>
                    <a:pt x="10881" y="12744"/>
                  </a:cubicBezTo>
                  <a:lnTo>
                    <a:pt x="11306" y="13593"/>
                  </a:lnTo>
                  <a:lnTo>
                    <a:pt x="10283" y="15383"/>
                  </a:lnTo>
                  <a:cubicBezTo>
                    <a:pt x="10282" y="15387"/>
                    <a:pt x="10277" y="15391"/>
                    <a:pt x="10269" y="15394"/>
                  </a:cubicBezTo>
                  <a:cubicBezTo>
                    <a:pt x="10268" y="15394"/>
                    <a:pt x="10267" y="15394"/>
                    <a:pt x="10266" y="15394"/>
                  </a:cubicBezTo>
                  <a:cubicBezTo>
                    <a:pt x="10259" y="15394"/>
                    <a:pt x="10254" y="15390"/>
                    <a:pt x="10252" y="15389"/>
                  </a:cubicBezTo>
                  <a:lnTo>
                    <a:pt x="8611" y="13982"/>
                  </a:lnTo>
                  <a:lnTo>
                    <a:pt x="10853" y="12735"/>
                  </a:lnTo>
                  <a:cubicBezTo>
                    <a:pt x="10854" y="12735"/>
                    <a:pt x="10859" y="12733"/>
                    <a:pt x="10864" y="12733"/>
                  </a:cubicBezTo>
                  <a:close/>
                  <a:moveTo>
                    <a:pt x="7114" y="0"/>
                  </a:moveTo>
                  <a:cubicBezTo>
                    <a:pt x="4800" y="0"/>
                    <a:pt x="2919" y="1883"/>
                    <a:pt x="2919" y="4195"/>
                  </a:cubicBezTo>
                  <a:lnTo>
                    <a:pt x="2919" y="5953"/>
                  </a:lnTo>
                  <a:cubicBezTo>
                    <a:pt x="2571" y="6120"/>
                    <a:pt x="2315" y="6450"/>
                    <a:pt x="2277" y="6837"/>
                  </a:cubicBezTo>
                  <a:cubicBezTo>
                    <a:pt x="2247" y="7151"/>
                    <a:pt x="2348" y="7465"/>
                    <a:pt x="2558" y="7699"/>
                  </a:cubicBezTo>
                  <a:cubicBezTo>
                    <a:pt x="2769" y="7934"/>
                    <a:pt x="3071" y="8065"/>
                    <a:pt x="3385" y="8065"/>
                  </a:cubicBezTo>
                  <a:lnTo>
                    <a:pt x="3612" y="8065"/>
                  </a:lnTo>
                  <a:cubicBezTo>
                    <a:pt x="3791" y="9340"/>
                    <a:pt x="4500" y="10447"/>
                    <a:pt x="5514" y="11151"/>
                  </a:cubicBezTo>
                  <a:lnTo>
                    <a:pt x="5514" y="12161"/>
                  </a:lnTo>
                  <a:cubicBezTo>
                    <a:pt x="5446" y="12136"/>
                    <a:pt x="5374" y="12124"/>
                    <a:pt x="5302" y="12124"/>
                  </a:cubicBezTo>
                  <a:cubicBezTo>
                    <a:pt x="5240" y="12124"/>
                    <a:pt x="5179" y="12133"/>
                    <a:pt x="5120" y="12151"/>
                  </a:cubicBezTo>
                  <a:cubicBezTo>
                    <a:pt x="4957" y="12202"/>
                    <a:pt x="4820" y="12318"/>
                    <a:pt x="4743" y="12471"/>
                  </a:cubicBezTo>
                  <a:lnTo>
                    <a:pt x="4305" y="13349"/>
                  </a:lnTo>
                  <a:lnTo>
                    <a:pt x="1587" y="14185"/>
                  </a:lnTo>
                  <a:cubicBezTo>
                    <a:pt x="637" y="14477"/>
                    <a:pt x="0" y="15341"/>
                    <a:pt x="0" y="16337"/>
                  </a:cubicBezTo>
                  <a:lnTo>
                    <a:pt x="0" y="20414"/>
                  </a:lnTo>
                  <a:cubicBezTo>
                    <a:pt x="0" y="20581"/>
                    <a:pt x="136" y="20717"/>
                    <a:pt x="304" y="20717"/>
                  </a:cubicBezTo>
                  <a:cubicBezTo>
                    <a:pt x="472" y="20717"/>
                    <a:pt x="607" y="20581"/>
                    <a:pt x="607" y="20414"/>
                  </a:cubicBezTo>
                  <a:lnTo>
                    <a:pt x="607" y="16337"/>
                  </a:lnTo>
                  <a:cubicBezTo>
                    <a:pt x="607" y="15610"/>
                    <a:pt x="1073" y="14980"/>
                    <a:pt x="1765" y="14766"/>
                  </a:cubicBezTo>
                  <a:lnTo>
                    <a:pt x="4375" y="13962"/>
                  </a:lnTo>
                  <a:lnTo>
                    <a:pt x="5356" y="15681"/>
                  </a:lnTo>
                  <a:cubicBezTo>
                    <a:pt x="5449" y="15844"/>
                    <a:pt x="5610" y="15956"/>
                    <a:pt x="5793" y="15988"/>
                  </a:cubicBezTo>
                  <a:cubicBezTo>
                    <a:pt x="5829" y="15994"/>
                    <a:pt x="5864" y="15997"/>
                    <a:pt x="5900" y="15997"/>
                  </a:cubicBezTo>
                  <a:cubicBezTo>
                    <a:pt x="6048" y="15997"/>
                    <a:pt x="6193" y="15946"/>
                    <a:pt x="6308" y="15846"/>
                  </a:cubicBezTo>
                  <a:lnTo>
                    <a:pt x="8084" y="14325"/>
                  </a:lnTo>
                  <a:lnTo>
                    <a:pt x="9860" y="15846"/>
                  </a:lnTo>
                  <a:cubicBezTo>
                    <a:pt x="9974" y="15944"/>
                    <a:pt x="10119" y="15997"/>
                    <a:pt x="10267" y="15997"/>
                  </a:cubicBezTo>
                  <a:cubicBezTo>
                    <a:pt x="10303" y="15997"/>
                    <a:pt x="10339" y="15994"/>
                    <a:pt x="10376" y="15988"/>
                  </a:cubicBezTo>
                  <a:cubicBezTo>
                    <a:pt x="10560" y="15956"/>
                    <a:pt x="10720" y="15844"/>
                    <a:pt x="10813" y="15681"/>
                  </a:cubicBezTo>
                  <a:lnTo>
                    <a:pt x="11797" y="13960"/>
                  </a:lnTo>
                  <a:lnTo>
                    <a:pt x="14410" y="14766"/>
                  </a:lnTo>
                  <a:cubicBezTo>
                    <a:pt x="15104" y="14980"/>
                    <a:pt x="15569" y="15610"/>
                    <a:pt x="15569" y="16337"/>
                  </a:cubicBezTo>
                  <a:lnTo>
                    <a:pt x="15569" y="20414"/>
                  </a:lnTo>
                  <a:cubicBezTo>
                    <a:pt x="15569" y="20581"/>
                    <a:pt x="15704" y="20717"/>
                    <a:pt x="15873" y="20717"/>
                  </a:cubicBezTo>
                  <a:cubicBezTo>
                    <a:pt x="16040" y="20717"/>
                    <a:pt x="16176" y="20581"/>
                    <a:pt x="16176" y="20414"/>
                  </a:cubicBezTo>
                  <a:lnTo>
                    <a:pt x="16176" y="16337"/>
                  </a:lnTo>
                  <a:cubicBezTo>
                    <a:pt x="16174" y="15344"/>
                    <a:pt x="15536" y="14480"/>
                    <a:pt x="14586" y="14189"/>
                  </a:cubicBezTo>
                  <a:lnTo>
                    <a:pt x="11861" y="13349"/>
                  </a:lnTo>
                  <a:lnTo>
                    <a:pt x="11424" y="12474"/>
                  </a:lnTo>
                  <a:cubicBezTo>
                    <a:pt x="11348" y="12321"/>
                    <a:pt x="11211" y="12205"/>
                    <a:pt x="11048" y="12154"/>
                  </a:cubicBezTo>
                  <a:cubicBezTo>
                    <a:pt x="10989" y="12135"/>
                    <a:pt x="10928" y="12126"/>
                    <a:pt x="10867" y="12126"/>
                  </a:cubicBezTo>
                  <a:cubicBezTo>
                    <a:pt x="10796" y="12126"/>
                    <a:pt x="10726" y="12138"/>
                    <a:pt x="10660" y="12161"/>
                  </a:cubicBezTo>
                  <a:lnTo>
                    <a:pt x="10660" y="11154"/>
                  </a:lnTo>
                  <a:cubicBezTo>
                    <a:pt x="11673" y="10450"/>
                    <a:pt x="12384" y="9343"/>
                    <a:pt x="12562" y="8068"/>
                  </a:cubicBezTo>
                  <a:lnTo>
                    <a:pt x="12744" y="8068"/>
                  </a:lnTo>
                  <a:cubicBezTo>
                    <a:pt x="13333" y="8068"/>
                    <a:pt x="13840" y="7628"/>
                    <a:pt x="13898" y="7068"/>
                  </a:cubicBezTo>
                  <a:cubicBezTo>
                    <a:pt x="13930" y="6754"/>
                    <a:pt x="13826" y="6440"/>
                    <a:pt x="13616" y="6206"/>
                  </a:cubicBezTo>
                  <a:cubicBezTo>
                    <a:pt x="13515" y="6093"/>
                    <a:pt x="13391" y="6003"/>
                    <a:pt x="13255" y="5941"/>
                  </a:cubicBezTo>
                  <a:lnTo>
                    <a:pt x="13255" y="4195"/>
                  </a:lnTo>
                  <a:cubicBezTo>
                    <a:pt x="13255" y="1881"/>
                    <a:pt x="11373" y="0"/>
                    <a:pt x="906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92" name="Google Shape;2497;p46"/>
          <p:cNvGrpSpPr/>
          <p:nvPr/>
        </p:nvGrpSpPr>
        <p:grpSpPr>
          <a:xfrm>
            <a:off x="1744200" y="4457880"/>
            <a:ext cx="511920" cy="685440"/>
            <a:chOff x="1744200" y="4457880"/>
            <a:chExt cx="511920" cy="685440"/>
          </a:xfrm>
        </p:grpSpPr>
        <p:sp>
          <p:nvSpPr>
            <p:cNvPr id="2293" name="Google Shape;2498;p46"/>
            <p:cNvSpPr/>
            <p:nvPr/>
          </p:nvSpPr>
          <p:spPr>
            <a:xfrm>
              <a:off x="192600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4" name="Google Shape;2499;p46"/>
            <p:cNvSpPr/>
            <p:nvPr/>
          </p:nvSpPr>
          <p:spPr>
            <a:xfrm>
              <a:off x="205452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5" name="Google Shape;2500;p46"/>
            <p:cNvSpPr/>
            <p:nvPr/>
          </p:nvSpPr>
          <p:spPr>
            <a:xfrm>
              <a:off x="1956960" y="477000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6" name="Google Shape;2501;p46"/>
            <p:cNvSpPr/>
            <p:nvPr/>
          </p:nvSpPr>
          <p:spPr>
            <a:xfrm>
              <a:off x="191520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7" name="Google Shape;2502;p46"/>
            <p:cNvSpPr/>
            <p:nvPr/>
          </p:nvSpPr>
          <p:spPr>
            <a:xfrm>
              <a:off x="204372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8" name="Google Shape;2503;p46"/>
            <p:cNvSpPr/>
            <p:nvPr/>
          </p:nvSpPr>
          <p:spPr>
            <a:xfrm>
              <a:off x="1744200" y="445788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99" name="Google Shape;2504;p46"/>
            <p:cNvSpPr/>
            <p:nvPr/>
          </p:nvSpPr>
          <p:spPr>
            <a:xfrm>
              <a:off x="1968840" y="504828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300" name="Google Shape;2505;p46"/>
          <p:cNvSpPr/>
          <p:nvPr/>
        </p:nvSpPr>
        <p:spPr>
          <a:xfrm>
            <a:off x="671436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1" name="Google Shape;2506;p46"/>
          <p:cNvSpPr/>
          <p:nvPr/>
        </p:nvSpPr>
        <p:spPr>
          <a:xfrm>
            <a:off x="6874920" y="445788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81" h="20721">
                <a:moveTo>
                  <a:pt x="8735" y="608"/>
                </a:moveTo>
                <a:cubicBezTo>
                  <a:pt x="10893" y="608"/>
                  <a:pt x="12649" y="2364"/>
                  <a:pt x="12649" y="4521"/>
                </a:cubicBezTo>
                <a:lnTo>
                  <a:pt x="12649" y="4539"/>
                </a:lnTo>
                <a:lnTo>
                  <a:pt x="11332" y="4539"/>
                </a:lnTo>
                <a:cubicBezTo>
                  <a:pt x="11163" y="4539"/>
                  <a:pt x="11028" y="4675"/>
                  <a:pt x="11028" y="4843"/>
                </a:cubicBezTo>
                <a:cubicBezTo>
                  <a:pt x="11028" y="5011"/>
                  <a:pt x="11163" y="5146"/>
                  <a:pt x="11332" y="5146"/>
                </a:cubicBezTo>
                <a:lnTo>
                  <a:pt x="12649" y="5146"/>
                </a:lnTo>
                <a:lnTo>
                  <a:pt x="12649" y="7114"/>
                </a:lnTo>
                <a:cubicBezTo>
                  <a:pt x="12649" y="7350"/>
                  <a:pt x="12630" y="7581"/>
                  <a:pt x="12597" y="7807"/>
                </a:cubicBezTo>
                <a:lnTo>
                  <a:pt x="8557" y="8652"/>
                </a:lnTo>
                <a:cubicBezTo>
                  <a:pt x="8501" y="8664"/>
                  <a:pt x="8447" y="8672"/>
                  <a:pt x="8391" y="8680"/>
                </a:cubicBezTo>
                <a:lnTo>
                  <a:pt x="8391" y="5146"/>
                </a:lnTo>
                <a:lnTo>
                  <a:pt x="10034" y="5146"/>
                </a:lnTo>
                <a:cubicBezTo>
                  <a:pt x="10201" y="5146"/>
                  <a:pt x="10336" y="5011"/>
                  <a:pt x="10336" y="4843"/>
                </a:cubicBezTo>
                <a:cubicBezTo>
                  <a:pt x="10336" y="4675"/>
                  <a:pt x="10201" y="4539"/>
                  <a:pt x="10034" y="4539"/>
                </a:cubicBezTo>
                <a:lnTo>
                  <a:pt x="3524" y="4539"/>
                </a:lnTo>
                <a:lnTo>
                  <a:pt x="3524" y="4521"/>
                </a:lnTo>
                <a:cubicBezTo>
                  <a:pt x="3524" y="2361"/>
                  <a:pt x="5281" y="608"/>
                  <a:pt x="7437" y="608"/>
                </a:cubicBezTo>
                <a:close/>
                <a:moveTo>
                  <a:pt x="7783" y="5149"/>
                </a:moveTo>
                <a:lnTo>
                  <a:pt x="7783" y="8681"/>
                </a:lnTo>
                <a:lnTo>
                  <a:pt x="7783" y="8681"/>
                </a:lnTo>
                <a:cubicBezTo>
                  <a:pt x="7728" y="8674"/>
                  <a:pt x="7672" y="8665"/>
                  <a:pt x="7619" y="8654"/>
                </a:cubicBezTo>
                <a:lnTo>
                  <a:pt x="3577" y="7810"/>
                </a:lnTo>
                <a:cubicBezTo>
                  <a:pt x="3541" y="7583"/>
                  <a:pt x="3523" y="7351"/>
                  <a:pt x="3523" y="7116"/>
                </a:cubicBezTo>
                <a:lnTo>
                  <a:pt x="3523" y="5149"/>
                </a:lnTo>
                <a:close/>
                <a:moveTo>
                  <a:pt x="3728" y="8460"/>
                </a:moveTo>
                <a:lnTo>
                  <a:pt x="7494" y="9248"/>
                </a:lnTo>
                <a:cubicBezTo>
                  <a:pt x="7691" y="9288"/>
                  <a:pt x="7891" y="9309"/>
                  <a:pt x="8090" y="9309"/>
                </a:cubicBezTo>
                <a:cubicBezTo>
                  <a:pt x="8287" y="9309"/>
                  <a:pt x="8485" y="9291"/>
                  <a:pt x="8683" y="9248"/>
                </a:cubicBezTo>
                <a:lnTo>
                  <a:pt x="12449" y="8460"/>
                </a:lnTo>
                <a:lnTo>
                  <a:pt x="12449" y="8460"/>
                </a:lnTo>
                <a:cubicBezTo>
                  <a:pt x="12364" y="8729"/>
                  <a:pt x="12257" y="8987"/>
                  <a:pt x="12129" y="9231"/>
                </a:cubicBezTo>
                <a:lnTo>
                  <a:pt x="8823" y="9922"/>
                </a:lnTo>
                <a:cubicBezTo>
                  <a:pt x="8580" y="9973"/>
                  <a:pt x="8334" y="9998"/>
                  <a:pt x="8089" y="9998"/>
                </a:cubicBezTo>
                <a:cubicBezTo>
                  <a:pt x="7844" y="9998"/>
                  <a:pt x="7598" y="9973"/>
                  <a:pt x="7354" y="9922"/>
                </a:cubicBezTo>
                <a:lnTo>
                  <a:pt x="4050" y="9231"/>
                </a:lnTo>
                <a:cubicBezTo>
                  <a:pt x="3917" y="8987"/>
                  <a:pt x="3810" y="8728"/>
                  <a:pt x="3728" y="8460"/>
                </a:cubicBezTo>
                <a:close/>
                <a:moveTo>
                  <a:pt x="4515" y="9951"/>
                </a:moveTo>
                <a:lnTo>
                  <a:pt x="7227" y="10519"/>
                </a:lnTo>
                <a:cubicBezTo>
                  <a:pt x="7511" y="10579"/>
                  <a:pt x="7800" y="10608"/>
                  <a:pt x="8087" y="10608"/>
                </a:cubicBezTo>
                <a:cubicBezTo>
                  <a:pt x="8373" y="10608"/>
                  <a:pt x="8663" y="10578"/>
                  <a:pt x="8947" y="10519"/>
                </a:cubicBezTo>
                <a:lnTo>
                  <a:pt x="11660" y="9951"/>
                </a:lnTo>
                <a:lnTo>
                  <a:pt x="11660" y="9951"/>
                </a:lnTo>
                <a:cubicBezTo>
                  <a:pt x="10825" y="11002"/>
                  <a:pt x="9534" y="11679"/>
                  <a:pt x="8087" y="11679"/>
                </a:cubicBezTo>
                <a:cubicBezTo>
                  <a:pt x="6642" y="11677"/>
                  <a:pt x="5352" y="11002"/>
                  <a:pt x="4515" y="9951"/>
                </a:cubicBezTo>
                <a:close/>
                <a:moveTo>
                  <a:pt x="7439" y="1"/>
                </a:moveTo>
                <a:cubicBezTo>
                  <a:pt x="4946" y="1"/>
                  <a:pt x="2919" y="2029"/>
                  <a:pt x="2919" y="4521"/>
                </a:cubicBezTo>
                <a:lnTo>
                  <a:pt x="2919" y="7116"/>
                </a:lnTo>
                <a:cubicBezTo>
                  <a:pt x="2919" y="9029"/>
                  <a:pt x="3965" y="10705"/>
                  <a:pt x="5515" y="11597"/>
                </a:cubicBezTo>
                <a:lnTo>
                  <a:pt x="5515" y="12875"/>
                </a:lnTo>
                <a:cubicBezTo>
                  <a:pt x="5515" y="13170"/>
                  <a:pt x="5316" y="13434"/>
                  <a:pt x="5035" y="13518"/>
                </a:cubicBezTo>
                <a:lnTo>
                  <a:pt x="1616" y="14522"/>
                </a:lnTo>
                <a:cubicBezTo>
                  <a:pt x="666" y="14803"/>
                  <a:pt x="1" y="15690"/>
                  <a:pt x="1" y="16681"/>
                </a:cubicBezTo>
                <a:lnTo>
                  <a:pt x="1" y="20413"/>
                </a:lnTo>
                <a:cubicBezTo>
                  <a:pt x="1" y="20582"/>
                  <a:pt x="136" y="20717"/>
                  <a:pt x="304" y="20717"/>
                </a:cubicBezTo>
                <a:cubicBezTo>
                  <a:pt x="472" y="20717"/>
                  <a:pt x="608" y="20582"/>
                  <a:pt x="608" y="20413"/>
                </a:cubicBezTo>
                <a:lnTo>
                  <a:pt x="608" y="16681"/>
                </a:lnTo>
                <a:cubicBezTo>
                  <a:pt x="608" y="16382"/>
                  <a:pt x="691" y="16096"/>
                  <a:pt x="838" y="15847"/>
                </a:cubicBezTo>
                <a:lnTo>
                  <a:pt x="2122" y="16919"/>
                </a:lnTo>
                <a:cubicBezTo>
                  <a:pt x="2423" y="17168"/>
                  <a:pt x="2596" y="17540"/>
                  <a:pt x="2596" y="17931"/>
                </a:cubicBezTo>
                <a:lnTo>
                  <a:pt x="2596" y="20416"/>
                </a:lnTo>
                <a:cubicBezTo>
                  <a:pt x="2596" y="20583"/>
                  <a:pt x="2731" y="20719"/>
                  <a:pt x="2900" y="20719"/>
                </a:cubicBezTo>
                <a:cubicBezTo>
                  <a:pt x="3067" y="20719"/>
                  <a:pt x="3203" y="20583"/>
                  <a:pt x="3203" y="20416"/>
                </a:cubicBezTo>
                <a:lnTo>
                  <a:pt x="3203" y="17931"/>
                </a:lnTo>
                <a:cubicBezTo>
                  <a:pt x="3203" y="17357"/>
                  <a:pt x="2950" y="16819"/>
                  <a:pt x="2510" y="16453"/>
                </a:cubicBezTo>
                <a:lnTo>
                  <a:pt x="1238" y="15392"/>
                </a:lnTo>
                <a:cubicBezTo>
                  <a:pt x="1398" y="15265"/>
                  <a:pt x="1583" y="15168"/>
                  <a:pt x="1787" y="15106"/>
                </a:cubicBezTo>
                <a:lnTo>
                  <a:pt x="5206" y="14101"/>
                </a:lnTo>
                <a:cubicBezTo>
                  <a:pt x="5218" y="14098"/>
                  <a:pt x="5229" y="14092"/>
                  <a:pt x="5239" y="14089"/>
                </a:cubicBezTo>
                <a:cubicBezTo>
                  <a:pt x="5468" y="14301"/>
                  <a:pt x="5721" y="14486"/>
                  <a:pt x="5989" y="14643"/>
                </a:cubicBezTo>
                <a:cubicBezTo>
                  <a:pt x="6038" y="14671"/>
                  <a:pt x="6089" y="14685"/>
                  <a:pt x="6142" y="14685"/>
                </a:cubicBezTo>
                <a:cubicBezTo>
                  <a:pt x="6246" y="14685"/>
                  <a:pt x="6349" y="14632"/>
                  <a:pt x="6403" y="14534"/>
                </a:cubicBezTo>
                <a:cubicBezTo>
                  <a:pt x="6487" y="14389"/>
                  <a:pt x="6437" y="14204"/>
                  <a:pt x="6293" y="14119"/>
                </a:cubicBezTo>
                <a:cubicBezTo>
                  <a:pt x="6109" y="14012"/>
                  <a:pt x="5935" y="13889"/>
                  <a:pt x="5772" y="13751"/>
                </a:cubicBezTo>
                <a:cubicBezTo>
                  <a:pt x="5989" y="13520"/>
                  <a:pt x="6122" y="13208"/>
                  <a:pt x="6122" y="12877"/>
                </a:cubicBezTo>
                <a:lnTo>
                  <a:pt x="6122" y="11897"/>
                </a:lnTo>
                <a:cubicBezTo>
                  <a:pt x="6729" y="12147"/>
                  <a:pt x="7393" y="12286"/>
                  <a:pt x="8088" y="12286"/>
                </a:cubicBezTo>
                <a:cubicBezTo>
                  <a:pt x="8785" y="12286"/>
                  <a:pt x="9449" y="12147"/>
                  <a:pt x="10056" y="11897"/>
                </a:cubicBezTo>
                <a:lnTo>
                  <a:pt x="10056" y="12877"/>
                </a:lnTo>
                <a:cubicBezTo>
                  <a:pt x="10056" y="13208"/>
                  <a:pt x="10188" y="13520"/>
                  <a:pt x="10406" y="13751"/>
                </a:cubicBezTo>
                <a:cubicBezTo>
                  <a:pt x="9758" y="14301"/>
                  <a:pt x="8948" y="14599"/>
                  <a:pt x="8090" y="14599"/>
                </a:cubicBezTo>
                <a:cubicBezTo>
                  <a:pt x="7887" y="14599"/>
                  <a:pt x="7686" y="14583"/>
                  <a:pt x="7491" y="14549"/>
                </a:cubicBezTo>
                <a:cubicBezTo>
                  <a:pt x="7475" y="14546"/>
                  <a:pt x="7458" y="14545"/>
                  <a:pt x="7442" y="14545"/>
                </a:cubicBezTo>
                <a:cubicBezTo>
                  <a:pt x="7296" y="14545"/>
                  <a:pt x="7167" y="14650"/>
                  <a:pt x="7142" y="14799"/>
                </a:cubicBezTo>
                <a:cubicBezTo>
                  <a:pt x="7113" y="14965"/>
                  <a:pt x="7226" y="15120"/>
                  <a:pt x="7391" y="15149"/>
                </a:cubicBezTo>
                <a:cubicBezTo>
                  <a:pt x="7620" y="15189"/>
                  <a:pt x="7856" y="15206"/>
                  <a:pt x="8091" y="15206"/>
                </a:cubicBezTo>
                <a:cubicBezTo>
                  <a:pt x="9157" y="15206"/>
                  <a:pt x="10162" y="14812"/>
                  <a:pt x="10940" y="14091"/>
                </a:cubicBezTo>
                <a:cubicBezTo>
                  <a:pt x="10953" y="14094"/>
                  <a:pt x="10963" y="14099"/>
                  <a:pt x="10975" y="14104"/>
                </a:cubicBezTo>
                <a:lnTo>
                  <a:pt x="14392" y="15108"/>
                </a:lnTo>
                <a:cubicBezTo>
                  <a:pt x="14597" y="15169"/>
                  <a:pt x="14782" y="15268"/>
                  <a:pt x="14942" y="15393"/>
                </a:cubicBezTo>
                <a:lnTo>
                  <a:pt x="13670" y="16454"/>
                </a:lnTo>
                <a:cubicBezTo>
                  <a:pt x="13228" y="16820"/>
                  <a:pt x="12977" y="17361"/>
                  <a:pt x="12977" y="17933"/>
                </a:cubicBezTo>
                <a:lnTo>
                  <a:pt x="12977" y="20417"/>
                </a:lnTo>
                <a:cubicBezTo>
                  <a:pt x="12977" y="20585"/>
                  <a:pt x="13113" y="20720"/>
                  <a:pt x="13281" y="20720"/>
                </a:cubicBezTo>
                <a:cubicBezTo>
                  <a:pt x="13448" y="20720"/>
                  <a:pt x="13584" y="20585"/>
                  <a:pt x="13584" y="20417"/>
                </a:cubicBezTo>
                <a:lnTo>
                  <a:pt x="13584" y="17931"/>
                </a:lnTo>
                <a:cubicBezTo>
                  <a:pt x="13584" y="17538"/>
                  <a:pt x="13757" y="17170"/>
                  <a:pt x="14060" y="16919"/>
                </a:cubicBezTo>
                <a:lnTo>
                  <a:pt x="15342" y="15847"/>
                </a:lnTo>
                <a:cubicBezTo>
                  <a:pt x="15489" y="16096"/>
                  <a:pt x="15573" y="16382"/>
                  <a:pt x="15573" y="16681"/>
                </a:cubicBezTo>
                <a:lnTo>
                  <a:pt x="15573" y="20413"/>
                </a:lnTo>
                <a:cubicBezTo>
                  <a:pt x="15573" y="20582"/>
                  <a:pt x="15709" y="20717"/>
                  <a:pt x="15876" y="20717"/>
                </a:cubicBezTo>
                <a:cubicBezTo>
                  <a:pt x="16045" y="20717"/>
                  <a:pt x="16180" y="20582"/>
                  <a:pt x="16180" y="20413"/>
                </a:cubicBezTo>
                <a:lnTo>
                  <a:pt x="16180" y="16681"/>
                </a:lnTo>
                <a:cubicBezTo>
                  <a:pt x="16176" y="15690"/>
                  <a:pt x="15512" y="14803"/>
                  <a:pt x="14561" y="14522"/>
                </a:cubicBezTo>
                <a:lnTo>
                  <a:pt x="11142" y="13518"/>
                </a:lnTo>
                <a:cubicBezTo>
                  <a:pt x="10858" y="13434"/>
                  <a:pt x="10662" y="13170"/>
                  <a:pt x="10662" y="12875"/>
                </a:cubicBezTo>
                <a:lnTo>
                  <a:pt x="10662" y="11597"/>
                </a:lnTo>
                <a:cubicBezTo>
                  <a:pt x="12212" y="10702"/>
                  <a:pt x="13257" y="9028"/>
                  <a:pt x="13257" y="7116"/>
                </a:cubicBezTo>
                <a:lnTo>
                  <a:pt x="13257" y="4521"/>
                </a:lnTo>
                <a:cubicBezTo>
                  <a:pt x="13257" y="2029"/>
                  <a:pt x="11229" y="1"/>
                  <a:pt x="873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" name="Picture 2355"/>
          <p:cNvPicPr/>
          <p:nvPr/>
        </p:nvPicPr>
        <p:blipFill>
          <a:blip r:embed="rId2"/>
          <a:stretch/>
        </p:blipFill>
        <p:spPr>
          <a:xfrm>
            <a:off x="360" y="1006560"/>
            <a:ext cx="9143640" cy="287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7" name="Picture 2356"/>
          <p:cNvPicPr/>
          <p:nvPr/>
        </p:nvPicPr>
        <p:blipFill>
          <a:blip r:embed="rId2"/>
          <a:srcRect t="2041"/>
          <a:stretch>
            <a:fillRect/>
          </a:stretch>
        </p:blipFill>
        <p:spPr>
          <a:xfrm>
            <a:off x="539280" y="665018"/>
            <a:ext cx="7918920" cy="4478662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Picture 2357"/>
          <p:cNvPicPr/>
          <p:nvPr/>
        </p:nvPicPr>
        <p:blipFill>
          <a:blip r:embed="rId2"/>
          <a:stretch/>
        </p:blipFill>
        <p:spPr>
          <a:xfrm>
            <a:off x="2293920" y="228600"/>
            <a:ext cx="3878280" cy="4366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9" name="Picture 2358"/>
          <p:cNvPicPr/>
          <p:nvPr/>
        </p:nvPicPr>
        <p:blipFill>
          <a:blip r:embed="rId2"/>
          <a:stretch/>
        </p:blipFill>
        <p:spPr>
          <a:xfrm>
            <a:off x="0" y="1143000"/>
            <a:ext cx="9143640" cy="3197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0" name="Picture 2359"/>
          <p:cNvPicPr/>
          <p:nvPr/>
        </p:nvPicPr>
        <p:blipFill>
          <a:blip r:embed="rId2"/>
          <a:stretch/>
        </p:blipFill>
        <p:spPr>
          <a:xfrm>
            <a:off x="2217600" y="555480"/>
            <a:ext cx="3954600" cy="4335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Picture 2360"/>
          <p:cNvPicPr/>
          <p:nvPr/>
        </p:nvPicPr>
        <p:blipFill>
          <a:blip r:embed="rId2"/>
          <a:stretch/>
        </p:blipFill>
        <p:spPr>
          <a:xfrm>
            <a:off x="2743200" y="685800"/>
            <a:ext cx="2940840" cy="4343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Picture 2361"/>
          <p:cNvPicPr/>
          <p:nvPr/>
        </p:nvPicPr>
        <p:blipFill>
          <a:blip r:embed="rId2"/>
          <a:stretch/>
        </p:blipFill>
        <p:spPr>
          <a:xfrm>
            <a:off x="780480" y="-228600"/>
            <a:ext cx="767772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PlaceHolder 1"/>
          <p:cNvSpPr>
            <a:spLocks noGrp="1"/>
          </p:cNvSpPr>
          <p:nvPr>
            <p:ph type="title"/>
          </p:nvPr>
        </p:nvSpPr>
        <p:spPr>
          <a:xfrm>
            <a:off x="720000" y="14616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500" b="0" u="none" strike="noStrike">
                <a:solidFill>
                  <a:schemeClr val="lt2"/>
                </a:solidFill>
                <a:effectLst/>
                <a:uFillTx/>
                <a:latin typeface="Kanit ExtraBold"/>
                <a:ea typeface="Kanit ExtraBold"/>
              </a:rPr>
              <a:t>Značaj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3" name="Google Shape;3706;p64"/>
          <p:cNvCxnSpPr>
            <a:stCxn id="2304" idx="3"/>
            <a:endCxn id="2305" idx="1"/>
          </p:cNvCxnSpPr>
          <p:nvPr/>
        </p:nvCxnSpPr>
        <p:spPr>
          <a:xfrm>
            <a:off x="4254840" y="1555200"/>
            <a:ext cx="634320" cy="360"/>
          </a:xfrm>
          <a:prstGeom prst="curvedConnector2">
            <a:avLst/>
          </a:prstGeom>
          <a:ln w="19050">
            <a:solidFill>
              <a:srgbClr val="1A2C57"/>
            </a:solidFill>
            <a:round/>
          </a:ln>
        </p:spPr>
      </p:cxnSp>
      <p:cxnSp>
        <p:nvCxnSpPr>
          <p:cNvPr id="2306" name="Google Shape;3709;p64"/>
          <p:cNvCxnSpPr>
            <a:stCxn id="2305" idx="2"/>
            <a:endCxn id="2307" idx="0"/>
          </p:cNvCxnSpPr>
          <p:nvPr/>
        </p:nvCxnSpPr>
        <p:spPr>
          <a:xfrm rot="5400000">
            <a:off x="4237920" y="1571400"/>
            <a:ext cx="667440" cy="1137960"/>
          </a:xfrm>
          <a:prstGeom prst="curvedConnector3">
            <a:avLst>
              <a:gd name="adj1" fmla="val 50026"/>
            </a:avLst>
          </a:prstGeom>
          <a:ln w="19050">
            <a:solidFill>
              <a:srgbClr val="1A2C57"/>
            </a:solidFill>
            <a:round/>
          </a:ln>
        </p:spPr>
      </p:cxnSp>
      <p:cxnSp>
        <p:nvCxnSpPr>
          <p:cNvPr id="2308" name="Google Shape;3711;p64"/>
          <p:cNvCxnSpPr>
            <a:stCxn id="2307" idx="3"/>
            <a:endCxn id="2309" idx="1"/>
          </p:cNvCxnSpPr>
          <p:nvPr/>
        </p:nvCxnSpPr>
        <p:spPr>
          <a:xfrm>
            <a:off x="4254840" y="2725200"/>
            <a:ext cx="634320" cy="360"/>
          </a:xfrm>
          <a:prstGeom prst="curvedConnector2">
            <a:avLst/>
          </a:prstGeom>
          <a:ln w="19050">
            <a:solidFill>
              <a:srgbClr val="1A2C57"/>
            </a:solidFill>
            <a:round/>
          </a:ln>
        </p:spPr>
      </p:cxnSp>
      <p:cxnSp>
        <p:nvCxnSpPr>
          <p:cNvPr id="2310" name="Google Shape;3713;p64"/>
          <p:cNvCxnSpPr>
            <a:stCxn id="2309" idx="2"/>
            <a:endCxn id="2311" idx="0"/>
          </p:cNvCxnSpPr>
          <p:nvPr/>
        </p:nvCxnSpPr>
        <p:spPr>
          <a:xfrm rot="5400000">
            <a:off x="4237920" y="2741400"/>
            <a:ext cx="667440" cy="1137960"/>
          </a:xfrm>
          <a:prstGeom prst="curvedConnector3">
            <a:avLst>
              <a:gd name="adj1" fmla="val 50026"/>
            </a:avLst>
          </a:prstGeom>
          <a:ln w="19050">
            <a:solidFill>
              <a:srgbClr val="1A2C57"/>
            </a:solidFill>
            <a:round/>
          </a:ln>
        </p:spPr>
      </p:cxnSp>
      <p:cxnSp>
        <p:nvCxnSpPr>
          <p:cNvPr id="2312" name="Google Shape;3715;p64"/>
          <p:cNvCxnSpPr>
            <a:stCxn id="2311" idx="3"/>
            <a:endCxn id="2313" idx="1"/>
          </p:cNvCxnSpPr>
          <p:nvPr/>
        </p:nvCxnSpPr>
        <p:spPr>
          <a:xfrm>
            <a:off x="4254840" y="3895560"/>
            <a:ext cx="634320" cy="360"/>
          </a:xfrm>
          <a:prstGeom prst="curvedConnector2">
            <a:avLst/>
          </a:prstGeom>
          <a:ln w="19050">
            <a:solidFill>
              <a:srgbClr val="1A2C57"/>
            </a:solidFill>
            <a:round/>
          </a:ln>
        </p:spPr>
      </p:cxnSp>
      <p:sp>
        <p:nvSpPr>
          <p:cNvPr id="2311" name="Google Shape;3714;p64"/>
          <p:cNvSpPr/>
          <p:nvPr/>
        </p:nvSpPr>
        <p:spPr>
          <a:xfrm>
            <a:off x="3751200" y="3643920"/>
            <a:ext cx="503640" cy="50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5" name="Google Shape;3708;p64"/>
          <p:cNvSpPr/>
          <p:nvPr/>
        </p:nvSpPr>
        <p:spPr>
          <a:xfrm>
            <a:off x="4888800" y="1303920"/>
            <a:ext cx="503640" cy="502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13" name="Google Shape;3716;p64"/>
          <p:cNvSpPr/>
          <p:nvPr/>
        </p:nvSpPr>
        <p:spPr>
          <a:xfrm>
            <a:off x="4888800" y="3643920"/>
            <a:ext cx="503640" cy="50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9" name="Google Shape;3712;p64"/>
          <p:cNvSpPr/>
          <p:nvPr/>
        </p:nvSpPr>
        <p:spPr>
          <a:xfrm>
            <a:off x="4888800" y="2473920"/>
            <a:ext cx="503640" cy="502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4" name="Google Shape;3707;p64"/>
          <p:cNvSpPr/>
          <p:nvPr/>
        </p:nvSpPr>
        <p:spPr>
          <a:xfrm>
            <a:off x="3751200" y="1303920"/>
            <a:ext cx="503640" cy="502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7" name="Google Shape;3710;p64"/>
          <p:cNvSpPr/>
          <p:nvPr/>
        </p:nvSpPr>
        <p:spPr>
          <a:xfrm>
            <a:off x="3751200" y="2473920"/>
            <a:ext cx="503640" cy="502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14" name="Google Shape;3717;p64"/>
          <p:cNvSpPr/>
          <p:nvPr/>
        </p:nvSpPr>
        <p:spPr>
          <a:xfrm>
            <a:off x="5517720" y="3477240"/>
            <a:ext cx="224604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Prilagođeno različitim tipovima kandidata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5" name="Google Shape;3718;p64"/>
          <p:cNvSpPr/>
          <p:nvPr/>
        </p:nvSpPr>
        <p:spPr>
          <a:xfrm>
            <a:off x="5545080" y="3885840"/>
            <a:ext cx="224604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Sistem je koristan i za stalno zaposlene, i za studente ili honorarne radnike.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6" name="Google Shape;3719;p64"/>
          <p:cNvSpPr/>
          <p:nvPr/>
        </p:nvSpPr>
        <p:spPr>
          <a:xfrm>
            <a:off x="5520960" y="2221560"/>
            <a:ext cx="2430000" cy="54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Precizno podudaranje veština i zahteva posla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7" name="Google Shape;3720;p64"/>
          <p:cNvSpPr/>
          <p:nvPr/>
        </p:nvSpPr>
        <p:spPr>
          <a:xfrm>
            <a:off x="5545080" y="2649240"/>
            <a:ext cx="261144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Kandidati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se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rangiraju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po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ključnim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rečima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8" name="Google Shape;3721;p64"/>
          <p:cNvSpPr/>
          <p:nvPr/>
        </p:nvSpPr>
        <p:spPr>
          <a:xfrm>
            <a:off x="1402920" y="3747600"/>
            <a:ext cx="2246040" cy="90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Poslodavci brže identifikuju</a:t>
            </a:r>
            <a:r>
              <a:rPr lang="sr-Latn-R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kandidate koji najbolje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odgovaraju poziciji, smanjujući rizik od propuštanja kvalitetnih kandidata.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9" name="Google Shape;3722;p64"/>
          <p:cNvSpPr/>
          <p:nvPr/>
        </p:nvSpPr>
        <p:spPr>
          <a:xfrm>
            <a:off x="1386360" y="2493720"/>
            <a:ext cx="2246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Sistem može da obradi stotine ili hiljade prijava bez dodatnog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ljudskog napora.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0" name="Google Shape;3723;p64"/>
          <p:cNvSpPr/>
          <p:nvPr/>
        </p:nvSpPr>
        <p:spPr>
          <a:xfrm>
            <a:off x="5545080" y="1208520"/>
            <a:ext cx="272772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Smanjuje subjektivnost regrutera jer se kandidati</a:t>
            </a:r>
            <a:r>
              <a:rPr lang="sr-Latn-R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rangiraju prema stvarnoj relevantnosti veština i iskustva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1" name="Google Shape;3724;p64"/>
          <p:cNvSpPr/>
          <p:nvPr/>
        </p:nvSpPr>
        <p:spPr>
          <a:xfrm>
            <a:off x="1836000" y="970560"/>
            <a:ext cx="1720800" cy="53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Brža selekcija kandidata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2" name="Google Shape;3725;p64"/>
          <p:cNvSpPr/>
          <p:nvPr/>
        </p:nvSpPr>
        <p:spPr>
          <a:xfrm>
            <a:off x="720000" y="1363320"/>
            <a:ext cx="2878560" cy="75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Automatski skor podudarnosti omogućava HR</a:t>
            </a:r>
            <a:r>
              <a:rPr lang="sr-Latn-R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timovima da odmah identifikuju najrelevantnije CV-jeve, čime se štedi vreme.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3" name="Google Shape;3726;p64"/>
          <p:cNvSpPr/>
          <p:nvPr/>
        </p:nvSpPr>
        <p:spPr>
          <a:xfrm>
            <a:off x="5545080" y="1002600"/>
            <a:ext cx="2246040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Objektivnost u proceni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4" name="Google Shape;3727;p64"/>
          <p:cNvSpPr/>
          <p:nvPr/>
        </p:nvSpPr>
        <p:spPr>
          <a:xfrm>
            <a:off x="1368720" y="2324880"/>
            <a:ext cx="224604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Skalabilnost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5" name="Google Shape;3728;p64"/>
          <p:cNvSpPr/>
          <p:nvPr/>
        </p:nvSpPr>
        <p:spPr>
          <a:xfrm>
            <a:off x="1379880" y="3382200"/>
            <a:ext cx="2246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Poboljšava kvalitet selekcije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26" name="Google Shape;3729;p64"/>
          <p:cNvGrpSpPr/>
          <p:nvPr/>
        </p:nvGrpSpPr>
        <p:grpSpPr>
          <a:xfrm>
            <a:off x="4939200" y="1363320"/>
            <a:ext cx="402840" cy="384480"/>
            <a:chOff x="4939200" y="1363320"/>
            <a:chExt cx="402840" cy="384480"/>
          </a:xfrm>
        </p:grpSpPr>
        <p:sp>
          <p:nvSpPr>
            <p:cNvPr id="2327" name="Google Shape;3730;p64"/>
            <p:cNvSpPr/>
            <p:nvPr/>
          </p:nvSpPr>
          <p:spPr>
            <a:xfrm>
              <a:off x="5037480" y="1429200"/>
              <a:ext cx="108360" cy="3060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3133" h="891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28" name="Google Shape;3731;p64"/>
            <p:cNvSpPr/>
            <p:nvPr/>
          </p:nvSpPr>
          <p:spPr>
            <a:xfrm>
              <a:off x="4939200" y="1363320"/>
              <a:ext cx="402840" cy="3844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1609" h="11106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29" name="Google Shape;3732;p64"/>
            <p:cNvSpPr/>
            <p:nvPr/>
          </p:nvSpPr>
          <p:spPr>
            <a:xfrm>
              <a:off x="5100480" y="1396080"/>
              <a:ext cx="110160" cy="21276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212760"/>
                <a:gd name="textAreaBottom" fmla="*/ 213120 h 212760"/>
              </a:gdLst>
              <a:ahLst/>
              <a:cxnLst/>
              <a:rect l="textAreaLeft" t="textAreaTop" r="textAreaRight" b="textAreaBottom"/>
              <a:pathLst>
                <a:path w="3180" h="6146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30" name="Google Shape;3733;p64"/>
            <p:cNvSpPr/>
            <p:nvPr/>
          </p:nvSpPr>
          <p:spPr>
            <a:xfrm>
              <a:off x="4973400" y="1394640"/>
              <a:ext cx="111960" cy="21492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3239" h="6216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331" name="Google Shape;3734;p64"/>
          <p:cNvSpPr/>
          <p:nvPr/>
        </p:nvSpPr>
        <p:spPr>
          <a:xfrm>
            <a:off x="3801600" y="3694320"/>
            <a:ext cx="402840" cy="402840"/>
          </a:xfrm>
          <a:custGeom>
            <a:avLst/>
            <a:gdLst>
              <a:gd name="textAreaLeft" fmla="*/ 0 w 402840"/>
              <a:gd name="textAreaRight" fmla="*/ 403200 w 402840"/>
              <a:gd name="textAreaTop" fmla="*/ 0 h 402840"/>
              <a:gd name="textAreaBottom" fmla="*/ 403200 h 402840"/>
            </a:gdLst>
            <a:ahLst/>
            <a:cxnLst/>
            <a:rect l="textAreaLeft" t="textAreaTop" r="textAreaRight" b="textAreaBottom"/>
            <a:pathLst>
              <a:path w="11658" h="11689">
                <a:moveTo>
                  <a:pt x="10514" y="382"/>
                </a:moveTo>
                <a:cubicBezTo>
                  <a:pt x="10657" y="382"/>
                  <a:pt x="10812" y="441"/>
                  <a:pt x="10907" y="548"/>
                </a:cubicBezTo>
                <a:lnTo>
                  <a:pt x="11181" y="810"/>
                </a:lnTo>
                <a:cubicBezTo>
                  <a:pt x="11288" y="917"/>
                  <a:pt x="11348" y="1072"/>
                  <a:pt x="11348" y="1215"/>
                </a:cubicBezTo>
                <a:cubicBezTo>
                  <a:pt x="11348" y="1370"/>
                  <a:pt x="11288" y="1513"/>
                  <a:pt x="11181" y="1620"/>
                </a:cubicBezTo>
                <a:lnTo>
                  <a:pt x="10240" y="2560"/>
                </a:lnTo>
                <a:lnTo>
                  <a:pt x="9169" y="1489"/>
                </a:lnTo>
                <a:lnTo>
                  <a:pt x="10109" y="548"/>
                </a:lnTo>
                <a:cubicBezTo>
                  <a:pt x="10217" y="441"/>
                  <a:pt x="10359" y="382"/>
                  <a:pt x="10514" y="382"/>
                </a:cubicBezTo>
                <a:close/>
                <a:moveTo>
                  <a:pt x="8919" y="1715"/>
                </a:moveTo>
                <a:lnTo>
                  <a:pt x="9990" y="2799"/>
                </a:lnTo>
                <a:lnTo>
                  <a:pt x="6954" y="5823"/>
                </a:lnTo>
                <a:lnTo>
                  <a:pt x="5883" y="4751"/>
                </a:lnTo>
                <a:lnTo>
                  <a:pt x="8919" y="1715"/>
                </a:lnTo>
                <a:close/>
                <a:moveTo>
                  <a:pt x="1966" y="8668"/>
                </a:moveTo>
                <a:lnTo>
                  <a:pt x="3037" y="9740"/>
                </a:lnTo>
                <a:lnTo>
                  <a:pt x="2370" y="10419"/>
                </a:lnTo>
                <a:cubicBezTo>
                  <a:pt x="2335" y="10454"/>
                  <a:pt x="2281" y="10472"/>
                  <a:pt x="2227" y="10472"/>
                </a:cubicBezTo>
                <a:cubicBezTo>
                  <a:pt x="2174" y="10472"/>
                  <a:pt x="2120" y="10454"/>
                  <a:pt x="2085" y="10419"/>
                </a:cubicBezTo>
                <a:lnTo>
                  <a:pt x="1299" y="9621"/>
                </a:lnTo>
                <a:cubicBezTo>
                  <a:pt x="1215" y="9549"/>
                  <a:pt x="1215" y="9418"/>
                  <a:pt x="1299" y="9347"/>
                </a:cubicBezTo>
                <a:lnTo>
                  <a:pt x="1966" y="8668"/>
                </a:lnTo>
                <a:close/>
                <a:moveTo>
                  <a:pt x="1311" y="10133"/>
                </a:moveTo>
                <a:lnTo>
                  <a:pt x="1596" y="10407"/>
                </a:lnTo>
                <a:lnTo>
                  <a:pt x="1061" y="10942"/>
                </a:lnTo>
                <a:cubicBezTo>
                  <a:pt x="1019" y="10984"/>
                  <a:pt x="965" y="11005"/>
                  <a:pt x="913" y="11005"/>
                </a:cubicBezTo>
                <a:cubicBezTo>
                  <a:pt x="861" y="11005"/>
                  <a:pt x="811" y="10984"/>
                  <a:pt x="775" y="10942"/>
                </a:cubicBezTo>
                <a:cubicBezTo>
                  <a:pt x="703" y="10859"/>
                  <a:pt x="703" y="10740"/>
                  <a:pt x="775" y="10669"/>
                </a:cubicBezTo>
                <a:lnTo>
                  <a:pt x="1311" y="10133"/>
                </a:lnTo>
                <a:close/>
                <a:moveTo>
                  <a:pt x="10467" y="1"/>
                </a:moveTo>
                <a:cubicBezTo>
                  <a:pt x="10228" y="1"/>
                  <a:pt x="9990" y="84"/>
                  <a:pt x="9812" y="263"/>
                </a:cubicBezTo>
                <a:lnTo>
                  <a:pt x="8871" y="1203"/>
                </a:lnTo>
                <a:lnTo>
                  <a:pt x="8728" y="1048"/>
                </a:lnTo>
                <a:cubicBezTo>
                  <a:pt x="8687" y="1013"/>
                  <a:pt x="8642" y="995"/>
                  <a:pt x="8597" y="995"/>
                </a:cubicBezTo>
                <a:cubicBezTo>
                  <a:pt x="8553" y="995"/>
                  <a:pt x="8508" y="1013"/>
                  <a:pt x="8466" y="1048"/>
                </a:cubicBezTo>
                <a:cubicBezTo>
                  <a:pt x="8395" y="1120"/>
                  <a:pt x="8395" y="1227"/>
                  <a:pt x="8466" y="1310"/>
                </a:cubicBezTo>
                <a:lnTo>
                  <a:pt x="8621" y="1453"/>
                </a:lnTo>
                <a:lnTo>
                  <a:pt x="5037" y="5037"/>
                </a:lnTo>
                <a:cubicBezTo>
                  <a:pt x="4954" y="5120"/>
                  <a:pt x="4954" y="5216"/>
                  <a:pt x="5037" y="5299"/>
                </a:cubicBezTo>
                <a:cubicBezTo>
                  <a:pt x="5073" y="5335"/>
                  <a:pt x="5118" y="5352"/>
                  <a:pt x="5162" y="5352"/>
                </a:cubicBezTo>
                <a:cubicBezTo>
                  <a:pt x="5207" y="5352"/>
                  <a:pt x="5252" y="5335"/>
                  <a:pt x="5287" y="5299"/>
                </a:cubicBezTo>
                <a:lnTo>
                  <a:pt x="5597" y="4977"/>
                </a:lnTo>
                <a:lnTo>
                  <a:pt x="6668" y="6049"/>
                </a:lnTo>
                <a:cubicBezTo>
                  <a:pt x="6299" y="6525"/>
                  <a:pt x="6073" y="6978"/>
                  <a:pt x="5883" y="7382"/>
                </a:cubicBezTo>
                <a:cubicBezTo>
                  <a:pt x="5430" y="8287"/>
                  <a:pt x="5097" y="9002"/>
                  <a:pt x="3275" y="9526"/>
                </a:cubicBezTo>
                <a:lnTo>
                  <a:pt x="2156" y="8406"/>
                </a:lnTo>
                <a:lnTo>
                  <a:pt x="4597" y="5966"/>
                </a:lnTo>
                <a:cubicBezTo>
                  <a:pt x="4680" y="5894"/>
                  <a:pt x="4680" y="5787"/>
                  <a:pt x="4597" y="5716"/>
                </a:cubicBezTo>
                <a:cubicBezTo>
                  <a:pt x="4561" y="5674"/>
                  <a:pt x="4516" y="5653"/>
                  <a:pt x="4472" y="5653"/>
                </a:cubicBezTo>
                <a:cubicBezTo>
                  <a:pt x="4427" y="5653"/>
                  <a:pt x="4382" y="5674"/>
                  <a:pt x="4347" y="5716"/>
                </a:cubicBezTo>
                <a:lnTo>
                  <a:pt x="989" y="9073"/>
                </a:lnTo>
                <a:cubicBezTo>
                  <a:pt x="775" y="9287"/>
                  <a:pt x="775" y="9645"/>
                  <a:pt x="989" y="9847"/>
                </a:cubicBezTo>
                <a:lnTo>
                  <a:pt x="1001" y="9859"/>
                </a:lnTo>
                <a:lnTo>
                  <a:pt x="465" y="10395"/>
                </a:lnTo>
                <a:cubicBezTo>
                  <a:pt x="299" y="10561"/>
                  <a:pt x="251" y="10811"/>
                  <a:pt x="358" y="11026"/>
                </a:cubicBezTo>
                <a:lnTo>
                  <a:pt x="1" y="11383"/>
                </a:lnTo>
                <a:cubicBezTo>
                  <a:pt x="1" y="11454"/>
                  <a:pt x="1" y="11562"/>
                  <a:pt x="61" y="11633"/>
                </a:cubicBezTo>
                <a:cubicBezTo>
                  <a:pt x="92" y="11670"/>
                  <a:pt x="139" y="11688"/>
                  <a:pt x="187" y="11688"/>
                </a:cubicBezTo>
                <a:cubicBezTo>
                  <a:pt x="232" y="11688"/>
                  <a:pt x="276" y="11673"/>
                  <a:pt x="311" y="11645"/>
                </a:cubicBezTo>
                <a:lnTo>
                  <a:pt x="668" y="11288"/>
                </a:lnTo>
                <a:cubicBezTo>
                  <a:pt x="745" y="11326"/>
                  <a:pt x="827" y="11345"/>
                  <a:pt x="908" y="11345"/>
                </a:cubicBezTo>
                <a:cubicBezTo>
                  <a:pt x="1052" y="11345"/>
                  <a:pt x="1192" y="11287"/>
                  <a:pt x="1299" y="11181"/>
                </a:cubicBezTo>
                <a:lnTo>
                  <a:pt x="1835" y="10645"/>
                </a:lnTo>
                <a:cubicBezTo>
                  <a:pt x="1942" y="10752"/>
                  <a:pt x="2073" y="10811"/>
                  <a:pt x="2204" y="10811"/>
                </a:cubicBezTo>
                <a:cubicBezTo>
                  <a:pt x="2358" y="10811"/>
                  <a:pt x="2501" y="10752"/>
                  <a:pt x="2608" y="10645"/>
                </a:cubicBezTo>
                <a:lnTo>
                  <a:pt x="3370" y="9895"/>
                </a:lnTo>
                <a:cubicBezTo>
                  <a:pt x="5371" y="9335"/>
                  <a:pt x="5776" y="8502"/>
                  <a:pt x="6240" y="7549"/>
                </a:cubicBezTo>
                <a:cubicBezTo>
                  <a:pt x="6442" y="7121"/>
                  <a:pt x="6668" y="6656"/>
                  <a:pt x="7073" y="6180"/>
                </a:cubicBezTo>
                <a:lnTo>
                  <a:pt x="10228" y="3025"/>
                </a:lnTo>
                <a:lnTo>
                  <a:pt x="10526" y="3322"/>
                </a:lnTo>
                <a:lnTo>
                  <a:pt x="8407" y="5442"/>
                </a:lnTo>
                <a:cubicBezTo>
                  <a:pt x="8347" y="5501"/>
                  <a:pt x="8335" y="5608"/>
                  <a:pt x="8395" y="5680"/>
                </a:cubicBezTo>
                <a:cubicBezTo>
                  <a:pt x="8426" y="5717"/>
                  <a:pt x="8473" y="5735"/>
                  <a:pt x="8522" y="5735"/>
                </a:cubicBezTo>
                <a:cubicBezTo>
                  <a:pt x="8566" y="5735"/>
                  <a:pt x="8611" y="5720"/>
                  <a:pt x="8645" y="5692"/>
                </a:cubicBezTo>
                <a:lnTo>
                  <a:pt x="10883" y="3465"/>
                </a:lnTo>
                <a:cubicBezTo>
                  <a:pt x="10955" y="3382"/>
                  <a:pt x="10955" y="3287"/>
                  <a:pt x="10883" y="3203"/>
                </a:cubicBezTo>
                <a:lnTo>
                  <a:pt x="10455" y="2775"/>
                </a:lnTo>
                <a:lnTo>
                  <a:pt x="11383" y="1834"/>
                </a:lnTo>
                <a:cubicBezTo>
                  <a:pt x="11562" y="1656"/>
                  <a:pt x="11657" y="1441"/>
                  <a:pt x="11657" y="1179"/>
                </a:cubicBezTo>
                <a:cubicBezTo>
                  <a:pt x="11657" y="929"/>
                  <a:pt x="11562" y="703"/>
                  <a:pt x="11383" y="524"/>
                </a:cubicBezTo>
                <a:lnTo>
                  <a:pt x="11121" y="263"/>
                </a:lnTo>
                <a:cubicBezTo>
                  <a:pt x="10943" y="84"/>
                  <a:pt x="10717" y="1"/>
                  <a:pt x="1046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332" name="Google Shape;3735;p64"/>
          <p:cNvGrpSpPr/>
          <p:nvPr/>
        </p:nvGrpSpPr>
        <p:grpSpPr>
          <a:xfrm>
            <a:off x="4946400" y="3694320"/>
            <a:ext cx="388080" cy="402840"/>
            <a:chOff x="4946400" y="3694320"/>
            <a:chExt cx="388080" cy="402840"/>
          </a:xfrm>
        </p:grpSpPr>
        <p:sp>
          <p:nvSpPr>
            <p:cNvPr id="2333" name="Google Shape;3736;p64"/>
            <p:cNvSpPr/>
            <p:nvPr/>
          </p:nvSpPr>
          <p:spPr>
            <a:xfrm>
              <a:off x="4946400" y="3694320"/>
              <a:ext cx="388080" cy="402840"/>
            </a:xfrm>
            <a:custGeom>
              <a:avLst/>
              <a:gdLst>
                <a:gd name="textAreaLeft" fmla="*/ 0 w 388080"/>
                <a:gd name="textAreaRight" fmla="*/ 388440 w 388080"/>
                <a:gd name="textAreaTop" fmla="*/ 0 h 402840"/>
                <a:gd name="textAreaBottom" fmla="*/ 403200 h 402840"/>
              </a:gdLst>
              <a:ahLst/>
              <a:cxnLst/>
              <a:rect l="textAreaLeft" t="textAreaTop" r="textAreaRight" b="textAreaBottom"/>
              <a:pathLst>
                <a:path w="10967" h="11371">
                  <a:moveTo>
                    <a:pt x="6252" y="381"/>
                  </a:moveTo>
                  <a:cubicBezTo>
                    <a:pt x="6799" y="381"/>
                    <a:pt x="7335" y="679"/>
                    <a:pt x="7621" y="1155"/>
                  </a:cubicBezTo>
                  <a:cubicBezTo>
                    <a:pt x="7704" y="1274"/>
                    <a:pt x="7811" y="1655"/>
                    <a:pt x="8240" y="1786"/>
                  </a:cubicBezTo>
                  <a:cubicBezTo>
                    <a:pt x="8157" y="1858"/>
                    <a:pt x="7978" y="2036"/>
                    <a:pt x="7919" y="2108"/>
                  </a:cubicBezTo>
                  <a:cubicBezTo>
                    <a:pt x="7454" y="1870"/>
                    <a:pt x="7335" y="1501"/>
                    <a:pt x="7252" y="1381"/>
                  </a:cubicBezTo>
                  <a:cubicBezTo>
                    <a:pt x="7037" y="1036"/>
                    <a:pt x="6656" y="822"/>
                    <a:pt x="6252" y="822"/>
                  </a:cubicBezTo>
                  <a:lnTo>
                    <a:pt x="4644" y="822"/>
                  </a:lnTo>
                  <a:cubicBezTo>
                    <a:pt x="4239" y="822"/>
                    <a:pt x="3847" y="1036"/>
                    <a:pt x="3644" y="1381"/>
                  </a:cubicBezTo>
                  <a:cubicBezTo>
                    <a:pt x="3537" y="1512"/>
                    <a:pt x="3442" y="1846"/>
                    <a:pt x="3049" y="2072"/>
                  </a:cubicBezTo>
                  <a:lnTo>
                    <a:pt x="3025" y="2036"/>
                  </a:lnTo>
                  <a:lnTo>
                    <a:pt x="2870" y="1893"/>
                  </a:lnTo>
                  <a:cubicBezTo>
                    <a:pt x="2823" y="1846"/>
                    <a:pt x="2763" y="1798"/>
                    <a:pt x="2704" y="1751"/>
                  </a:cubicBezTo>
                  <a:cubicBezTo>
                    <a:pt x="3085" y="1608"/>
                    <a:pt x="3168" y="1310"/>
                    <a:pt x="3275" y="1155"/>
                  </a:cubicBezTo>
                  <a:cubicBezTo>
                    <a:pt x="3549" y="679"/>
                    <a:pt x="4073" y="381"/>
                    <a:pt x="4644" y="381"/>
                  </a:cubicBezTo>
                  <a:close/>
                  <a:moveTo>
                    <a:pt x="2620" y="3703"/>
                  </a:moveTo>
                  <a:lnTo>
                    <a:pt x="2823" y="3894"/>
                  </a:lnTo>
                  <a:cubicBezTo>
                    <a:pt x="2727" y="3989"/>
                    <a:pt x="2632" y="4096"/>
                    <a:pt x="2549" y="4191"/>
                  </a:cubicBezTo>
                  <a:lnTo>
                    <a:pt x="2334" y="3989"/>
                  </a:lnTo>
                  <a:lnTo>
                    <a:pt x="2620" y="3703"/>
                  </a:lnTo>
                  <a:close/>
                  <a:moveTo>
                    <a:pt x="8383" y="3703"/>
                  </a:moveTo>
                  <a:lnTo>
                    <a:pt x="8657" y="3989"/>
                  </a:lnTo>
                  <a:lnTo>
                    <a:pt x="8454" y="4191"/>
                  </a:lnTo>
                  <a:cubicBezTo>
                    <a:pt x="8383" y="4120"/>
                    <a:pt x="8276" y="4001"/>
                    <a:pt x="8169" y="3894"/>
                  </a:cubicBezTo>
                  <a:lnTo>
                    <a:pt x="8383" y="3703"/>
                  </a:lnTo>
                  <a:close/>
                  <a:moveTo>
                    <a:pt x="1727" y="1774"/>
                  </a:moveTo>
                  <a:cubicBezTo>
                    <a:pt x="2394" y="1774"/>
                    <a:pt x="2704" y="2251"/>
                    <a:pt x="2763" y="2286"/>
                  </a:cubicBezTo>
                  <a:cubicBezTo>
                    <a:pt x="2930" y="2453"/>
                    <a:pt x="2977" y="2691"/>
                    <a:pt x="2882" y="2905"/>
                  </a:cubicBezTo>
                  <a:cubicBezTo>
                    <a:pt x="2846" y="3013"/>
                    <a:pt x="2882" y="2965"/>
                    <a:pt x="1763" y="4072"/>
                  </a:cubicBezTo>
                  <a:cubicBezTo>
                    <a:pt x="1656" y="4185"/>
                    <a:pt x="1516" y="4242"/>
                    <a:pt x="1375" y="4242"/>
                  </a:cubicBezTo>
                  <a:cubicBezTo>
                    <a:pt x="1233" y="4242"/>
                    <a:pt x="1090" y="4185"/>
                    <a:pt x="977" y="4072"/>
                  </a:cubicBezTo>
                  <a:lnTo>
                    <a:pt x="834" y="3929"/>
                  </a:lnTo>
                  <a:cubicBezTo>
                    <a:pt x="37" y="3144"/>
                    <a:pt x="572" y="1774"/>
                    <a:pt x="1727" y="1774"/>
                  </a:cubicBezTo>
                  <a:close/>
                  <a:moveTo>
                    <a:pt x="6228" y="1155"/>
                  </a:moveTo>
                  <a:cubicBezTo>
                    <a:pt x="6514" y="1155"/>
                    <a:pt x="6799" y="1310"/>
                    <a:pt x="6930" y="1560"/>
                  </a:cubicBezTo>
                  <a:cubicBezTo>
                    <a:pt x="7026" y="1679"/>
                    <a:pt x="7180" y="2143"/>
                    <a:pt x="7740" y="2429"/>
                  </a:cubicBezTo>
                  <a:cubicBezTo>
                    <a:pt x="7645" y="2727"/>
                    <a:pt x="7716" y="3060"/>
                    <a:pt x="7954" y="3298"/>
                  </a:cubicBezTo>
                  <a:lnTo>
                    <a:pt x="8109" y="3453"/>
                  </a:lnTo>
                  <a:lnTo>
                    <a:pt x="7883" y="3679"/>
                  </a:lnTo>
                  <a:cubicBezTo>
                    <a:pt x="7190" y="3137"/>
                    <a:pt x="6339" y="2857"/>
                    <a:pt x="5480" y="2857"/>
                  </a:cubicBezTo>
                  <a:cubicBezTo>
                    <a:pt x="4980" y="2857"/>
                    <a:pt x="4478" y="2951"/>
                    <a:pt x="4001" y="3144"/>
                  </a:cubicBezTo>
                  <a:cubicBezTo>
                    <a:pt x="3906" y="3167"/>
                    <a:pt x="3870" y="3275"/>
                    <a:pt x="3906" y="3358"/>
                  </a:cubicBezTo>
                  <a:cubicBezTo>
                    <a:pt x="3933" y="3429"/>
                    <a:pt x="3999" y="3467"/>
                    <a:pt x="4065" y="3467"/>
                  </a:cubicBezTo>
                  <a:cubicBezTo>
                    <a:pt x="4088" y="3467"/>
                    <a:pt x="4111" y="3462"/>
                    <a:pt x="4132" y="3453"/>
                  </a:cubicBezTo>
                  <a:cubicBezTo>
                    <a:pt x="4579" y="3277"/>
                    <a:pt x="5034" y="3195"/>
                    <a:pt x="5479" y="3195"/>
                  </a:cubicBezTo>
                  <a:cubicBezTo>
                    <a:pt x="7404" y="3195"/>
                    <a:pt x="9133" y="4736"/>
                    <a:pt x="9133" y="6835"/>
                  </a:cubicBezTo>
                  <a:cubicBezTo>
                    <a:pt x="9133" y="8925"/>
                    <a:pt x="7411" y="10462"/>
                    <a:pt x="5498" y="10462"/>
                  </a:cubicBezTo>
                  <a:cubicBezTo>
                    <a:pt x="5047" y="10462"/>
                    <a:pt x="4585" y="10376"/>
                    <a:pt x="4132" y="10192"/>
                  </a:cubicBezTo>
                  <a:cubicBezTo>
                    <a:pt x="1442" y="9097"/>
                    <a:pt x="1049" y="5346"/>
                    <a:pt x="3585" y="3763"/>
                  </a:cubicBezTo>
                  <a:cubicBezTo>
                    <a:pt x="3656" y="3715"/>
                    <a:pt x="3692" y="3620"/>
                    <a:pt x="3644" y="3525"/>
                  </a:cubicBezTo>
                  <a:cubicBezTo>
                    <a:pt x="3611" y="3476"/>
                    <a:pt x="3551" y="3443"/>
                    <a:pt x="3489" y="3443"/>
                  </a:cubicBezTo>
                  <a:cubicBezTo>
                    <a:pt x="3461" y="3443"/>
                    <a:pt x="3432" y="3450"/>
                    <a:pt x="3406" y="3465"/>
                  </a:cubicBezTo>
                  <a:cubicBezTo>
                    <a:pt x="3299" y="3536"/>
                    <a:pt x="3192" y="3596"/>
                    <a:pt x="3096" y="3691"/>
                  </a:cubicBezTo>
                  <a:lnTo>
                    <a:pt x="2870" y="3465"/>
                  </a:lnTo>
                  <a:cubicBezTo>
                    <a:pt x="2942" y="3382"/>
                    <a:pt x="3287" y="3167"/>
                    <a:pt x="3287" y="2679"/>
                  </a:cubicBezTo>
                  <a:cubicBezTo>
                    <a:pt x="3287" y="2572"/>
                    <a:pt x="3275" y="2465"/>
                    <a:pt x="3227" y="2370"/>
                  </a:cubicBezTo>
                  <a:cubicBezTo>
                    <a:pt x="3704" y="2084"/>
                    <a:pt x="3835" y="1691"/>
                    <a:pt x="3930" y="1560"/>
                  </a:cubicBezTo>
                  <a:cubicBezTo>
                    <a:pt x="4073" y="1310"/>
                    <a:pt x="4347" y="1155"/>
                    <a:pt x="4620" y="1155"/>
                  </a:cubicBezTo>
                  <a:close/>
                  <a:moveTo>
                    <a:pt x="2811" y="9752"/>
                  </a:moveTo>
                  <a:cubicBezTo>
                    <a:pt x="3037" y="9954"/>
                    <a:pt x="3287" y="10133"/>
                    <a:pt x="3549" y="10287"/>
                  </a:cubicBezTo>
                  <a:lnTo>
                    <a:pt x="2906" y="10942"/>
                  </a:lnTo>
                  <a:cubicBezTo>
                    <a:pt x="2817" y="11031"/>
                    <a:pt x="2701" y="11076"/>
                    <a:pt x="2585" y="11076"/>
                  </a:cubicBezTo>
                  <a:cubicBezTo>
                    <a:pt x="2468" y="11076"/>
                    <a:pt x="2352" y="11031"/>
                    <a:pt x="2263" y="10942"/>
                  </a:cubicBezTo>
                  <a:cubicBezTo>
                    <a:pt x="2084" y="10764"/>
                    <a:pt x="2084" y="10478"/>
                    <a:pt x="2263" y="10299"/>
                  </a:cubicBezTo>
                  <a:lnTo>
                    <a:pt x="2811" y="9752"/>
                  </a:lnTo>
                  <a:close/>
                  <a:moveTo>
                    <a:pt x="8204" y="9752"/>
                  </a:moveTo>
                  <a:lnTo>
                    <a:pt x="8752" y="10299"/>
                  </a:lnTo>
                  <a:cubicBezTo>
                    <a:pt x="8931" y="10478"/>
                    <a:pt x="8931" y="10764"/>
                    <a:pt x="8752" y="10942"/>
                  </a:cubicBezTo>
                  <a:cubicBezTo>
                    <a:pt x="8663" y="11031"/>
                    <a:pt x="8547" y="11076"/>
                    <a:pt x="8430" y="11076"/>
                  </a:cubicBezTo>
                  <a:cubicBezTo>
                    <a:pt x="8314" y="11076"/>
                    <a:pt x="8198" y="11031"/>
                    <a:pt x="8109" y="10942"/>
                  </a:cubicBezTo>
                  <a:lnTo>
                    <a:pt x="7454" y="10287"/>
                  </a:lnTo>
                  <a:cubicBezTo>
                    <a:pt x="7740" y="10121"/>
                    <a:pt x="7978" y="9954"/>
                    <a:pt x="8204" y="9752"/>
                  </a:cubicBezTo>
                  <a:close/>
                  <a:moveTo>
                    <a:pt x="4644" y="0"/>
                  </a:moveTo>
                  <a:cubicBezTo>
                    <a:pt x="3978" y="0"/>
                    <a:pt x="3335" y="358"/>
                    <a:pt x="2989" y="929"/>
                  </a:cubicBezTo>
                  <a:lnTo>
                    <a:pt x="2858" y="1167"/>
                  </a:lnTo>
                  <a:cubicBezTo>
                    <a:pt x="2693" y="1433"/>
                    <a:pt x="2436" y="1452"/>
                    <a:pt x="2316" y="1452"/>
                  </a:cubicBezTo>
                  <a:cubicBezTo>
                    <a:pt x="2296" y="1452"/>
                    <a:pt x="2280" y="1451"/>
                    <a:pt x="2269" y="1451"/>
                  </a:cubicBezTo>
                  <a:cubicBezTo>
                    <a:pt x="2260" y="1451"/>
                    <a:pt x="2254" y="1452"/>
                    <a:pt x="2251" y="1453"/>
                  </a:cubicBezTo>
                  <a:cubicBezTo>
                    <a:pt x="2091" y="1402"/>
                    <a:pt x="1925" y="1376"/>
                    <a:pt x="1760" y="1376"/>
                  </a:cubicBezTo>
                  <a:cubicBezTo>
                    <a:pt x="1350" y="1376"/>
                    <a:pt x="943" y="1535"/>
                    <a:pt x="620" y="1858"/>
                  </a:cubicBezTo>
                  <a:cubicBezTo>
                    <a:pt x="1" y="2477"/>
                    <a:pt x="1" y="3489"/>
                    <a:pt x="620" y="4132"/>
                  </a:cubicBezTo>
                  <a:cubicBezTo>
                    <a:pt x="715" y="4191"/>
                    <a:pt x="918" y="4537"/>
                    <a:pt x="1394" y="4537"/>
                  </a:cubicBezTo>
                  <a:cubicBezTo>
                    <a:pt x="1846" y="4537"/>
                    <a:pt x="2073" y="4227"/>
                    <a:pt x="2108" y="4191"/>
                  </a:cubicBezTo>
                  <a:lnTo>
                    <a:pt x="2334" y="4418"/>
                  </a:lnTo>
                  <a:cubicBezTo>
                    <a:pt x="1144" y="6025"/>
                    <a:pt x="1370" y="8192"/>
                    <a:pt x="2585" y="9466"/>
                  </a:cubicBezTo>
                  <a:lnTo>
                    <a:pt x="2037" y="10013"/>
                  </a:lnTo>
                  <a:cubicBezTo>
                    <a:pt x="1549" y="10502"/>
                    <a:pt x="1894" y="11371"/>
                    <a:pt x="2608" y="11371"/>
                  </a:cubicBezTo>
                  <a:cubicBezTo>
                    <a:pt x="2811" y="11371"/>
                    <a:pt x="3001" y="11287"/>
                    <a:pt x="3168" y="11133"/>
                  </a:cubicBezTo>
                  <a:lnTo>
                    <a:pt x="3894" y="10394"/>
                  </a:lnTo>
                  <a:cubicBezTo>
                    <a:pt x="4403" y="10628"/>
                    <a:pt x="4958" y="10747"/>
                    <a:pt x="5518" y="10747"/>
                  </a:cubicBezTo>
                  <a:cubicBezTo>
                    <a:pt x="6071" y="10747"/>
                    <a:pt x="6630" y="10631"/>
                    <a:pt x="7157" y="10394"/>
                  </a:cubicBezTo>
                  <a:lnTo>
                    <a:pt x="7883" y="11133"/>
                  </a:lnTo>
                  <a:cubicBezTo>
                    <a:pt x="8038" y="11276"/>
                    <a:pt x="8240" y="11371"/>
                    <a:pt x="8454" y="11371"/>
                  </a:cubicBezTo>
                  <a:cubicBezTo>
                    <a:pt x="9157" y="11371"/>
                    <a:pt x="9514" y="10514"/>
                    <a:pt x="9014" y="10013"/>
                  </a:cubicBezTo>
                  <a:lnTo>
                    <a:pt x="8466" y="9466"/>
                  </a:lnTo>
                  <a:cubicBezTo>
                    <a:pt x="9752" y="8061"/>
                    <a:pt x="9871" y="5953"/>
                    <a:pt x="8716" y="4418"/>
                  </a:cubicBezTo>
                  <a:lnTo>
                    <a:pt x="8942" y="4191"/>
                  </a:lnTo>
                  <a:cubicBezTo>
                    <a:pt x="8990" y="4239"/>
                    <a:pt x="9192" y="4537"/>
                    <a:pt x="9657" y="4537"/>
                  </a:cubicBezTo>
                  <a:cubicBezTo>
                    <a:pt x="9895" y="4537"/>
                    <a:pt x="10121" y="4441"/>
                    <a:pt x="10288" y="4287"/>
                  </a:cubicBezTo>
                  <a:cubicBezTo>
                    <a:pt x="10300" y="4251"/>
                    <a:pt x="10967" y="3775"/>
                    <a:pt x="10859" y="2858"/>
                  </a:cubicBezTo>
                  <a:cubicBezTo>
                    <a:pt x="10848" y="2770"/>
                    <a:pt x="10786" y="2702"/>
                    <a:pt x="10701" y="2702"/>
                  </a:cubicBezTo>
                  <a:cubicBezTo>
                    <a:pt x="10695" y="2702"/>
                    <a:pt x="10688" y="2702"/>
                    <a:pt x="10681" y="2703"/>
                  </a:cubicBezTo>
                  <a:cubicBezTo>
                    <a:pt x="10597" y="2727"/>
                    <a:pt x="10526" y="2798"/>
                    <a:pt x="10538" y="2882"/>
                  </a:cubicBezTo>
                  <a:cubicBezTo>
                    <a:pt x="10609" y="3632"/>
                    <a:pt x="10074" y="4001"/>
                    <a:pt x="10026" y="4060"/>
                  </a:cubicBezTo>
                  <a:cubicBezTo>
                    <a:pt x="9922" y="4164"/>
                    <a:pt x="9777" y="4221"/>
                    <a:pt x="9630" y="4221"/>
                  </a:cubicBezTo>
                  <a:cubicBezTo>
                    <a:pt x="9491" y="4221"/>
                    <a:pt x="9350" y="4170"/>
                    <a:pt x="9240" y="4060"/>
                  </a:cubicBezTo>
                  <a:lnTo>
                    <a:pt x="8228" y="3048"/>
                  </a:lnTo>
                  <a:cubicBezTo>
                    <a:pt x="8002" y="2822"/>
                    <a:pt x="8026" y="2477"/>
                    <a:pt x="8228" y="2263"/>
                  </a:cubicBezTo>
                  <a:cubicBezTo>
                    <a:pt x="8300" y="2203"/>
                    <a:pt x="8621" y="1739"/>
                    <a:pt x="9276" y="1739"/>
                  </a:cubicBezTo>
                  <a:cubicBezTo>
                    <a:pt x="9716" y="1739"/>
                    <a:pt x="10109" y="1965"/>
                    <a:pt x="10324" y="2298"/>
                  </a:cubicBezTo>
                  <a:cubicBezTo>
                    <a:pt x="10353" y="2350"/>
                    <a:pt x="10406" y="2379"/>
                    <a:pt x="10462" y="2379"/>
                  </a:cubicBezTo>
                  <a:cubicBezTo>
                    <a:pt x="10495" y="2379"/>
                    <a:pt x="10530" y="2368"/>
                    <a:pt x="10562" y="2346"/>
                  </a:cubicBezTo>
                  <a:cubicBezTo>
                    <a:pt x="10645" y="2298"/>
                    <a:pt x="10669" y="2203"/>
                    <a:pt x="10609" y="2108"/>
                  </a:cubicBezTo>
                  <a:cubicBezTo>
                    <a:pt x="10297" y="1640"/>
                    <a:pt x="9787" y="1384"/>
                    <a:pt x="9254" y="1384"/>
                  </a:cubicBezTo>
                  <a:cubicBezTo>
                    <a:pt x="9095" y="1384"/>
                    <a:pt x="8934" y="1406"/>
                    <a:pt x="8776" y="1453"/>
                  </a:cubicBezTo>
                  <a:lnTo>
                    <a:pt x="8526" y="1453"/>
                  </a:lnTo>
                  <a:cubicBezTo>
                    <a:pt x="8335" y="1453"/>
                    <a:pt x="8145" y="1358"/>
                    <a:pt x="8038" y="1167"/>
                  </a:cubicBezTo>
                  <a:lnTo>
                    <a:pt x="7907" y="929"/>
                  </a:lnTo>
                  <a:cubicBezTo>
                    <a:pt x="7561" y="358"/>
                    <a:pt x="6918" y="0"/>
                    <a:pt x="62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34" name="Google Shape;3737;p64"/>
            <p:cNvSpPr/>
            <p:nvPr/>
          </p:nvSpPr>
          <p:spPr>
            <a:xfrm>
              <a:off x="5010120" y="3821400"/>
              <a:ext cx="249840" cy="229680"/>
            </a:xfrm>
            <a:custGeom>
              <a:avLst/>
              <a:gdLst>
                <a:gd name="textAreaLeft" fmla="*/ 0 w 249840"/>
                <a:gd name="textAreaRight" fmla="*/ 250200 w 24984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7062" h="6483">
                  <a:moveTo>
                    <a:pt x="3753" y="1"/>
                  </a:moveTo>
                  <a:cubicBezTo>
                    <a:pt x="2094" y="1"/>
                    <a:pt x="465" y="1260"/>
                    <a:pt x="465" y="3249"/>
                  </a:cubicBezTo>
                  <a:cubicBezTo>
                    <a:pt x="465" y="5198"/>
                    <a:pt x="2076" y="6483"/>
                    <a:pt x="3742" y="6483"/>
                  </a:cubicBezTo>
                  <a:cubicBezTo>
                    <a:pt x="4589" y="6483"/>
                    <a:pt x="5450" y="6150"/>
                    <a:pt x="6121" y="5404"/>
                  </a:cubicBezTo>
                  <a:cubicBezTo>
                    <a:pt x="6347" y="5165"/>
                    <a:pt x="6513" y="4880"/>
                    <a:pt x="6656" y="4582"/>
                  </a:cubicBezTo>
                  <a:cubicBezTo>
                    <a:pt x="6704" y="4487"/>
                    <a:pt x="6656" y="4403"/>
                    <a:pt x="6561" y="4356"/>
                  </a:cubicBezTo>
                  <a:cubicBezTo>
                    <a:pt x="6540" y="4347"/>
                    <a:pt x="6518" y="4342"/>
                    <a:pt x="6496" y="4342"/>
                  </a:cubicBezTo>
                  <a:cubicBezTo>
                    <a:pt x="6433" y="4342"/>
                    <a:pt x="6373" y="4380"/>
                    <a:pt x="6347" y="4451"/>
                  </a:cubicBezTo>
                  <a:cubicBezTo>
                    <a:pt x="5882" y="5463"/>
                    <a:pt x="4858" y="6142"/>
                    <a:pt x="3704" y="6142"/>
                  </a:cubicBezTo>
                  <a:cubicBezTo>
                    <a:pt x="1358" y="6142"/>
                    <a:pt x="1" y="3499"/>
                    <a:pt x="1322" y="1594"/>
                  </a:cubicBezTo>
                  <a:cubicBezTo>
                    <a:pt x="1903" y="762"/>
                    <a:pt x="2811" y="339"/>
                    <a:pt x="3721" y="339"/>
                  </a:cubicBezTo>
                  <a:cubicBezTo>
                    <a:pt x="4621" y="339"/>
                    <a:pt x="5522" y="753"/>
                    <a:pt x="6109" y="1594"/>
                  </a:cubicBezTo>
                  <a:cubicBezTo>
                    <a:pt x="6561" y="2260"/>
                    <a:pt x="6716" y="3082"/>
                    <a:pt x="6549" y="3844"/>
                  </a:cubicBezTo>
                  <a:cubicBezTo>
                    <a:pt x="6537" y="3927"/>
                    <a:pt x="6597" y="4022"/>
                    <a:pt x="6680" y="4034"/>
                  </a:cubicBezTo>
                  <a:cubicBezTo>
                    <a:pt x="6688" y="4035"/>
                    <a:pt x="6696" y="4036"/>
                    <a:pt x="6704" y="4036"/>
                  </a:cubicBezTo>
                  <a:cubicBezTo>
                    <a:pt x="6789" y="4036"/>
                    <a:pt x="6861" y="3980"/>
                    <a:pt x="6883" y="3903"/>
                  </a:cubicBezTo>
                  <a:cubicBezTo>
                    <a:pt x="7061" y="3046"/>
                    <a:pt x="6894" y="2141"/>
                    <a:pt x="6359" y="1379"/>
                  </a:cubicBezTo>
                  <a:cubicBezTo>
                    <a:pt x="5689" y="426"/>
                    <a:pt x="4716" y="1"/>
                    <a:pt x="375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35" name="Google Shape;3738;p64"/>
            <p:cNvSpPr/>
            <p:nvPr/>
          </p:nvSpPr>
          <p:spPr>
            <a:xfrm>
              <a:off x="5119920" y="3848760"/>
              <a:ext cx="81000" cy="1569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2299" h="4440">
                  <a:moveTo>
                    <a:pt x="572" y="345"/>
                  </a:moveTo>
                  <a:cubicBezTo>
                    <a:pt x="703" y="345"/>
                    <a:pt x="810" y="441"/>
                    <a:pt x="810" y="583"/>
                  </a:cubicBezTo>
                  <a:lnTo>
                    <a:pt x="810" y="2191"/>
                  </a:lnTo>
                  <a:cubicBezTo>
                    <a:pt x="727" y="2155"/>
                    <a:pt x="640" y="2137"/>
                    <a:pt x="555" y="2137"/>
                  </a:cubicBezTo>
                  <a:cubicBezTo>
                    <a:pt x="471" y="2137"/>
                    <a:pt x="387" y="2155"/>
                    <a:pt x="310" y="2191"/>
                  </a:cubicBezTo>
                  <a:lnTo>
                    <a:pt x="310" y="583"/>
                  </a:lnTo>
                  <a:lnTo>
                    <a:pt x="334" y="583"/>
                  </a:lnTo>
                  <a:cubicBezTo>
                    <a:pt x="334" y="452"/>
                    <a:pt x="429" y="345"/>
                    <a:pt x="572" y="345"/>
                  </a:cubicBezTo>
                  <a:close/>
                  <a:moveTo>
                    <a:pt x="610" y="2488"/>
                  </a:moveTo>
                  <a:cubicBezTo>
                    <a:pt x="726" y="2488"/>
                    <a:pt x="736" y="2510"/>
                    <a:pt x="1905" y="3703"/>
                  </a:cubicBezTo>
                  <a:cubicBezTo>
                    <a:pt x="1977" y="3798"/>
                    <a:pt x="1977" y="3941"/>
                    <a:pt x="1893" y="4036"/>
                  </a:cubicBezTo>
                  <a:cubicBezTo>
                    <a:pt x="1846" y="4078"/>
                    <a:pt x="1783" y="4099"/>
                    <a:pt x="1721" y="4099"/>
                  </a:cubicBezTo>
                  <a:cubicBezTo>
                    <a:pt x="1658" y="4099"/>
                    <a:pt x="1596" y="4078"/>
                    <a:pt x="1548" y="4036"/>
                  </a:cubicBezTo>
                  <a:lnTo>
                    <a:pt x="417" y="2905"/>
                  </a:lnTo>
                  <a:cubicBezTo>
                    <a:pt x="274" y="2750"/>
                    <a:pt x="369" y="2488"/>
                    <a:pt x="596" y="2488"/>
                  </a:cubicBezTo>
                  <a:cubicBezTo>
                    <a:pt x="600" y="2488"/>
                    <a:pt x="605" y="2488"/>
                    <a:pt x="610" y="2488"/>
                  </a:cubicBezTo>
                  <a:close/>
                  <a:moveTo>
                    <a:pt x="584" y="0"/>
                  </a:moveTo>
                  <a:cubicBezTo>
                    <a:pt x="250" y="0"/>
                    <a:pt x="0" y="274"/>
                    <a:pt x="0" y="583"/>
                  </a:cubicBezTo>
                  <a:lnTo>
                    <a:pt x="0" y="2715"/>
                  </a:lnTo>
                  <a:cubicBezTo>
                    <a:pt x="0" y="2858"/>
                    <a:pt x="60" y="3024"/>
                    <a:pt x="167" y="3131"/>
                  </a:cubicBezTo>
                  <a:cubicBezTo>
                    <a:pt x="1322" y="4262"/>
                    <a:pt x="1310" y="4334"/>
                    <a:pt x="1524" y="4405"/>
                  </a:cubicBezTo>
                  <a:cubicBezTo>
                    <a:pt x="1589" y="4428"/>
                    <a:pt x="1655" y="4439"/>
                    <a:pt x="1720" y="4439"/>
                  </a:cubicBezTo>
                  <a:cubicBezTo>
                    <a:pt x="2023" y="4439"/>
                    <a:pt x="2298" y="4201"/>
                    <a:pt x="2298" y="3858"/>
                  </a:cubicBezTo>
                  <a:cubicBezTo>
                    <a:pt x="2298" y="3703"/>
                    <a:pt x="2227" y="3572"/>
                    <a:pt x="2132" y="3453"/>
                  </a:cubicBezTo>
                  <a:lnTo>
                    <a:pt x="1167" y="2488"/>
                  </a:lnTo>
                  <a:lnTo>
                    <a:pt x="1167" y="583"/>
                  </a:lnTo>
                  <a:cubicBezTo>
                    <a:pt x="1167" y="250"/>
                    <a:pt x="893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36" name="Google Shape;3739;p64"/>
          <p:cNvGrpSpPr/>
          <p:nvPr/>
        </p:nvGrpSpPr>
        <p:grpSpPr>
          <a:xfrm>
            <a:off x="4939200" y="2523960"/>
            <a:ext cx="402840" cy="402840"/>
            <a:chOff x="4939200" y="2523960"/>
            <a:chExt cx="402840" cy="402840"/>
          </a:xfrm>
        </p:grpSpPr>
        <p:sp>
          <p:nvSpPr>
            <p:cNvPr id="2337" name="Google Shape;3740;p64"/>
            <p:cNvSpPr/>
            <p:nvPr/>
          </p:nvSpPr>
          <p:spPr>
            <a:xfrm>
              <a:off x="5067360" y="2679120"/>
              <a:ext cx="25560" cy="252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691" h="679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38" name="Google Shape;3741;p64"/>
            <p:cNvSpPr/>
            <p:nvPr/>
          </p:nvSpPr>
          <p:spPr>
            <a:xfrm>
              <a:off x="5128200" y="2679120"/>
              <a:ext cx="25200" cy="2520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680" h="679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39" name="Google Shape;3742;p64"/>
            <p:cNvSpPr/>
            <p:nvPr/>
          </p:nvSpPr>
          <p:spPr>
            <a:xfrm>
              <a:off x="5187600" y="2679120"/>
              <a:ext cx="25560" cy="252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692" h="679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0" name="Google Shape;3743;p64"/>
            <p:cNvSpPr/>
            <p:nvPr/>
          </p:nvSpPr>
          <p:spPr>
            <a:xfrm>
              <a:off x="4939200" y="2523960"/>
              <a:ext cx="402840" cy="40284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402840"/>
                <a:gd name="textAreaBottom" fmla="*/ 403200 h 402840"/>
              </a:gdLst>
              <a:ahLst/>
              <a:cxnLst/>
              <a:rect l="textAreaLeft" t="textAreaTop" r="textAreaRight" b="textAreaBottom"/>
              <a:pathLst>
                <a:path w="10776" h="10752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41" name="Google Shape;3744;p64"/>
          <p:cNvGrpSpPr/>
          <p:nvPr/>
        </p:nvGrpSpPr>
        <p:grpSpPr>
          <a:xfrm>
            <a:off x="3814560" y="1353960"/>
            <a:ext cx="377280" cy="402840"/>
            <a:chOff x="3814560" y="1353960"/>
            <a:chExt cx="377280" cy="402840"/>
          </a:xfrm>
        </p:grpSpPr>
        <p:sp>
          <p:nvSpPr>
            <p:cNvPr id="2342" name="Google Shape;3745;p64"/>
            <p:cNvSpPr/>
            <p:nvPr/>
          </p:nvSpPr>
          <p:spPr>
            <a:xfrm>
              <a:off x="3814560" y="1353960"/>
              <a:ext cx="377280" cy="339120"/>
            </a:xfrm>
            <a:custGeom>
              <a:avLst/>
              <a:gdLst>
                <a:gd name="textAreaLeft" fmla="*/ 0 w 377280"/>
                <a:gd name="textAreaRight" fmla="*/ 377640 w 37728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10050" h="9074">
                  <a:moveTo>
                    <a:pt x="1668" y="322"/>
                  </a:moveTo>
                  <a:cubicBezTo>
                    <a:pt x="1834" y="322"/>
                    <a:pt x="1953" y="453"/>
                    <a:pt x="1953" y="608"/>
                  </a:cubicBezTo>
                  <a:lnTo>
                    <a:pt x="1953" y="1275"/>
                  </a:lnTo>
                  <a:cubicBezTo>
                    <a:pt x="1953" y="1441"/>
                    <a:pt x="1811" y="1560"/>
                    <a:pt x="1668" y="1560"/>
                  </a:cubicBezTo>
                  <a:cubicBezTo>
                    <a:pt x="1513" y="1560"/>
                    <a:pt x="1382" y="1429"/>
                    <a:pt x="1382" y="1275"/>
                  </a:cubicBezTo>
                  <a:lnTo>
                    <a:pt x="1382" y="929"/>
                  </a:lnTo>
                  <a:lnTo>
                    <a:pt x="1382" y="608"/>
                  </a:lnTo>
                  <a:cubicBezTo>
                    <a:pt x="1370" y="453"/>
                    <a:pt x="1501" y="322"/>
                    <a:pt x="1668" y="322"/>
                  </a:cubicBezTo>
                  <a:close/>
                  <a:moveTo>
                    <a:pt x="3918" y="322"/>
                  </a:moveTo>
                  <a:cubicBezTo>
                    <a:pt x="4061" y="322"/>
                    <a:pt x="4192" y="453"/>
                    <a:pt x="4192" y="608"/>
                  </a:cubicBezTo>
                  <a:lnTo>
                    <a:pt x="4192" y="1275"/>
                  </a:lnTo>
                  <a:cubicBezTo>
                    <a:pt x="4192" y="1441"/>
                    <a:pt x="4061" y="1560"/>
                    <a:pt x="3918" y="1560"/>
                  </a:cubicBezTo>
                  <a:cubicBezTo>
                    <a:pt x="3763" y="1560"/>
                    <a:pt x="3632" y="1429"/>
                    <a:pt x="3632" y="1275"/>
                  </a:cubicBezTo>
                  <a:lnTo>
                    <a:pt x="3632" y="608"/>
                  </a:lnTo>
                  <a:cubicBezTo>
                    <a:pt x="3632" y="441"/>
                    <a:pt x="3763" y="322"/>
                    <a:pt x="3918" y="322"/>
                  </a:cubicBezTo>
                  <a:close/>
                  <a:moveTo>
                    <a:pt x="6180" y="322"/>
                  </a:moveTo>
                  <a:cubicBezTo>
                    <a:pt x="6323" y="322"/>
                    <a:pt x="6454" y="453"/>
                    <a:pt x="6454" y="608"/>
                  </a:cubicBezTo>
                  <a:lnTo>
                    <a:pt x="6454" y="1275"/>
                  </a:lnTo>
                  <a:cubicBezTo>
                    <a:pt x="6454" y="1441"/>
                    <a:pt x="6323" y="1560"/>
                    <a:pt x="6180" y="1560"/>
                  </a:cubicBezTo>
                  <a:cubicBezTo>
                    <a:pt x="6025" y="1560"/>
                    <a:pt x="5894" y="1429"/>
                    <a:pt x="5894" y="1275"/>
                  </a:cubicBezTo>
                  <a:lnTo>
                    <a:pt x="5894" y="608"/>
                  </a:lnTo>
                  <a:cubicBezTo>
                    <a:pt x="5894" y="441"/>
                    <a:pt x="6025" y="322"/>
                    <a:pt x="6180" y="322"/>
                  </a:cubicBezTo>
                  <a:close/>
                  <a:moveTo>
                    <a:pt x="8419" y="322"/>
                  </a:moveTo>
                  <a:cubicBezTo>
                    <a:pt x="8573" y="322"/>
                    <a:pt x="8704" y="453"/>
                    <a:pt x="8704" y="608"/>
                  </a:cubicBezTo>
                  <a:lnTo>
                    <a:pt x="8704" y="929"/>
                  </a:lnTo>
                  <a:lnTo>
                    <a:pt x="8704" y="1275"/>
                  </a:lnTo>
                  <a:cubicBezTo>
                    <a:pt x="8704" y="1441"/>
                    <a:pt x="8573" y="1560"/>
                    <a:pt x="8419" y="1560"/>
                  </a:cubicBezTo>
                  <a:cubicBezTo>
                    <a:pt x="8276" y="1560"/>
                    <a:pt x="8145" y="1429"/>
                    <a:pt x="8145" y="1275"/>
                  </a:cubicBezTo>
                  <a:lnTo>
                    <a:pt x="8145" y="608"/>
                  </a:lnTo>
                  <a:cubicBezTo>
                    <a:pt x="8145" y="441"/>
                    <a:pt x="8276" y="322"/>
                    <a:pt x="8419" y="322"/>
                  </a:cubicBezTo>
                  <a:close/>
                  <a:moveTo>
                    <a:pt x="9526" y="1096"/>
                  </a:moveTo>
                  <a:cubicBezTo>
                    <a:pt x="9669" y="1096"/>
                    <a:pt x="9788" y="1215"/>
                    <a:pt x="9788" y="1370"/>
                  </a:cubicBezTo>
                  <a:lnTo>
                    <a:pt x="9788" y="2525"/>
                  </a:lnTo>
                  <a:lnTo>
                    <a:pt x="370" y="2525"/>
                  </a:lnTo>
                  <a:lnTo>
                    <a:pt x="370" y="1370"/>
                  </a:lnTo>
                  <a:cubicBezTo>
                    <a:pt x="370" y="1215"/>
                    <a:pt x="489" y="1096"/>
                    <a:pt x="644" y="1096"/>
                  </a:cubicBezTo>
                  <a:lnTo>
                    <a:pt x="1060" y="1096"/>
                  </a:lnTo>
                  <a:lnTo>
                    <a:pt x="1060" y="1275"/>
                  </a:lnTo>
                  <a:cubicBezTo>
                    <a:pt x="1060" y="1596"/>
                    <a:pt x="1322" y="1882"/>
                    <a:pt x="1668" y="1882"/>
                  </a:cubicBezTo>
                  <a:cubicBezTo>
                    <a:pt x="1989" y="1882"/>
                    <a:pt x="2275" y="1620"/>
                    <a:pt x="2275" y="1275"/>
                  </a:cubicBezTo>
                  <a:lnTo>
                    <a:pt x="2275" y="1096"/>
                  </a:lnTo>
                  <a:lnTo>
                    <a:pt x="3335" y="1096"/>
                  </a:lnTo>
                  <a:lnTo>
                    <a:pt x="3335" y="1275"/>
                  </a:lnTo>
                  <a:cubicBezTo>
                    <a:pt x="3335" y="1596"/>
                    <a:pt x="3597" y="1882"/>
                    <a:pt x="3942" y="1882"/>
                  </a:cubicBezTo>
                  <a:cubicBezTo>
                    <a:pt x="4287" y="1882"/>
                    <a:pt x="4549" y="1620"/>
                    <a:pt x="4549" y="1275"/>
                  </a:cubicBezTo>
                  <a:lnTo>
                    <a:pt x="4549" y="1096"/>
                  </a:lnTo>
                  <a:lnTo>
                    <a:pt x="5609" y="1096"/>
                  </a:lnTo>
                  <a:lnTo>
                    <a:pt x="5609" y="1275"/>
                  </a:lnTo>
                  <a:cubicBezTo>
                    <a:pt x="5609" y="1596"/>
                    <a:pt x="5883" y="1882"/>
                    <a:pt x="6216" y="1882"/>
                  </a:cubicBezTo>
                  <a:cubicBezTo>
                    <a:pt x="6561" y="1882"/>
                    <a:pt x="6835" y="1620"/>
                    <a:pt x="6835" y="1275"/>
                  </a:cubicBezTo>
                  <a:lnTo>
                    <a:pt x="6835" y="1096"/>
                  </a:lnTo>
                  <a:lnTo>
                    <a:pt x="7883" y="1096"/>
                  </a:lnTo>
                  <a:lnTo>
                    <a:pt x="7883" y="1275"/>
                  </a:lnTo>
                  <a:cubicBezTo>
                    <a:pt x="7883" y="1596"/>
                    <a:pt x="8157" y="1882"/>
                    <a:pt x="8502" y="1882"/>
                  </a:cubicBezTo>
                  <a:cubicBezTo>
                    <a:pt x="8823" y="1882"/>
                    <a:pt x="9109" y="1620"/>
                    <a:pt x="9109" y="1275"/>
                  </a:cubicBezTo>
                  <a:lnTo>
                    <a:pt x="9109" y="1096"/>
                  </a:lnTo>
                  <a:close/>
                  <a:moveTo>
                    <a:pt x="1608" y="1"/>
                  </a:moveTo>
                  <a:cubicBezTo>
                    <a:pt x="1275" y="1"/>
                    <a:pt x="989" y="262"/>
                    <a:pt x="989" y="608"/>
                  </a:cubicBezTo>
                  <a:lnTo>
                    <a:pt x="989" y="786"/>
                  </a:lnTo>
                  <a:lnTo>
                    <a:pt x="572" y="786"/>
                  </a:lnTo>
                  <a:cubicBezTo>
                    <a:pt x="251" y="786"/>
                    <a:pt x="1" y="1048"/>
                    <a:pt x="1" y="1370"/>
                  </a:cubicBezTo>
                  <a:lnTo>
                    <a:pt x="1" y="3584"/>
                  </a:lnTo>
                  <a:cubicBezTo>
                    <a:pt x="1" y="3668"/>
                    <a:pt x="72" y="3751"/>
                    <a:pt x="156" y="3751"/>
                  </a:cubicBezTo>
                  <a:cubicBezTo>
                    <a:pt x="251" y="3751"/>
                    <a:pt x="322" y="3668"/>
                    <a:pt x="322" y="3584"/>
                  </a:cubicBezTo>
                  <a:lnTo>
                    <a:pt x="322" y="2834"/>
                  </a:lnTo>
                  <a:lnTo>
                    <a:pt x="9681" y="2834"/>
                  </a:lnTo>
                  <a:lnTo>
                    <a:pt x="9681" y="8906"/>
                  </a:lnTo>
                  <a:cubicBezTo>
                    <a:pt x="9681" y="9002"/>
                    <a:pt x="9764" y="9073"/>
                    <a:pt x="9847" y="9073"/>
                  </a:cubicBezTo>
                  <a:cubicBezTo>
                    <a:pt x="9943" y="9073"/>
                    <a:pt x="10014" y="9002"/>
                    <a:pt x="10014" y="8906"/>
                  </a:cubicBezTo>
                  <a:lnTo>
                    <a:pt x="10014" y="1346"/>
                  </a:lnTo>
                  <a:cubicBezTo>
                    <a:pt x="10050" y="1036"/>
                    <a:pt x="9776" y="786"/>
                    <a:pt x="9466" y="786"/>
                  </a:cubicBezTo>
                  <a:lnTo>
                    <a:pt x="9050" y="786"/>
                  </a:lnTo>
                  <a:lnTo>
                    <a:pt x="9050" y="608"/>
                  </a:lnTo>
                  <a:cubicBezTo>
                    <a:pt x="9050" y="274"/>
                    <a:pt x="8776" y="1"/>
                    <a:pt x="8430" y="1"/>
                  </a:cubicBezTo>
                  <a:cubicBezTo>
                    <a:pt x="8109" y="1"/>
                    <a:pt x="7823" y="262"/>
                    <a:pt x="7823" y="608"/>
                  </a:cubicBezTo>
                  <a:lnTo>
                    <a:pt x="7823" y="786"/>
                  </a:lnTo>
                  <a:lnTo>
                    <a:pt x="6764" y="786"/>
                  </a:lnTo>
                  <a:lnTo>
                    <a:pt x="6764" y="608"/>
                  </a:lnTo>
                  <a:cubicBezTo>
                    <a:pt x="6764" y="274"/>
                    <a:pt x="6502" y="1"/>
                    <a:pt x="6156" y="1"/>
                  </a:cubicBezTo>
                  <a:cubicBezTo>
                    <a:pt x="5811" y="1"/>
                    <a:pt x="5549" y="262"/>
                    <a:pt x="5549" y="608"/>
                  </a:cubicBezTo>
                  <a:lnTo>
                    <a:pt x="5549" y="786"/>
                  </a:lnTo>
                  <a:lnTo>
                    <a:pt x="4489" y="786"/>
                  </a:lnTo>
                  <a:lnTo>
                    <a:pt x="4489" y="608"/>
                  </a:lnTo>
                  <a:cubicBezTo>
                    <a:pt x="4489" y="274"/>
                    <a:pt x="4228" y="1"/>
                    <a:pt x="3882" y="1"/>
                  </a:cubicBezTo>
                  <a:cubicBezTo>
                    <a:pt x="3549" y="1"/>
                    <a:pt x="3275" y="262"/>
                    <a:pt x="3275" y="608"/>
                  </a:cubicBezTo>
                  <a:lnTo>
                    <a:pt x="3275" y="786"/>
                  </a:lnTo>
                  <a:lnTo>
                    <a:pt x="2215" y="786"/>
                  </a:lnTo>
                  <a:lnTo>
                    <a:pt x="2215" y="608"/>
                  </a:lnTo>
                  <a:cubicBezTo>
                    <a:pt x="2215" y="274"/>
                    <a:pt x="1942" y="1"/>
                    <a:pt x="16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3" name="Google Shape;3746;p64"/>
            <p:cNvSpPr/>
            <p:nvPr/>
          </p:nvSpPr>
          <p:spPr>
            <a:xfrm>
              <a:off x="3815280" y="1509840"/>
              <a:ext cx="376200" cy="246960"/>
            </a:xfrm>
            <a:custGeom>
              <a:avLst/>
              <a:gdLst>
                <a:gd name="textAreaLeft" fmla="*/ 0 w 376200"/>
                <a:gd name="textAreaRight" fmla="*/ 376560 w 376200"/>
                <a:gd name="textAreaTop" fmla="*/ 0 h 246960"/>
                <a:gd name="textAreaBottom" fmla="*/ 247320 h 246960"/>
              </a:gdLst>
              <a:ahLst/>
              <a:cxnLst/>
              <a:rect l="textAreaLeft" t="textAreaTop" r="textAreaRight" b="textAreaBottom"/>
              <a:pathLst>
                <a:path w="10026" h="6609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025"/>
                  </a:lnTo>
                  <a:cubicBezTo>
                    <a:pt x="1" y="6347"/>
                    <a:pt x="274" y="6609"/>
                    <a:pt x="584" y="6609"/>
                  </a:cubicBezTo>
                  <a:lnTo>
                    <a:pt x="9407" y="6609"/>
                  </a:lnTo>
                  <a:cubicBezTo>
                    <a:pt x="9740" y="6609"/>
                    <a:pt x="9990" y="6335"/>
                    <a:pt x="9990" y="6025"/>
                  </a:cubicBezTo>
                  <a:lnTo>
                    <a:pt x="9990" y="5501"/>
                  </a:lnTo>
                  <a:cubicBezTo>
                    <a:pt x="10026" y="5418"/>
                    <a:pt x="9942" y="5335"/>
                    <a:pt x="9859" y="5335"/>
                  </a:cubicBezTo>
                  <a:cubicBezTo>
                    <a:pt x="9764" y="5335"/>
                    <a:pt x="9692" y="5418"/>
                    <a:pt x="9692" y="5501"/>
                  </a:cubicBezTo>
                  <a:lnTo>
                    <a:pt x="9692" y="6025"/>
                  </a:lnTo>
                  <a:cubicBezTo>
                    <a:pt x="9692" y="6168"/>
                    <a:pt x="9573" y="6287"/>
                    <a:pt x="9430" y="6287"/>
                  </a:cubicBezTo>
                  <a:lnTo>
                    <a:pt x="596" y="6287"/>
                  </a:lnTo>
                  <a:cubicBezTo>
                    <a:pt x="453" y="6287"/>
                    <a:pt x="334" y="6168"/>
                    <a:pt x="334" y="6025"/>
                  </a:cubicBezTo>
                  <a:lnTo>
                    <a:pt x="334" y="156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44" name="Google Shape;3747;p64"/>
          <p:cNvGrpSpPr/>
          <p:nvPr/>
        </p:nvGrpSpPr>
        <p:grpSpPr>
          <a:xfrm>
            <a:off x="3838320" y="2523960"/>
            <a:ext cx="329400" cy="402840"/>
            <a:chOff x="3838320" y="2523960"/>
            <a:chExt cx="329400" cy="402840"/>
          </a:xfrm>
        </p:grpSpPr>
        <p:sp>
          <p:nvSpPr>
            <p:cNvPr id="2345" name="Google Shape;3748;p64"/>
            <p:cNvSpPr/>
            <p:nvPr/>
          </p:nvSpPr>
          <p:spPr>
            <a:xfrm>
              <a:off x="3856680" y="2748240"/>
              <a:ext cx="37800" cy="252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013" h="678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6" name="Google Shape;3749;p64"/>
            <p:cNvSpPr/>
            <p:nvPr/>
          </p:nvSpPr>
          <p:spPr>
            <a:xfrm>
              <a:off x="4109760" y="2750760"/>
              <a:ext cx="37800" cy="252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013" h="677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7" name="Google Shape;3750;p64"/>
            <p:cNvSpPr/>
            <p:nvPr/>
          </p:nvSpPr>
          <p:spPr>
            <a:xfrm>
              <a:off x="3906000" y="2649240"/>
              <a:ext cx="167760" cy="27756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277560"/>
                <a:gd name="textAreaBottom" fmla="*/ 277920 h 277560"/>
              </a:gdLst>
              <a:ahLst/>
              <a:cxnLst/>
              <a:rect l="textAreaLeft" t="textAreaTop" r="textAreaRight" b="textAreaBottom"/>
              <a:pathLst>
                <a:path w="4466" h="7351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8" name="Google Shape;3751;p64"/>
            <p:cNvSpPr/>
            <p:nvPr/>
          </p:nvSpPr>
          <p:spPr>
            <a:xfrm>
              <a:off x="3899160" y="2581920"/>
              <a:ext cx="209880" cy="17100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5585" h="4535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5680" bIns="85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49" name="Google Shape;3752;p64"/>
            <p:cNvSpPr/>
            <p:nvPr/>
          </p:nvSpPr>
          <p:spPr>
            <a:xfrm>
              <a:off x="3998880" y="2523960"/>
              <a:ext cx="11880" cy="388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322" h="1037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0" name="Google Shape;3753;p64"/>
            <p:cNvSpPr/>
            <p:nvPr/>
          </p:nvSpPr>
          <p:spPr>
            <a:xfrm>
              <a:off x="3917880" y="2544480"/>
              <a:ext cx="27360" cy="352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739" h="939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1" name="Google Shape;3754;p64"/>
            <p:cNvSpPr/>
            <p:nvPr/>
          </p:nvSpPr>
          <p:spPr>
            <a:xfrm>
              <a:off x="3859920" y="2602440"/>
              <a:ext cx="36360" cy="255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977" h="682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2" name="Google Shape;3755;p64"/>
            <p:cNvSpPr/>
            <p:nvPr/>
          </p:nvSpPr>
          <p:spPr>
            <a:xfrm>
              <a:off x="3838320" y="2682000"/>
              <a:ext cx="39240" cy="12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049" h="33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3" name="Google Shape;3756;p64"/>
            <p:cNvSpPr/>
            <p:nvPr/>
          </p:nvSpPr>
          <p:spPr>
            <a:xfrm>
              <a:off x="4129200" y="2684520"/>
              <a:ext cx="38520" cy="1224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036" h="334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4" name="Google Shape;3757;p64"/>
            <p:cNvSpPr/>
            <p:nvPr/>
          </p:nvSpPr>
          <p:spPr>
            <a:xfrm>
              <a:off x="4111200" y="2604600"/>
              <a:ext cx="36360" cy="255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978" h="688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55" name="Google Shape;3758;p64"/>
            <p:cNvSpPr/>
            <p:nvPr/>
          </p:nvSpPr>
          <p:spPr>
            <a:xfrm>
              <a:off x="4062240" y="2545560"/>
              <a:ext cx="28080" cy="349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752" h="93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4743;p76"/>
          <p:cNvSpPr/>
          <p:nvPr/>
        </p:nvSpPr>
        <p:spPr>
          <a:xfrm>
            <a:off x="7571520" y="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4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6764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3500" b="0" u="none" strike="noStrike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Sledeći koraci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5" name="PlaceHolder 2"/>
          <p:cNvSpPr>
            <a:spLocks noGrp="1"/>
          </p:cNvSpPr>
          <p:nvPr>
            <p:ph/>
          </p:nvPr>
        </p:nvSpPr>
        <p:spPr>
          <a:xfrm>
            <a:off x="1068840" y="1216800"/>
            <a:ext cx="7269480" cy="3101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Višejezična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podršk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Omogućiti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analizu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CV-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jeva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opisa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poslova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na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više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jezika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npr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engleski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nemački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francuski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 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Naprednije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NLP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tehnike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Uvesti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semantičko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razumevanje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teksta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pomoću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modela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poput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BERT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ili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GPT, da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sistem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„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razume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“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kontekst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složenije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opise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veština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Personalizovani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preporučivač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Dodati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modul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koji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poslodavcima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predlaže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slične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kandidate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ili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koji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automatski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sugeriše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Montserrat Medium"/>
                <a:ea typeface="Kanit ExtraBold"/>
              </a:rPr>
              <a:t>k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andidate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za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više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pozicija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Integracija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sa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postojećim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platformama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Omogućiti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direktno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povezivanje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LinkedIn,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Infostud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ili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drugim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bazama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kako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bi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poslodavci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mogli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da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uvezu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CV-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jeve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automatski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Analitika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izveštaji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Napraviti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dashboard za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poslodavce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statistikom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prijava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prosečnim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skorom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kandidata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po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veštinama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trendovima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u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zapošljavanju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spcBef>
                <a:spcPts val="1001"/>
              </a:spcBef>
              <a:buClr>
                <a:srgbClr val="1A2C57"/>
              </a:buClr>
              <a:buFont typeface="Arial"/>
              <a:buChar char="•"/>
            </a:pP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odrška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za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različite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tipove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oglasa</a:t>
            </a:r>
            <a:r>
              <a:rPr lang="sr-Latn-RS" sz="1100" b="1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(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Razviti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module za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stalne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honorarne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projektne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ili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studentske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pozicije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sa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različitim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kriterijumima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relevantnosti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.</a:t>
            </a:r>
            <a:r>
              <a:rPr lang="sr-Latn-RS" sz="1100" b="0" u="none" strike="noStrike" dirty="0">
                <a:solidFill>
                  <a:schemeClr val="dk1"/>
                </a:solidFill>
                <a:effectLst/>
                <a:uFillTx/>
                <a:latin typeface="Montserrat Medium"/>
                <a:ea typeface="Kanit ExtraBold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6" name="Google Shape;4747;p76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7" name="Google Shape;4748;p76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8" name="Google Shape;4749;p76"/>
          <p:cNvSpPr/>
          <p:nvPr/>
        </p:nvSpPr>
        <p:spPr>
          <a:xfrm>
            <a:off x="7142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9" name="Google Shape;4750;p76"/>
          <p:cNvSpPr/>
          <p:nvPr/>
        </p:nvSpPr>
        <p:spPr>
          <a:xfrm>
            <a:off x="157140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0" name="Google Shape;4751;p76"/>
          <p:cNvSpPr/>
          <p:nvPr/>
        </p:nvSpPr>
        <p:spPr>
          <a:xfrm>
            <a:off x="671436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1" name="Google Shape;4754;p76"/>
          <p:cNvSpPr/>
          <p:nvPr/>
        </p:nvSpPr>
        <p:spPr>
          <a:xfrm>
            <a:off x="71424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2" name="Google Shape;4755;p76"/>
          <p:cNvSpPr/>
          <p:nvPr/>
        </p:nvSpPr>
        <p:spPr>
          <a:xfrm>
            <a:off x="157140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3" name="Google Shape;4756;p76"/>
          <p:cNvSpPr/>
          <p:nvPr/>
        </p:nvSpPr>
        <p:spPr>
          <a:xfrm>
            <a:off x="242856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4" name="Google Shape;4757;p76"/>
          <p:cNvSpPr/>
          <p:nvPr/>
        </p:nvSpPr>
        <p:spPr>
          <a:xfrm>
            <a:off x="6714360" y="4286160"/>
            <a:ext cx="858240" cy="856800"/>
          </a:xfrm>
          <a:prstGeom prst="rect">
            <a:avLst/>
          </a:prstGeom>
          <a:solidFill>
            <a:schemeClr val="dk2"/>
          </a:solidFill>
          <a:ln w="19050">
            <a:solidFill>
              <a:srgbClr val="B0C1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375" name="Google Shape;4758;p76"/>
          <p:cNvGrpSpPr/>
          <p:nvPr/>
        </p:nvGrpSpPr>
        <p:grpSpPr>
          <a:xfrm>
            <a:off x="874800" y="171360"/>
            <a:ext cx="536760" cy="685440"/>
            <a:chOff x="874800" y="171360"/>
            <a:chExt cx="536760" cy="685440"/>
          </a:xfrm>
        </p:grpSpPr>
        <p:sp>
          <p:nvSpPr>
            <p:cNvPr id="2376" name="Google Shape;4759;p76"/>
            <p:cNvSpPr/>
            <p:nvPr/>
          </p:nvSpPr>
          <p:spPr>
            <a:xfrm>
              <a:off x="8748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77" name="Google Shape;4760;p76"/>
            <p:cNvSpPr/>
            <p:nvPr/>
          </p:nvSpPr>
          <p:spPr>
            <a:xfrm>
              <a:off x="105768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78" name="Google Shape;4761;p76"/>
            <p:cNvSpPr/>
            <p:nvPr/>
          </p:nvSpPr>
          <p:spPr>
            <a:xfrm>
              <a:off x="117612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79" name="Google Shape;4762;p76"/>
            <p:cNvSpPr/>
            <p:nvPr/>
          </p:nvSpPr>
          <p:spPr>
            <a:xfrm>
              <a:off x="1099800" y="504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80" name="Google Shape;4763;p76"/>
          <p:cNvGrpSpPr/>
          <p:nvPr/>
        </p:nvGrpSpPr>
        <p:grpSpPr>
          <a:xfrm>
            <a:off x="1731960" y="171360"/>
            <a:ext cx="536760" cy="685440"/>
            <a:chOff x="1731960" y="171360"/>
            <a:chExt cx="536760" cy="685440"/>
          </a:xfrm>
        </p:grpSpPr>
        <p:sp>
          <p:nvSpPr>
            <p:cNvPr id="2381" name="Google Shape;4764;p76"/>
            <p:cNvSpPr/>
            <p:nvPr/>
          </p:nvSpPr>
          <p:spPr>
            <a:xfrm>
              <a:off x="1828800" y="235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4">
                  <a:moveTo>
                    <a:pt x="0" y="1"/>
                  </a:moveTo>
                  <a:cubicBezTo>
                    <a:pt x="0" y="1"/>
                    <a:pt x="0" y="4"/>
                    <a:pt x="0" y="1"/>
                  </a:cubicBezTo>
                  <a:cubicBezTo>
                    <a:pt x="0" y="4"/>
                    <a:pt x="0" y="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2" name="Google Shape;4765;p76"/>
            <p:cNvSpPr/>
            <p:nvPr/>
          </p:nvSpPr>
          <p:spPr>
            <a:xfrm>
              <a:off x="173196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9" h="20721">
                  <a:moveTo>
                    <a:pt x="8085" y="603"/>
                  </a:moveTo>
                  <a:cubicBezTo>
                    <a:pt x="9354" y="603"/>
                    <a:pt x="10542" y="767"/>
                    <a:pt x="11432" y="1062"/>
                  </a:cubicBezTo>
                  <a:cubicBezTo>
                    <a:pt x="11990" y="1249"/>
                    <a:pt x="12653" y="1577"/>
                    <a:pt x="12653" y="1916"/>
                  </a:cubicBezTo>
                  <a:lnTo>
                    <a:pt x="12653" y="2915"/>
                  </a:lnTo>
                  <a:lnTo>
                    <a:pt x="3528" y="2915"/>
                  </a:lnTo>
                  <a:lnTo>
                    <a:pt x="3528" y="1883"/>
                  </a:lnTo>
                  <a:lnTo>
                    <a:pt x="3527" y="1883"/>
                  </a:lnTo>
                  <a:cubicBezTo>
                    <a:pt x="3575" y="1561"/>
                    <a:pt x="4201" y="1242"/>
                    <a:pt x="4741" y="1063"/>
                  </a:cubicBezTo>
                  <a:cubicBezTo>
                    <a:pt x="5629" y="767"/>
                    <a:pt x="6817" y="603"/>
                    <a:pt x="8085" y="603"/>
                  </a:cubicBezTo>
                  <a:close/>
                  <a:moveTo>
                    <a:pt x="4218" y="4822"/>
                  </a:moveTo>
                  <a:lnTo>
                    <a:pt x="4218" y="5816"/>
                  </a:lnTo>
                  <a:cubicBezTo>
                    <a:pt x="4218" y="6006"/>
                    <a:pt x="4062" y="6160"/>
                    <a:pt x="3872" y="6160"/>
                  </a:cubicBezTo>
                  <a:lnTo>
                    <a:pt x="3527" y="6160"/>
                  </a:lnTo>
                  <a:lnTo>
                    <a:pt x="3527" y="4822"/>
                  </a:lnTo>
                  <a:close/>
                  <a:moveTo>
                    <a:pt x="12653" y="4822"/>
                  </a:moveTo>
                  <a:lnTo>
                    <a:pt x="12653" y="6160"/>
                  </a:lnTo>
                  <a:lnTo>
                    <a:pt x="12308" y="6160"/>
                  </a:lnTo>
                  <a:cubicBezTo>
                    <a:pt x="12117" y="6160"/>
                    <a:pt x="11961" y="6004"/>
                    <a:pt x="11961" y="5816"/>
                  </a:cubicBezTo>
                  <a:lnTo>
                    <a:pt x="11961" y="4822"/>
                  </a:lnTo>
                  <a:close/>
                  <a:moveTo>
                    <a:pt x="12651" y="3524"/>
                  </a:moveTo>
                  <a:lnTo>
                    <a:pt x="12651" y="4215"/>
                  </a:lnTo>
                  <a:lnTo>
                    <a:pt x="11009" y="4215"/>
                  </a:lnTo>
                  <a:cubicBezTo>
                    <a:pt x="10840" y="4215"/>
                    <a:pt x="10705" y="4351"/>
                    <a:pt x="10705" y="4518"/>
                  </a:cubicBezTo>
                  <a:cubicBezTo>
                    <a:pt x="10705" y="4686"/>
                    <a:pt x="10840" y="4822"/>
                    <a:pt x="11009" y="4822"/>
                  </a:cubicBezTo>
                  <a:lnTo>
                    <a:pt x="11354" y="4822"/>
                  </a:lnTo>
                  <a:lnTo>
                    <a:pt x="11354" y="5816"/>
                  </a:lnTo>
                  <a:cubicBezTo>
                    <a:pt x="11354" y="6340"/>
                    <a:pt x="11782" y="6767"/>
                    <a:pt x="12306" y="6767"/>
                  </a:cubicBezTo>
                  <a:lnTo>
                    <a:pt x="12747" y="6767"/>
                  </a:lnTo>
                  <a:cubicBezTo>
                    <a:pt x="13031" y="6767"/>
                    <a:pt x="13271" y="6967"/>
                    <a:pt x="13298" y="7221"/>
                  </a:cubicBezTo>
                  <a:cubicBezTo>
                    <a:pt x="13312" y="7367"/>
                    <a:pt x="13267" y="7507"/>
                    <a:pt x="13170" y="7614"/>
                  </a:cubicBezTo>
                  <a:cubicBezTo>
                    <a:pt x="13074" y="7721"/>
                    <a:pt x="12935" y="7781"/>
                    <a:pt x="12793" y="7781"/>
                  </a:cubicBezTo>
                  <a:lnTo>
                    <a:pt x="12610" y="7781"/>
                  </a:lnTo>
                  <a:lnTo>
                    <a:pt x="12610" y="7760"/>
                  </a:lnTo>
                  <a:cubicBezTo>
                    <a:pt x="12610" y="7593"/>
                    <a:pt x="12474" y="7457"/>
                    <a:pt x="12306" y="7457"/>
                  </a:cubicBezTo>
                  <a:cubicBezTo>
                    <a:pt x="12139" y="7457"/>
                    <a:pt x="12003" y="7593"/>
                    <a:pt x="12003" y="7760"/>
                  </a:cubicBezTo>
                  <a:cubicBezTo>
                    <a:pt x="12003" y="9918"/>
                    <a:pt x="10248" y="11673"/>
                    <a:pt x="8090" y="11673"/>
                  </a:cubicBezTo>
                  <a:cubicBezTo>
                    <a:pt x="8089" y="11673"/>
                    <a:pt x="8088" y="11673"/>
                    <a:pt x="8087" y="11673"/>
                  </a:cubicBezTo>
                  <a:cubicBezTo>
                    <a:pt x="5930" y="11673"/>
                    <a:pt x="4177" y="9917"/>
                    <a:pt x="4177" y="7761"/>
                  </a:cubicBezTo>
                  <a:cubicBezTo>
                    <a:pt x="4177" y="7594"/>
                    <a:pt x="4041" y="7458"/>
                    <a:pt x="3872" y="7458"/>
                  </a:cubicBezTo>
                  <a:cubicBezTo>
                    <a:pt x="3705" y="7458"/>
                    <a:pt x="3570" y="7594"/>
                    <a:pt x="3570" y="7761"/>
                  </a:cubicBezTo>
                  <a:lnTo>
                    <a:pt x="3570" y="7782"/>
                  </a:lnTo>
                  <a:lnTo>
                    <a:pt x="3385" y="7782"/>
                  </a:lnTo>
                  <a:cubicBezTo>
                    <a:pt x="3243" y="7782"/>
                    <a:pt x="3105" y="7723"/>
                    <a:pt x="3008" y="7615"/>
                  </a:cubicBezTo>
                  <a:cubicBezTo>
                    <a:pt x="2911" y="7508"/>
                    <a:pt x="2866" y="7368"/>
                    <a:pt x="2880" y="7223"/>
                  </a:cubicBezTo>
                  <a:cubicBezTo>
                    <a:pt x="2906" y="6967"/>
                    <a:pt x="3148" y="6769"/>
                    <a:pt x="3432" y="6769"/>
                  </a:cubicBezTo>
                  <a:lnTo>
                    <a:pt x="3871" y="6769"/>
                  </a:lnTo>
                  <a:cubicBezTo>
                    <a:pt x="4397" y="6769"/>
                    <a:pt x="4825" y="6341"/>
                    <a:pt x="4825" y="5817"/>
                  </a:cubicBezTo>
                  <a:lnTo>
                    <a:pt x="4825" y="4822"/>
                  </a:lnTo>
                  <a:lnTo>
                    <a:pt x="9711" y="4822"/>
                  </a:lnTo>
                  <a:cubicBezTo>
                    <a:pt x="9878" y="4822"/>
                    <a:pt x="10013" y="4686"/>
                    <a:pt x="10013" y="4518"/>
                  </a:cubicBezTo>
                  <a:cubicBezTo>
                    <a:pt x="10013" y="4351"/>
                    <a:pt x="9878" y="4215"/>
                    <a:pt x="9711" y="4215"/>
                  </a:cubicBezTo>
                  <a:lnTo>
                    <a:pt x="3527" y="4215"/>
                  </a:lnTo>
                  <a:lnTo>
                    <a:pt x="3527" y="3524"/>
                  </a:lnTo>
                  <a:close/>
                  <a:moveTo>
                    <a:pt x="10056" y="11830"/>
                  </a:moveTo>
                  <a:lnTo>
                    <a:pt x="10056" y="12581"/>
                  </a:lnTo>
                  <a:cubicBezTo>
                    <a:pt x="9431" y="12841"/>
                    <a:pt x="8770" y="12971"/>
                    <a:pt x="8090" y="12971"/>
                  </a:cubicBezTo>
                  <a:cubicBezTo>
                    <a:pt x="7410" y="12971"/>
                    <a:pt x="6749" y="12838"/>
                    <a:pt x="6122" y="12581"/>
                  </a:cubicBezTo>
                  <a:lnTo>
                    <a:pt x="6122" y="11830"/>
                  </a:lnTo>
                  <a:cubicBezTo>
                    <a:pt x="6717" y="12120"/>
                    <a:pt x="7384" y="12281"/>
                    <a:pt x="8090" y="12281"/>
                  </a:cubicBezTo>
                  <a:cubicBezTo>
                    <a:pt x="8795" y="12281"/>
                    <a:pt x="9462" y="12120"/>
                    <a:pt x="10056" y="11830"/>
                  </a:cubicBezTo>
                  <a:close/>
                  <a:moveTo>
                    <a:pt x="10713" y="12990"/>
                  </a:moveTo>
                  <a:cubicBezTo>
                    <a:pt x="10834" y="12990"/>
                    <a:pt x="10948" y="13051"/>
                    <a:pt x="11010" y="13159"/>
                  </a:cubicBezTo>
                  <a:lnTo>
                    <a:pt x="11354" y="13764"/>
                  </a:lnTo>
                  <a:cubicBezTo>
                    <a:pt x="10356" y="14308"/>
                    <a:pt x="9234" y="14593"/>
                    <a:pt x="8090" y="14593"/>
                  </a:cubicBezTo>
                  <a:cubicBezTo>
                    <a:pt x="6946" y="14593"/>
                    <a:pt x="5822" y="14308"/>
                    <a:pt x="4822" y="13764"/>
                  </a:cubicBezTo>
                  <a:lnTo>
                    <a:pt x="5168" y="13159"/>
                  </a:lnTo>
                  <a:cubicBezTo>
                    <a:pt x="5229" y="13051"/>
                    <a:pt x="5343" y="12990"/>
                    <a:pt x="5465" y="12990"/>
                  </a:cubicBezTo>
                  <a:cubicBezTo>
                    <a:pt x="5518" y="12990"/>
                    <a:pt x="5574" y="13002"/>
                    <a:pt x="5626" y="13027"/>
                  </a:cubicBezTo>
                  <a:cubicBezTo>
                    <a:pt x="6403" y="13392"/>
                    <a:pt x="7231" y="13578"/>
                    <a:pt x="8090" y="13578"/>
                  </a:cubicBezTo>
                  <a:cubicBezTo>
                    <a:pt x="8947" y="13578"/>
                    <a:pt x="9775" y="13392"/>
                    <a:pt x="10552" y="13027"/>
                  </a:cubicBezTo>
                  <a:cubicBezTo>
                    <a:pt x="10604" y="13002"/>
                    <a:pt x="10659" y="12990"/>
                    <a:pt x="10713" y="12990"/>
                  </a:cubicBezTo>
                  <a:close/>
                  <a:moveTo>
                    <a:pt x="8085" y="0"/>
                  </a:moveTo>
                  <a:cubicBezTo>
                    <a:pt x="6754" y="0"/>
                    <a:pt x="5499" y="176"/>
                    <a:pt x="4549" y="492"/>
                  </a:cubicBezTo>
                  <a:cubicBezTo>
                    <a:pt x="3397" y="877"/>
                    <a:pt x="3021" y="1356"/>
                    <a:pt x="2937" y="1740"/>
                  </a:cubicBezTo>
                  <a:cubicBezTo>
                    <a:pt x="2925" y="1797"/>
                    <a:pt x="2920" y="1856"/>
                    <a:pt x="2920" y="1916"/>
                  </a:cubicBezTo>
                  <a:lnTo>
                    <a:pt x="2920" y="6282"/>
                  </a:lnTo>
                  <a:cubicBezTo>
                    <a:pt x="2571" y="6447"/>
                    <a:pt x="2316" y="6779"/>
                    <a:pt x="2277" y="7166"/>
                  </a:cubicBezTo>
                  <a:cubicBezTo>
                    <a:pt x="2244" y="7480"/>
                    <a:pt x="2349" y="7794"/>
                    <a:pt x="2558" y="8028"/>
                  </a:cubicBezTo>
                  <a:cubicBezTo>
                    <a:pt x="2770" y="8261"/>
                    <a:pt x="3071" y="8394"/>
                    <a:pt x="3385" y="8394"/>
                  </a:cubicBezTo>
                  <a:lnTo>
                    <a:pt x="3612" y="8394"/>
                  </a:lnTo>
                  <a:cubicBezTo>
                    <a:pt x="3791" y="9668"/>
                    <a:pt x="4501" y="10774"/>
                    <a:pt x="5515" y="11479"/>
                  </a:cubicBezTo>
                  <a:lnTo>
                    <a:pt x="5515" y="12388"/>
                  </a:lnTo>
                  <a:cubicBezTo>
                    <a:pt x="5499" y="12388"/>
                    <a:pt x="5483" y="12387"/>
                    <a:pt x="5467" y="12387"/>
                  </a:cubicBezTo>
                  <a:cubicBezTo>
                    <a:pt x="5133" y="12387"/>
                    <a:pt x="4817" y="12557"/>
                    <a:pt x="4641" y="12864"/>
                  </a:cubicBezTo>
                  <a:lnTo>
                    <a:pt x="4112" y="13791"/>
                  </a:lnTo>
                  <a:lnTo>
                    <a:pt x="1616" y="14523"/>
                  </a:lnTo>
                  <a:cubicBezTo>
                    <a:pt x="666" y="14805"/>
                    <a:pt x="1" y="15692"/>
                    <a:pt x="1" y="16683"/>
                  </a:cubicBezTo>
                  <a:lnTo>
                    <a:pt x="1" y="20403"/>
                  </a:lnTo>
                  <a:cubicBezTo>
                    <a:pt x="1" y="20569"/>
                    <a:pt x="129" y="20713"/>
                    <a:pt x="295" y="20719"/>
                  </a:cubicBezTo>
                  <a:cubicBezTo>
                    <a:pt x="298" y="20719"/>
                    <a:pt x="302" y="20719"/>
                    <a:pt x="305" y="20719"/>
                  </a:cubicBezTo>
                  <a:cubicBezTo>
                    <a:pt x="472" y="20719"/>
                    <a:pt x="608" y="20582"/>
                    <a:pt x="608" y="20414"/>
                  </a:cubicBezTo>
                  <a:lnTo>
                    <a:pt x="608" y="16683"/>
                  </a:lnTo>
                  <a:cubicBezTo>
                    <a:pt x="608" y="15957"/>
                    <a:pt x="1092" y="15309"/>
                    <a:pt x="1786" y="15106"/>
                  </a:cubicBezTo>
                  <a:lnTo>
                    <a:pt x="4529" y="14299"/>
                  </a:lnTo>
                  <a:cubicBezTo>
                    <a:pt x="4722" y="14405"/>
                    <a:pt x="4919" y="14501"/>
                    <a:pt x="5119" y="14588"/>
                  </a:cubicBezTo>
                  <a:lnTo>
                    <a:pt x="4164" y="15066"/>
                  </a:lnTo>
                  <a:cubicBezTo>
                    <a:pt x="3401" y="15447"/>
                    <a:pt x="2920" y="16227"/>
                    <a:pt x="2920" y="17078"/>
                  </a:cubicBezTo>
                  <a:lnTo>
                    <a:pt x="2920" y="20405"/>
                  </a:lnTo>
                  <a:cubicBezTo>
                    <a:pt x="2920" y="20570"/>
                    <a:pt x="3048" y="20714"/>
                    <a:pt x="3214" y="20720"/>
                  </a:cubicBezTo>
                  <a:cubicBezTo>
                    <a:pt x="3217" y="20720"/>
                    <a:pt x="3221" y="20720"/>
                    <a:pt x="3224" y="20720"/>
                  </a:cubicBezTo>
                  <a:cubicBezTo>
                    <a:pt x="3391" y="20720"/>
                    <a:pt x="3527" y="20585"/>
                    <a:pt x="3527" y="20417"/>
                  </a:cubicBezTo>
                  <a:lnTo>
                    <a:pt x="3527" y="17078"/>
                  </a:lnTo>
                  <a:cubicBezTo>
                    <a:pt x="3527" y="16456"/>
                    <a:pt x="3878" y="15887"/>
                    <a:pt x="4435" y="15609"/>
                  </a:cubicBezTo>
                  <a:lnTo>
                    <a:pt x="5900" y="14878"/>
                  </a:lnTo>
                  <a:cubicBezTo>
                    <a:pt x="6606" y="15093"/>
                    <a:pt x="7343" y="15206"/>
                    <a:pt x="8090" y="15206"/>
                  </a:cubicBezTo>
                  <a:cubicBezTo>
                    <a:pt x="9335" y="15206"/>
                    <a:pt x="10560" y="14893"/>
                    <a:pt x="11647" y="14299"/>
                  </a:cubicBezTo>
                  <a:lnTo>
                    <a:pt x="14391" y="15106"/>
                  </a:lnTo>
                  <a:cubicBezTo>
                    <a:pt x="15086" y="15309"/>
                    <a:pt x="15572" y="15957"/>
                    <a:pt x="15572" y="16681"/>
                  </a:cubicBezTo>
                  <a:lnTo>
                    <a:pt x="15572" y="20403"/>
                  </a:lnTo>
                  <a:cubicBezTo>
                    <a:pt x="15572" y="20569"/>
                    <a:pt x="15700" y="20713"/>
                    <a:pt x="15866" y="20719"/>
                  </a:cubicBezTo>
                  <a:cubicBezTo>
                    <a:pt x="15869" y="20719"/>
                    <a:pt x="15873" y="20719"/>
                    <a:pt x="15876" y="20719"/>
                  </a:cubicBezTo>
                  <a:cubicBezTo>
                    <a:pt x="16043" y="20719"/>
                    <a:pt x="16179" y="20582"/>
                    <a:pt x="16179" y="20414"/>
                  </a:cubicBezTo>
                  <a:lnTo>
                    <a:pt x="16179" y="16681"/>
                  </a:lnTo>
                  <a:cubicBezTo>
                    <a:pt x="16179" y="15686"/>
                    <a:pt x="15515" y="14799"/>
                    <a:pt x="14562" y="14521"/>
                  </a:cubicBezTo>
                  <a:lnTo>
                    <a:pt x="12066" y="13786"/>
                  </a:lnTo>
                  <a:lnTo>
                    <a:pt x="11537" y="12862"/>
                  </a:lnTo>
                  <a:cubicBezTo>
                    <a:pt x="11363" y="12558"/>
                    <a:pt x="11048" y="12385"/>
                    <a:pt x="10716" y="12385"/>
                  </a:cubicBezTo>
                  <a:cubicBezTo>
                    <a:pt x="10698" y="12385"/>
                    <a:pt x="10680" y="12386"/>
                    <a:pt x="10662" y="12387"/>
                  </a:cubicBezTo>
                  <a:lnTo>
                    <a:pt x="10662" y="11477"/>
                  </a:lnTo>
                  <a:cubicBezTo>
                    <a:pt x="11674" y="10773"/>
                    <a:pt x="12387" y="9666"/>
                    <a:pt x="12566" y="8392"/>
                  </a:cubicBezTo>
                  <a:lnTo>
                    <a:pt x="12791" y="8392"/>
                  </a:lnTo>
                  <a:cubicBezTo>
                    <a:pt x="13105" y="8392"/>
                    <a:pt x="13408" y="8258"/>
                    <a:pt x="13618" y="8025"/>
                  </a:cubicBezTo>
                  <a:cubicBezTo>
                    <a:pt x="13829" y="7792"/>
                    <a:pt x="13932" y="7480"/>
                    <a:pt x="13901" y="7164"/>
                  </a:cubicBezTo>
                  <a:cubicBezTo>
                    <a:pt x="13861" y="6776"/>
                    <a:pt x="13608" y="6446"/>
                    <a:pt x="13258" y="6280"/>
                  </a:cubicBezTo>
                  <a:lnTo>
                    <a:pt x="13258" y="1873"/>
                  </a:lnTo>
                  <a:cubicBezTo>
                    <a:pt x="13258" y="1463"/>
                    <a:pt x="12913" y="923"/>
                    <a:pt x="11623" y="492"/>
                  </a:cubicBezTo>
                  <a:cubicBezTo>
                    <a:pt x="10673" y="176"/>
                    <a:pt x="9418" y="0"/>
                    <a:pt x="808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3" name="Google Shape;4766;p76"/>
            <p:cNvSpPr/>
            <p:nvPr/>
          </p:nvSpPr>
          <p:spPr>
            <a:xfrm>
              <a:off x="1926000" y="3859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4">
                  <a:moveTo>
                    <a:pt x="303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629"/>
                  </a:lnTo>
                  <a:cubicBezTo>
                    <a:pt x="0" y="798"/>
                    <a:pt x="136" y="933"/>
                    <a:pt x="303" y="933"/>
                  </a:cubicBezTo>
                  <a:cubicBezTo>
                    <a:pt x="472" y="933"/>
                    <a:pt x="607" y="798"/>
                    <a:pt x="607" y="629"/>
                  </a:cubicBezTo>
                  <a:lnTo>
                    <a:pt x="607" y="305"/>
                  </a:lnTo>
                  <a:cubicBezTo>
                    <a:pt x="607" y="137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4" name="Google Shape;4767;p76"/>
            <p:cNvSpPr/>
            <p:nvPr/>
          </p:nvSpPr>
          <p:spPr>
            <a:xfrm>
              <a:off x="2055240" y="3859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4">
                  <a:moveTo>
                    <a:pt x="303" y="1"/>
                  </a:moveTo>
                  <a:cubicBezTo>
                    <a:pt x="136" y="1"/>
                    <a:pt x="0" y="137"/>
                    <a:pt x="0" y="305"/>
                  </a:cubicBezTo>
                  <a:lnTo>
                    <a:pt x="0" y="629"/>
                  </a:lnTo>
                  <a:cubicBezTo>
                    <a:pt x="0" y="798"/>
                    <a:pt x="136" y="933"/>
                    <a:pt x="303" y="933"/>
                  </a:cubicBezTo>
                  <a:cubicBezTo>
                    <a:pt x="471" y="933"/>
                    <a:pt x="607" y="798"/>
                    <a:pt x="607" y="629"/>
                  </a:cubicBezTo>
                  <a:lnTo>
                    <a:pt x="607" y="305"/>
                  </a:lnTo>
                  <a:cubicBezTo>
                    <a:pt x="607" y="137"/>
                    <a:pt x="471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5" name="Google Shape;4768;p76"/>
            <p:cNvSpPr/>
            <p:nvPr/>
          </p:nvSpPr>
          <p:spPr>
            <a:xfrm>
              <a:off x="1915200" y="3538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5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2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19" y="607"/>
                    <a:pt x="1255" y="472"/>
                    <a:pt x="1255" y="304"/>
                  </a:cubicBezTo>
                  <a:cubicBezTo>
                    <a:pt x="1255" y="136"/>
                    <a:pt x="1119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6" name="Google Shape;4769;p76"/>
            <p:cNvSpPr/>
            <p:nvPr/>
          </p:nvSpPr>
          <p:spPr>
            <a:xfrm>
              <a:off x="2044440" y="3538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5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2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19" y="607"/>
                    <a:pt x="1254" y="472"/>
                    <a:pt x="1254" y="304"/>
                  </a:cubicBezTo>
                  <a:cubicBezTo>
                    <a:pt x="1254" y="136"/>
                    <a:pt x="1119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7" name="Google Shape;4770;p76"/>
            <p:cNvSpPr/>
            <p:nvPr/>
          </p:nvSpPr>
          <p:spPr>
            <a:xfrm>
              <a:off x="1872000" y="7297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4"/>
                  </a:cubicBezTo>
                  <a:cubicBezTo>
                    <a:pt x="1" y="471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1"/>
                    <a:pt x="609" y="304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8" name="Google Shape;4771;p76"/>
            <p:cNvSpPr/>
            <p:nvPr/>
          </p:nvSpPr>
          <p:spPr>
            <a:xfrm>
              <a:off x="1872000" y="78336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5"/>
                  </a:cubicBezTo>
                  <a:cubicBezTo>
                    <a:pt x="1" y="472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2"/>
                    <a:pt x="609" y="305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89" name="Google Shape;4772;p76"/>
            <p:cNvSpPr/>
            <p:nvPr/>
          </p:nvSpPr>
          <p:spPr>
            <a:xfrm>
              <a:off x="1872000" y="83700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0" h="608">
                  <a:moveTo>
                    <a:pt x="304" y="0"/>
                  </a:moveTo>
                  <a:cubicBezTo>
                    <a:pt x="137" y="0"/>
                    <a:pt x="1" y="136"/>
                    <a:pt x="1" y="305"/>
                  </a:cubicBezTo>
                  <a:cubicBezTo>
                    <a:pt x="1" y="472"/>
                    <a:pt x="137" y="607"/>
                    <a:pt x="304" y="607"/>
                  </a:cubicBezTo>
                  <a:lnTo>
                    <a:pt x="308" y="607"/>
                  </a:lnTo>
                  <a:cubicBezTo>
                    <a:pt x="475" y="607"/>
                    <a:pt x="609" y="472"/>
                    <a:pt x="609" y="305"/>
                  </a:cubicBezTo>
                  <a:cubicBezTo>
                    <a:pt x="609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0" name="Google Shape;4773;p76"/>
            <p:cNvSpPr/>
            <p:nvPr/>
          </p:nvSpPr>
          <p:spPr>
            <a:xfrm>
              <a:off x="1942200" y="444960"/>
              <a:ext cx="116640" cy="626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3527" h="1906">
                  <a:moveTo>
                    <a:pt x="2864" y="608"/>
                  </a:moveTo>
                  <a:cubicBezTo>
                    <a:pt x="2714" y="1007"/>
                    <a:pt x="2278" y="1299"/>
                    <a:pt x="1763" y="1299"/>
                  </a:cubicBezTo>
                  <a:cubicBezTo>
                    <a:pt x="1249" y="1299"/>
                    <a:pt x="812" y="1007"/>
                    <a:pt x="662" y="608"/>
                  </a:cubicBezTo>
                  <a:close/>
                  <a:moveTo>
                    <a:pt x="305" y="1"/>
                  </a:moveTo>
                  <a:cubicBezTo>
                    <a:pt x="136" y="1"/>
                    <a:pt x="0" y="136"/>
                    <a:pt x="0" y="305"/>
                  </a:cubicBezTo>
                  <a:cubicBezTo>
                    <a:pt x="0" y="1187"/>
                    <a:pt x="792" y="1906"/>
                    <a:pt x="1764" y="1906"/>
                  </a:cubicBezTo>
                  <a:cubicBezTo>
                    <a:pt x="2735" y="1906"/>
                    <a:pt x="3526" y="1187"/>
                    <a:pt x="3526" y="305"/>
                  </a:cubicBezTo>
                  <a:cubicBezTo>
                    <a:pt x="3526" y="136"/>
                    <a:pt x="3391" y="1"/>
                    <a:pt x="32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1" name="Google Shape;4774;p76"/>
            <p:cNvSpPr/>
            <p:nvPr/>
          </p:nvSpPr>
          <p:spPr>
            <a:xfrm>
              <a:off x="2044080" y="729720"/>
              <a:ext cx="127440" cy="6264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3854" h="1906">
                  <a:moveTo>
                    <a:pt x="3225" y="607"/>
                  </a:moveTo>
                  <a:cubicBezTo>
                    <a:pt x="3235" y="607"/>
                    <a:pt x="3247" y="616"/>
                    <a:pt x="3247" y="628"/>
                  </a:cubicBezTo>
                  <a:lnTo>
                    <a:pt x="3247" y="1277"/>
                  </a:lnTo>
                  <a:cubicBezTo>
                    <a:pt x="3247" y="1287"/>
                    <a:pt x="3238" y="1298"/>
                    <a:pt x="3225" y="1298"/>
                  </a:cubicBezTo>
                  <a:lnTo>
                    <a:pt x="629" y="1298"/>
                  </a:lnTo>
                  <a:cubicBezTo>
                    <a:pt x="619" y="1298"/>
                    <a:pt x="607" y="1290"/>
                    <a:pt x="607" y="1277"/>
                  </a:cubicBezTo>
                  <a:lnTo>
                    <a:pt x="607" y="628"/>
                  </a:lnTo>
                  <a:cubicBezTo>
                    <a:pt x="607" y="616"/>
                    <a:pt x="617" y="607"/>
                    <a:pt x="629" y="607"/>
                  </a:cubicBezTo>
                  <a:close/>
                  <a:moveTo>
                    <a:pt x="629" y="0"/>
                  </a:moveTo>
                  <a:cubicBezTo>
                    <a:pt x="283" y="0"/>
                    <a:pt x="0" y="283"/>
                    <a:pt x="0" y="628"/>
                  </a:cubicBezTo>
                  <a:lnTo>
                    <a:pt x="0" y="1277"/>
                  </a:lnTo>
                  <a:cubicBezTo>
                    <a:pt x="0" y="1622"/>
                    <a:pt x="283" y="1905"/>
                    <a:pt x="629" y="1905"/>
                  </a:cubicBezTo>
                  <a:lnTo>
                    <a:pt x="3225" y="1905"/>
                  </a:lnTo>
                  <a:cubicBezTo>
                    <a:pt x="3571" y="1905"/>
                    <a:pt x="3854" y="1622"/>
                    <a:pt x="3854" y="1277"/>
                  </a:cubicBezTo>
                  <a:lnTo>
                    <a:pt x="3854" y="628"/>
                  </a:lnTo>
                  <a:cubicBezTo>
                    <a:pt x="3854" y="283"/>
                    <a:pt x="3571" y="0"/>
                    <a:pt x="32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392" name="Google Shape;4775;p76"/>
          <p:cNvGrpSpPr/>
          <p:nvPr/>
        </p:nvGrpSpPr>
        <p:grpSpPr>
          <a:xfrm>
            <a:off x="6887160" y="171720"/>
            <a:ext cx="511920" cy="685440"/>
            <a:chOff x="6887160" y="171720"/>
            <a:chExt cx="511920" cy="685440"/>
          </a:xfrm>
        </p:grpSpPr>
        <p:sp>
          <p:nvSpPr>
            <p:cNvPr id="2393" name="Google Shape;4776;p76"/>
            <p:cNvSpPr/>
            <p:nvPr/>
          </p:nvSpPr>
          <p:spPr>
            <a:xfrm>
              <a:off x="706896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4" name="Google Shape;4777;p76"/>
            <p:cNvSpPr/>
            <p:nvPr/>
          </p:nvSpPr>
          <p:spPr>
            <a:xfrm>
              <a:off x="719712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5" name="Google Shape;4778;p76"/>
            <p:cNvSpPr/>
            <p:nvPr/>
          </p:nvSpPr>
          <p:spPr>
            <a:xfrm>
              <a:off x="7099920" y="4838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6" name="Google Shape;4779;p76"/>
            <p:cNvSpPr/>
            <p:nvPr/>
          </p:nvSpPr>
          <p:spPr>
            <a:xfrm>
              <a:off x="705816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7" name="Google Shape;4780;p76"/>
            <p:cNvSpPr/>
            <p:nvPr/>
          </p:nvSpPr>
          <p:spPr>
            <a:xfrm>
              <a:off x="718668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8" name="Google Shape;4781;p76"/>
            <p:cNvSpPr/>
            <p:nvPr/>
          </p:nvSpPr>
          <p:spPr>
            <a:xfrm>
              <a:off x="6887160" y="1717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99" name="Google Shape;4782;p76"/>
            <p:cNvSpPr/>
            <p:nvPr/>
          </p:nvSpPr>
          <p:spPr>
            <a:xfrm>
              <a:off x="7111800" y="76176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400" name="Google Shape;4796;p76"/>
          <p:cNvSpPr/>
          <p:nvPr/>
        </p:nvSpPr>
        <p:spPr>
          <a:xfrm>
            <a:off x="874800" y="445752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78" h="20724">
                <a:moveTo>
                  <a:pt x="5488" y="3662"/>
                </a:moveTo>
                <a:cubicBezTo>
                  <a:pt x="5510" y="3662"/>
                  <a:pt x="5533" y="3664"/>
                  <a:pt x="5555" y="3668"/>
                </a:cubicBezTo>
                <a:lnTo>
                  <a:pt x="10808" y="4668"/>
                </a:lnTo>
                <a:cubicBezTo>
                  <a:pt x="11122" y="4728"/>
                  <a:pt x="11352" y="5003"/>
                  <a:pt x="11352" y="5325"/>
                </a:cubicBezTo>
                <a:lnTo>
                  <a:pt x="11353" y="5839"/>
                </a:lnTo>
                <a:cubicBezTo>
                  <a:pt x="11346" y="5839"/>
                  <a:pt x="11339" y="5836"/>
                  <a:pt x="11332" y="5836"/>
                </a:cubicBezTo>
                <a:lnTo>
                  <a:pt x="5026" y="5836"/>
                </a:lnTo>
                <a:cubicBezTo>
                  <a:pt x="5104" y="5627"/>
                  <a:pt x="5145" y="5404"/>
                  <a:pt x="5145" y="5169"/>
                </a:cubicBezTo>
                <a:lnTo>
                  <a:pt x="5145" y="4007"/>
                </a:lnTo>
                <a:cubicBezTo>
                  <a:pt x="5145" y="3904"/>
                  <a:pt x="5189" y="3807"/>
                  <a:pt x="5269" y="3741"/>
                </a:cubicBezTo>
                <a:cubicBezTo>
                  <a:pt x="5331" y="3689"/>
                  <a:pt x="5408" y="3662"/>
                  <a:pt x="5488" y="3662"/>
                </a:cubicBezTo>
                <a:close/>
                <a:moveTo>
                  <a:pt x="9382" y="606"/>
                </a:moveTo>
                <a:cubicBezTo>
                  <a:pt x="11362" y="606"/>
                  <a:pt x="12971" y="2216"/>
                  <a:pt x="12971" y="4194"/>
                </a:cubicBezTo>
                <a:lnTo>
                  <a:pt x="12971" y="6503"/>
                </a:lnTo>
                <a:cubicBezTo>
                  <a:pt x="12911" y="6493"/>
                  <a:pt x="12851" y="6489"/>
                  <a:pt x="12790" y="6489"/>
                </a:cubicBezTo>
                <a:lnTo>
                  <a:pt x="12303" y="6489"/>
                </a:lnTo>
                <a:cubicBezTo>
                  <a:pt x="12210" y="6489"/>
                  <a:pt x="12124" y="6453"/>
                  <a:pt x="12059" y="6386"/>
                </a:cubicBezTo>
                <a:cubicBezTo>
                  <a:pt x="11993" y="6322"/>
                  <a:pt x="11957" y="6235"/>
                  <a:pt x="11957" y="6142"/>
                </a:cubicBezTo>
                <a:lnTo>
                  <a:pt x="11954" y="5322"/>
                </a:lnTo>
                <a:cubicBezTo>
                  <a:pt x="11953" y="4712"/>
                  <a:pt x="11517" y="4185"/>
                  <a:pt x="10918" y="4071"/>
                </a:cubicBezTo>
                <a:lnTo>
                  <a:pt x="5666" y="3071"/>
                </a:lnTo>
                <a:cubicBezTo>
                  <a:pt x="5606" y="3060"/>
                  <a:pt x="5546" y="3054"/>
                  <a:pt x="5486" y="3054"/>
                </a:cubicBezTo>
                <a:cubicBezTo>
                  <a:pt x="5266" y="3054"/>
                  <a:pt x="5053" y="3130"/>
                  <a:pt x="4881" y="3273"/>
                </a:cubicBezTo>
                <a:cubicBezTo>
                  <a:pt x="4661" y="3455"/>
                  <a:pt x="4534" y="3721"/>
                  <a:pt x="4534" y="4007"/>
                </a:cubicBezTo>
                <a:lnTo>
                  <a:pt x="4534" y="5169"/>
                </a:lnTo>
                <a:cubicBezTo>
                  <a:pt x="4534" y="5896"/>
                  <a:pt x="3943" y="6489"/>
                  <a:pt x="3217" y="6489"/>
                </a:cubicBezTo>
                <a:lnTo>
                  <a:pt x="3196" y="6489"/>
                </a:lnTo>
                <a:lnTo>
                  <a:pt x="3196" y="3221"/>
                </a:lnTo>
                <a:cubicBezTo>
                  <a:pt x="3198" y="2229"/>
                  <a:pt x="3940" y="1406"/>
                  <a:pt x="4897" y="1273"/>
                </a:cubicBezTo>
                <a:lnTo>
                  <a:pt x="4897" y="1273"/>
                </a:lnTo>
                <a:cubicBezTo>
                  <a:pt x="4875" y="1379"/>
                  <a:pt x="4862" y="1487"/>
                  <a:pt x="4862" y="1600"/>
                </a:cubicBezTo>
                <a:cubicBezTo>
                  <a:pt x="4862" y="1769"/>
                  <a:pt x="4998" y="1904"/>
                  <a:pt x="5166" y="1904"/>
                </a:cubicBezTo>
                <a:cubicBezTo>
                  <a:pt x="5334" y="1904"/>
                  <a:pt x="5469" y="1769"/>
                  <a:pt x="5469" y="1600"/>
                </a:cubicBezTo>
                <a:cubicBezTo>
                  <a:pt x="5469" y="1052"/>
                  <a:pt x="5916" y="606"/>
                  <a:pt x="6463" y="606"/>
                </a:cubicBezTo>
                <a:close/>
                <a:moveTo>
                  <a:pt x="8433" y="6443"/>
                </a:moveTo>
                <a:lnTo>
                  <a:pt x="8433" y="6849"/>
                </a:lnTo>
                <a:cubicBezTo>
                  <a:pt x="8327" y="6824"/>
                  <a:pt x="8213" y="6811"/>
                  <a:pt x="8088" y="6811"/>
                </a:cubicBezTo>
                <a:cubicBezTo>
                  <a:pt x="7966" y="6811"/>
                  <a:pt x="7849" y="6826"/>
                  <a:pt x="7741" y="6849"/>
                </a:cubicBezTo>
                <a:lnTo>
                  <a:pt x="7741" y="6443"/>
                </a:lnTo>
                <a:close/>
                <a:moveTo>
                  <a:pt x="7137" y="6446"/>
                </a:moveTo>
                <a:lnTo>
                  <a:pt x="7137" y="7440"/>
                </a:lnTo>
                <a:cubicBezTo>
                  <a:pt x="7137" y="7810"/>
                  <a:pt x="6837" y="8110"/>
                  <a:pt x="6467" y="8110"/>
                </a:cubicBezTo>
                <a:lnTo>
                  <a:pt x="5495" y="8110"/>
                </a:lnTo>
                <a:cubicBezTo>
                  <a:pt x="5304" y="8110"/>
                  <a:pt x="5148" y="7954"/>
                  <a:pt x="5148" y="7764"/>
                </a:cubicBezTo>
                <a:lnTo>
                  <a:pt x="5148" y="6446"/>
                </a:lnTo>
                <a:close/>
                <a:moveTo>
                  <a:pt x="11030" y="6446"/>
                </a:moveTo>
                <a:lnTo>
                  <a:pt x="11030" y="7764"/>
                </a:lnTo>
                <a:cubicBezTo>
                  <a:pt x="11030" y="7955"/>
                  <a:pt x="10875" y="8110"/>
                  <a:pt x="10686" y="8110"/>
                </a:cubicBezTo>
                <a:lnTo>
                  <a:pt x="9712" y="8110"/>
                </a:lnTo>
                <a:cubicBezTo>
                  <a:pt x="9344" y="8110"/>
                  <a:pt x="9044" y="7810"/>
                  <a:pt x="9044" y="7440"/>
                </a:cubicBezTo>
                <a:lnTo>
                  <a:pt x="9044" y="6446"/>
                </a:lnTo>
                <a:close/>
                <a:moveTo>
                  <a:pt x="4542" y="6569"/>
                </a:moveTo>
                <a:lnTo>
                  <a:pt x="4542" y="7764"/>
                </a:lnTo>
                <a:cubicBezTo>
                  <a:pt x="4542" y="8290"/>
                  <a:pt x="4969" y="8715"/>
                  <a:pt x="5496" y="8715"/>
                </a:cubicBezTo>
                <a:lnTo>
                  <a:pt x="6469" y="8715"/>
                </a:lnTo>
                <a:cubicBezTo>
                  <a:pt x="7154" y="8715"/>
                  <a:pt x="7714" y="8173"/>
                  <a:pt x="7743" y="7494"/>
                </a:cubicBezTo>
                <a:cubicBezTo>
                  <a:pt x="7790" y="7466"/>
                  <a:pt x="7910" y="7420"/>
                  <a:pt x="8090" y="7420"/>
                </a:cubicBezTo>
                <a:cubicBezTo>
                  <a:pt x="8270" y="7420"/>
                  <a:pt x="8390" y="7466"/>
                  <a:pt x="8435" y="7494"/>
                </a:cubicBezTo>
                <a:cubicBezTo>
                  <a:pt x="8464" y="8173"/>
                  <a:pt x="9025" y="8715"/>
                  <a:pt x="9711" y="8715"/>
                </a:cubicBezTo>
                <a:lnTo>
                  <a:pt x="10683" y="8715"/>
                </a:lnTo>
                <a:cubicBezTo>
                  <a:pt x="11209" y="8715"/>
                  <a:pt x="11637" y="8290"/>
                  <a:pt x="11637" y="7764"/>
                </a:cubicBezTo>
                <a:lnTo>
                  <a:pt x="11637" y="6820"/>
                </a:lnTo>
                <a:cubicBezTo>
                  <a:pt x="11816" y="6997"/>
                  <a:pt x="12053" y="7094"/>
                  <a:pt x="12306" y="7094"/>
                </a:cubicBezTo>
                <a:lnTo>
                  <a:pt x="12794" y="7094"/>
                </a:lnTo>
                <a:cubicBezTo>
                  <a:pt x="12937" y="7094"/>
                  <a:pt x="13074" y="7156"/>
                  <a:pt x="13170" y="7261"/>
                </a:cubicBezTo>
                <a:cubicBezTo>
                  <a:pt x="13268" y="7368"/>
                  <a:pt x="13313" y="7508"/>
                  <a:pt x="13298" y="7656"/>
                </a:cubicBezTo>
                <a:cubicBezTo>
                  <a:pt x="13273" y="7911"/>
                  <a:pt x="13031" y="8108"/>
                  <a:pt x="12747" y="8108"/>
                </a:cubicBezTo>
                <a:lnTo>
                  <a:pt x="12610" y="8108"/>
                </a:lnTo>
                <a:lnTo>
                  <a:pt x="12610" y="8091"/>
                </a:lnTo>
                <a:cubicBezTo>
                  <a:pt x="12610" y="7923"/>
                  <a:pt x="12474" y="7787"/>
                  <a:pt x="12306" y="7787"/>
                </a:cubicBezTo>
                <a:cubicBezTo>
                  <a:pt x="12139" y="7787"/>
                  <a:pt x="12003" y="7923"/>
                  <a:pt x="12003" y="8091"/>
                </a:cubicBezTo>
                <a:cubicBezTo>
                  <a:pt x="12003" y="8785"/>
                  <a:pt x="11819" y="9464"/>
                  <a:pt x="11470" y="10058"/>
                </a:cubicBezTo>
                <a:cubicBezTo>
                  <a:pt x="11425" y="10056"/>
                  <a:pt x="11380" y="10055"/>
                  <a:pt x="11333" y="10055"/>
                </a:cubicBezTo>
                <a:lnTo>
                  <a:pt x="9762" y="10055"/>
                </a:lnTo>
                <a:cubicBezTo>
                  <a:pt x="9431" y="9475"/>
                  <a:pt x="8805" y="9082"/>
                  <a:pt x="8090" y="9082"/>
                </a:cubicBezTo>
                <a:cubicBezTo>
                  <a:pt x="7027" y="9082"/>
                  <a:pt x="6163" y="9946"/>
                  <a:pt x="6163" y="11007"/>
                </a:cubicBezTo>
                <a:cubicBezTo>
                  <a:pt x="6163" y="11190"/>
                  <a:pt x="6190" y="11367"/>
                  <a:pt x="6236" y="11534"/>
                </a:cubicBezTo>
                <a:cubicBezTo>
                  <a:pt x="5745" y="11269"/>
                  <a:pt x="5309" y="10897"/>
                  <a:pt x="4968" y="10449"/>
                </a:cubicBezTo>
                <a:cubicBezTo>
                  <a:pt x="4450" y="9766"/>
                  <a:pt x="4175" y="8948"/>
                  <a:pt x="4175" y="8088"/>
                </a:cubicBezTo>
                <a:cubicBezTo>
                  <a:pt x="4175" y="7920"/>
                  <a:pt x="4040" y="7784"/>
                  <a:pt x="3871" y="7784"/>
                </a:cubicBezTo>
                <a:cubicBezTo>
                  <a:pt x="3704" y="7784"/>
                  <a:pt x="3568" y="7920"/>
                  <a:pt x="3568" y="8088"/>
                </a:cubicBezTo>
                <a:lnTo>
                  <a:pt x="3568" y="8108"/>
                </a:lnTo>
                <a:lnTo>
                  <a:pt x="3386" y="8108"/>
                </a:lnTo>
                <a:cubicBezTo>
                  <a:pt x="3243" y="8108"/>
                  <a:pt x="3106" y="8048"/>
                  <a:pt x="3010" y="7941"/>
                </a:cubicBezTo>
                <a:cubicBezTo>
                  <a:pt x="2911" y="7834"/>
                  <a:pt x="2867" y="7694"/>
                  <a:pt x="2881" y="7548"/>
                </a:cubicBezTo>
                <a:cubicBezTo>
                  <a:pt x="2906" y="7294"/>
                  <a:pt x="3148" y="7094"/>
                  <a:pt x="3433" y="7094"/>
                </a:cubicBezTo>
                <a:cubicBezTo>
                  <a:pt x="3747" y="7094"/>
                  <a:pt x="4277" y="6819"/>
                  <a:pt x="4542" y="6569"/>
                </a:cubicBezTo>
                <a:close/>
                <a:moveTo>
                  <a:pt x="8090" y="9689"/>
                </a:moveTo>
                <a:cubicBezTo>
                  <a:pt x="8817" y="9689"/>
                  <a:pt x="9408" y="10282"/>
                  <a:pt x="9408" y="11006"/>
                </a:cubicBezTo>
                <a:cubicBezTo>
                  <a:pt x="9408" y="11733"/>
                  <a:pt x="8817" y="12326"/>
                  <a:pt x="8090" y="12326"/>
                </a:cubicBezTo>
                <a:cubicBezTo>
                  <a:pt x="7362" y="12326"/>
                  <a:pt x="6770" y="11734"/>
                  <a:pt x="6770" y="11006"/>
                </a:cubicBezTo>
                <a:cubicBezTo>
                  <a:pt x="6770" y="10280"/>
                  <a:pt x="7362" y="9689"/>
                  <a:pt x="8090" y="9689"/>
                </a:cubicBezTo>
                <a:close/>
                <a:moveTo>
                  <a:pt x="11336" y="10660"/>
                </a:moveTo>
                <a:cubicBezTo>
                  <a:pt x="12779" y="10660"/>
                  <a:pt x="13951" y="11833"/>
                  <a:pt x="13951" y="13275"/>
                </a:cubicBezTo>
                <a:lnTo>
                  <a:pt x="13951" y="14288"/>
                </a:lnTo>
                <a:cubicBezTo>
                  <a:pt x="13902" y="14255"/>
                  <a:pt x="13850" y="14231"/>
                  <a:pt x="13793" y="14212"/>
                </a:cubicBezTo>
                <a:lnTo>
                  <a:pt x="12817" y="13912"/>
                </a:lnTo>
                <a:cubicBezTo>
                  <a:pt x="12755" y="13893"/>
                  <a:pt x="12693" y="13884"/>
                  <a:pt x="12631" y="13884"/>
                </a:cubicBezTo>
                <a:cubicBezTo>
                  <a:pt x="12498" y="13884"/>
                  <a:pt x="12368" y="13926"/>
                  <a:pt x="12259" y="14008"/>
                </a:cubicBezTo>
                <a:cubicBezTo>
                  <a:pt x="12209" y="14044"/>
                  <a:pt x="12167" y="14087"/>
                  <a:pt x="12132" y="14132"/>
                </a:cubicBezTo>
                <a:lnTo>
                  <a:pt x="11145" y="13841"/>
                </a:lnTo>
                <a:cubicBezTo>
                  <a:pt x="10861" y="13758"/>
                  <a:pt x="10665" y="13494"/>
                  <a:pt x="10665" y="13198"/>
                </a:cubicBezTo>
                <a:lnTo>
                  <a:pt x="10665" y="11960"/>
                </a:lnTo>
                <a:lnTo>
                  <a:pt x="11333" y="11960"/>
                </a:lnTo>
                <a:cubicBezTo>
                  <a:pt x="11957" y="11960"/>
                  <a:pt x="12500" y="12403"/>
                  <a:pt x="12626" y="13011"/>
                </a:cubicBezTo>
                <a:cubicBezTo>
                  <a:pt x="12654" y="13155"/>
                  <a:pt x="12781" y="13254"/>
                  <a:pt x="12924" y="13254"/>
                </a:cubicBezTo>
                <a:cubicBezTo>
                  <a:pt x="12944" y="13254"/>
                  <a:pt x="12966" y="13252"/>
                  <a:pt x="12986" y="13247"/>
                </a:cubicBezTo>
                <a:cubicBezTo>
                  <a:pt x="13150" y="13212"/>
                  <a:pt x="13254" y="13053"/>
                  <a:pt x="13221" y="12888"/>
                </a:cubicBezTo>
                <a:cubicBezTo>
                  <a:pt x="13038" y="11997"/>
                  <a:pt x="12246" y="11352"/>
                  <a:pt x="11336" y="11352"/>
                </a:cubicBezTo>
                <a:lnTo>
                  <a:pt x="9986" y="11352"/>
                </a:lnTo>
                <a:cubicBezTo>
                  <a:pt x="10008" y="11239"/>
                  <a:pt x="10018" y="11123"/>
                  <a:pt x="10018" y="11005"/>
                </a:cubicBezTo>
                <a:cubicBezTo>
                  <a:pt x="10018" y="10887"/>
                  <a:pt x="10008" y="10770"/>
                  <a:pt x="9986" y="10660"/>
                </a:cubicBezTo>
                <a:close/>
                <a:moveTo>
                  <a:pt x="10058" y="11960"/>
                </a:moveTo>
                <a:lnTo>
                  <a:pt x="10058" y="13198"/>
                </a:lnTo>
                <a:cubicBezTo>
                  <a:pt x="10058" y="13531"/>
                  <a:pt x="10189" y="13841"/>
                  <a:pt x="10408" y="14074"/>
                </a:cubicBezTo>
                <a:cubicBezTo>
                  <a:pt x="9761" y="14622"/>
                  <a:pt x="8948" y="14922"/>
                  <a:pt x="8090" y="14922"/>
                </a:cubicBezTo>
                <a:cubicBezTo>
                  <a:pt x="7232" y="14922"/>
                  <a:pt x="6419" y="14622"/>
                  <a:pt x="5773" y="14072"/>
                </a:cubicBezTo>
                <a:cubicBezTo>
                  <a:pt x="5990" y="13839"/>
                  <a:pt x="6123" y="13530"/>
                  <a:pt x="6123" y="13197"/>
                </a:cubicBezTo>
                <a:lnTo>
                  <a:pt x="6123" y="12156"/>
                </a:lnTo>
                <a:cubicBezTo>
                  <a:pt x="6333" y="12260"/>
                  <a:pt x="6553" y="12346"/>
                  <a:pt x="6777" y="12413"/>
                </a:cubicBezTo>
                <a:cubicBezTo>
                  <a:pt x="7123" y="12734"/>
                  <a:pt x="7583" y="12933"/>
                  <a:pt x="8090" y="12933"/>
                </a:cubicBezTo>
                <a:cubicBezTo>
                  <a:pt x="8804" y="12933"/>
                  <a:pt x="9431" y="12540"/>
                  <a:pt x="9762" y="11960"/>
                </a:cubicBezTo>
                <a:close/>
                <a:moveTo>
                  <a:pt x="6463" y="1"/>
                </a:moveTo>
                <a:cubicBezTo>
                  <a:pt x="5938" y="1"/>
                  <a:pt x="5469" y="256"/>
                  <a:pt x="5178" y="650"/>
                </a:cubicBezTo>
                <a:lnTo>
                  <a:pt x="5168" y="650"/>
                </a:lnTo>
                <a:cubicBezTo>
                  <a:pt x="3748" y="650"/>
                  <a:pt x="2593" y="1806"/>
                  <a:pt x="2593" y="3225"/>
                </a:cubicBezTo>
                <a:lnTo>
                  <a:pt x="2593" y="6839"/>
                </a:lnTo>
                <a:cubicBezTo>
                  <a:pt x="2420" y="7013"/>
                  <a:pt x="2303" y="7240"/>
                  <a:pt x="2277" y="7491"/>
                </a:cubicBezTo>
                <a:cubicBezTo>
                  <a:pt x="2246" y="7805"/>
                  <a:pt x="2349" y="8120"/>
                  <a:pt x="2560" y="8354"/>
                </a:cubicBezTo>
                <a:cubicBezTo>
                  <a:pt x="2770" y="8588"/>
                  <a:pt x="3071" y="8720"/>
                  <a:pt x="3386" y="8720"/>
                </a:cubicBezTo>
                <a:lnTo>
                  <a:pt x="3611" y="8720"/>
                </a:lnTo>
                <a:cubicBezTo>
                  <a:pt x="3715" y="9482"/>
                  <a:pt x="4012" y="10198"/>
                  <a:pt x="4484" y="10820"/>
                </a:cubicBezTo>
                <a:cubicBezTo>
                  <a:pt x="4774" y="11203"/>
                  <a:pt x="5122" y="11534"/>
                  <a:pt x="5513" y="11806"/>
                </a:cubicBezTo>
                <a:lnTo>
                  <a:pt x="5513" y="13202"/>
                </a:lnTo>
                <a:cubicBezTo>
                  <a:pt x="5513" y="13497"/>
                  <a:pt x="5315" y="13761"/>
                  <a:pt x="5034" y="13845"/>
                </a:cubicBezTo>
                <a:lnTo>
                  <a:pt x="4047" y="14136"/>
                </a:lnTo>
                <a:cubicBezTo>
                  <a:pt x="4011" y="14089"/>
                  <a:pt x="3970" y="14047"/>
                  <a:pt x="3920" y="14011"/>
                </a:cubicBezTo>
                <a:cubicBezTo>
                  <a:pt x="3809" y="13930"/>
                  <a:pt x="3681" y="13888"/>
                  <a:pt x="3549" y="13888"/>
                </a:cubicBezTo>
                <a:cubicBezTo>
                  <a:pt x="3487" y="13888"/>
                  <a:pt x="3423" y="13898"/>
                  <a:pt x="3361" y="13917"/>
                </a:cubicBezTo>
                <a:lnTo>
                  <a:pt x="2389" y="14219"/>
                </a:lnTo>
                <a:cubicBezTo>
                  <a:pt x="2146" y="14295"/>
                  <a:pt x="1976" y="14505"/>
                  <a:pt x="1950" y="14753"/>
                </a:cubicBezTo>
                <a:lnTo>
                  <a:pt x="1615" y="14852"/>
                </a:lnTo>
                <a:cubicBezTo>
                  <a:pt x="665" y="15132"/>
                  <a:pt x="1" y="16019"/>
                  <a:pt x="1" y="17010"/>
                </a:cubicBezTo>
                <a:lnTo>
                  <a:pt x="1" y="20420"/>
                </a:lnTo>
                <a:cubicBezTo>
                  <a:pt x="1" y="20587"/>
                  <a:pt x="136" y="20723"/>
                  <a:pt x="305" y="20723"/>
                </a:cubicBezTo>
                <a:cubicBezTo>
                  <a:pt x="472" y="20723"/>
                  <a:pt x="608" y="20587"/>
                  <a:pt x="608" y="20420"/>
                </a:cubicBezTo>
                <a:lnTo>
                  <a:pt x="608" y="17010"/>
                </a:lnTo>
                <a:cubicBezTo>
                  <a:pt x="608" y="16286"/>
                  <a:pt x="1092" y="15637"/>
                  <a:pt x="1789" y="15433"/>
                </a:cubicBezTo>
                <a:lnTo>
                  <a:pt x="1949" y="15386"/>
                </a:lnTo>
                <a:lnTo>
                  <a:pt x="1949" y="20417"/>
                </a:lnTo>
                <a:cubicBezTo>
                  <a:pt x="1949" y="20586"/>
                  <a:pt x="2084" y="20722"/>
                  <a:pt x="2253" y="20722"/>
                </a:cubicBezTo>
                <a:cubicBezTo>
                  <a:pt x="2420" y="20722"/>
                  <a:pt x="2556" y="20586"/>
                  <a:pt x="2556" y="20417"/>
                </a:cubicBezTo>
                <a:lnTo>
                  <a:pt x="2556" y="14818"/>
                </a:lnTo>
                <a:cubicBezTo>
                  <a:pt x="2556" y="14809"/>
                  <a:pt x="2561" y="14801"/>
                  <a:pt x="2570" y="14798"/>
                </a:cubicBezTo>
                <a:lnTo>
                  <a:pt x="3543" y="14495"/>
                </a:lnTo>
                <a:cubicBezTo>
                  <a:pt x="3545" y="14494"/>
                  <a:pt x="3548" y="14493"/>
                  <a:pt x="3551" y="14493"/>
                </a:cubicBezTo>
                <a:cubicBezTo>
                  <a:pt x="3554" y="14493"/>
                  <a:pt x="3558" y="14494"/>
                  <a:pt x="3561" y="14498"/>
                </a:cubicBezTo>
                <a:cubicBezTo>
                  <a:pt x="3570" y="14505"/>
                  <a:pt x="3570" y="14512"/>
                  <a:pt x="3570" y="14515"/>
                </a:cubicBezTo>
                <a:lnTo>
                  <a:pt x="3570" y="20417"/>
                </a:lnTo>
                <a:cubicBezTo>
                  <a:pt x="3570" y="20586"/>
                  <a:pt x="3705" y="20722"/>
                  <a:pt x="3874" y="20722"/>
                </a:cubicBezTo>
                <a:cubicBezTo>
                  <a:pt x="4041" y="20722"/>
                  <a:pt x="4177" y="20586"/>
                  <a:pt x="4177" y="20417"/>
                </a:cubicBezTo>
                <a:lnTo>
                  <a:pt x="4177" y="14729"/>
                </a:lnTo>
                <a:lnTo>
                  <a:pt x="5206" y="14425"/>
                </a:lnTo>
                <a:cubicBezTo>
                  <a:pt x="5218" y="14422"/>
                  <a:pt x="5231" y="14418"/>
                  <a:pt x="5241" y="14412"/>
                </a:cubicBezTo>
                <a:cubicBezTo>
                  <a:pt x="6019" y="15133"/>
                  <a:pt x="7024" y="15529"/>
                  <a:pt x="8090" y="15529"/>
                </a:cubicBezTo>
                <a:cubicBezTo>
                  <a:pt x="9155" y="15529"/>
                  <a:pt x="10161" y="15133"/>
                  <a:pt x="10939" y="14412"/>
                </a:cubicBezTo>
                <a:cubicBezTo>
                  <a:pt x="10950" y="14416"/>
                  <a:pt x="10962" y="14422"/>
                  <a:pt x="10973" y="14425"/>
                </a:cubicBezTo>
                <a:lnTo>
                  <a:pt x="12003" y="14729"/>
                </a:lnTo>
                <a:lnTo>
                  <a:pt x="12003" y="20417"/>
                </a:lnTo>
                <a:cubicBezTo>
                  <a:pt x="12003" y="20586"/>
                  <a:pt x="12139" y="20722"/>
                  <a:pt x="12307" y="20722"/>
                </a:cubicBezTo>
                <a:cubicBezTo>
                  <a:pt x="12474" y="20722"/>
                  <a:pt x="12610" y="20586"/>
                  <a:pt x="12610" y="20417"/>
                </a:cubicBezTo>
                <a:lnTo>
                  <a:pt x="12610" y="14515"/>
                </a:lnTo>
                <a:cubicBezTo>
                  <a:pt x="12610" y="14511"/>
                  <a:pt x="12610" y="14504"/>
                  <a:pt x="12619" y="14498"/>
                </a:cubicBezTo>
                <a:cubicBezTo>
                  <a:pt x="12625" y="14495"/>
                  <a:pt x="12629" y="14495"/>
                  <a:pt x="12632" y="14495"/>
                </a:cubicBezTo>
                <a:cubicBezTo>
                  <a:pt x="12634" y="14495"/>
                  <a:pt x="12635" y="14495"/>
                  <a:pt x="12637" y="14495"/>
                </a:cubicBezTo>
                <a:lnTo>
                  <a:pt x="13610" y="14798"/>
                </a:lnTo>
                <a:cubicBezTo>
                  <a:pt x="13618" y="14801"/>
                  <a:pt x="13624" y="14809"/>
                  <a:pt x="13624" y="14818"/>
                </a:cubicBezTo>
                <a:lnTo>
                  <a:pt x="13624" y="20417"/>
                </a:lnTo>
                <a:cubicBezTo>
                  <a:pt x="13624" y="20586"/>
                  <a:pt x="13760" y="20722"/>
                  <a:pt x="13928" y="20722"/>
                </a:cubicBezTo>
                <a:cubicBezTo>
                  <a:pt x="14095" y="20722"/>
                  <a:pt x="14231" y="20586"/>
                  <a:pt x="14231" y="20417"/>
                </a:cubicBezTo>
                <a:lnTo>
                  <a:pt x="14231" y="15386"/>
                </a:lnTo>
                <a:lnTo>
                  <a:pt x="14389" y="15433"/>
                </a:lnTo>
                <a:cubicBezTo>
                  <a:pt x="15085" y="15637"/>
                  <a:pt x="15571" y="16284"/>
                  <a:pt x="15571" y="17010"/>
                </a:cubicBezTo>
                <a:lnTo>
                  <a:pt x="15571" y="20420"/>
                </a:lnTo>
                <a:cubicBezTo>
                  <a:pt x="15571" y="20587"/>
                  <a:pt x="15706" y="20723"/>
                  <a:pt x="15873" y="20723"/>
                </a:cubicBezTo>
                <a:cubicBezTo>
                  <a:pt x="16042" y="20723"/>
                  <a:pt x="16178" y="20587"/>
                  <a:pt x="16178" y="20420"/>
                </a:cubicBezTo>
                <a:lnTo>
                  <a:pt x="16178" y="17010"/>
                </a:lnTo>
                <a:cubicBezTo>
                  <a:pt x="16178" y="16015"/>
                  <a:pt x="15513" y="15126"/>
                  <a:pt x="14564" y="14846"/>
                </a:cubicBezTo>
                <a:lnTo>
                  <a:pt x="14557" y="14845"/>
                </a:lnTo>
                <a:lnTo>
                  <a:pt x="14557" y="13277"/>
                </a:lnTo>
                <a:cubicBezTo>
                  <a:pt x="14557" y="11769"/>
                  <a:pt x="13515" y="10499"/>
                  <a:pt x="12112" y="10149"/>
                </a:cubicBezTo>
                <a:cubicBezTo>
                  <a:pt x="12343" y="9699"/>
                  <a:pt x="12496" y="9217"/>
                  <a:pt x="12566" y="8714"/>
                </a:cubicBezTo>
                <a:lnTo>
                  <a:pt x="12746" y="8714"/>
                </a:lnTo>
                <a:cubicBezTo>
                  <a:pt x="13337" y="8714"/>
                  <a:pt x="13844" y="8275"/>
                  <a:pt x="13901" y="7714"/>
                </a:cubicBezTo>
                <a:cubicBezTo>
                  <a:pt x="13932" y="7400"/>
                  <a:pt x="13830" y="7086"/>
                  <a:pt x="13618" y="6854"/>
                </a:cubicBezTo>
                <a:cubicBezTo>
                  <a:pt x="13607" y="6840"/>
                  <a:pt x="13593" y="6826"/>
                  <a:pt x="13580" y="6813"/>
                </a:cubicBezTo>
                <a:lnTo>
                  <a:pt x="13580" y="4197"/>
                </a:lnTo>
                <a:cubicBezTo>
                  <a:pt x="13580" y="1883"/>
                  <a:pt x="11696" y="1"/>
                  <a:pt x="93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401" name="Google Shape;4797;p76"/>
          <p:cNvGrpSpPr/>
          <p:nvPr/>
        </p:nvGrpSpPr>
        <p:grpSpPr>
          <a:xfrm>
            <a:off x="1744200" y="4457880"/>
            <a:ext cx="511920" cy="685440"/>
            <a:chOff x="1744200" y="4457880"/>
            <a:chExt cx="511920" cy="685440"/>
          </a:xfrm>
        </p:grpSpPr>
        <p:sp>
          <p:nvSpPr>
            <p:cNvPr id="2402" name="Google Shape;4798;p76"/>
            <p:cNvSpPr/>
            <p:nvPr/>
          </p:nvSpPr>
          <p:spPr>
            <a:xfrm>
              <a:off x="192600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3" name="Google Shape;4799;p76"/>
            <p:cNvSpPr/>
            <p:nvPr/>
          </p:nvSpPr>
          <p:spPr>
            <a:xfrm>
              <a:off x="2054520" y="46947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4" name="Google Shape;4800;p76"/>
            <p:cNvSpPr/>
            <p:nvPr/>
          </p:nvSpPr>
          <p:spPr>
            <a:xfrm>
              <a:off x="1956960" y="477000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5" name="Google Shape;4801;p76"/>
            <p:cNvSpPr/>
            <p:nvPr/>
          </p:nvSpPr>
          <p:spPr>
            <a:xfrm>
              <a:off x="191520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6" name="Google Shape;4802;p76"/>
            <p:cNvSpPr/>
            <p:nvPr/>
          </p:nvSpPr>
          <p:spPr>
            <a:xfrm>
              <a:off x="2043720" y="466164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7" name="Google Shape;4803;p76"/>
            <p:cNvSpPr/>
            <p:nvPr/>
          </p:nvSpPr>
          <p:spPr>
            <a:xfrm>
              <a:off x="1744200" y="445788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08" name="Google Shape;4804;p76"/>
            <p:cNvSpPr/>
            <p:nvPr/>
          </p:nvSpPr>
          <p:spPr>
            <a:xfrm>
              <a:off x="1968840" y="504828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09" name="Google Shape;4805;p76"/>
          <p:cNvGrpSpPr/>
          <p:nvPr/>
        </p:nvGrpSpPr>
        <p:grpSpPr>
          <a:xfrm>
            <a:off x="2601360" y="4457520"/>
            <a:ext cx="511920" cy="685800"/>
            <a:chOff x="2601360" y="4457520"/>
            <a:chExt cx="511920" cy="685800"/>
          </a:xfrm>
        </p:grpSpPr>
        <p:sp>
          <p:nvSpPr>
            <p:cNvPr id="2410" name="Google Shape;4806;p76"/>
            <p:cNvSpPr/>
            <p:nvPr/>
          </p:nvSpPr>
          <p:spPr>
            <a:xfrm>
              <a:off x="2601360" y="44575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1" name="Google Shape;4807;p76"/>
            <p:cNvSpPr/>
            <p:nvPr/>
          </p:nvSpPr>
          <p:spPr>
            <a:xfrm>
              <a:off x="2783520" y="47163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2" name="Google Shape;4808;p76"/>
            <p:cNvSpPr/>
            <p:nvPr/>
          </p:nvSpPr>
          <p:spPr>
            <a:xfrm>
              <a:off x="2911680" y="47163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3" name="Google Shape;4809;p76"/>
            <p:cNvSpPr/>
            <p:nvPr/>
          </p:nvSpPr>
          <p:spPr>
            <a:xfrm>
              <a:off x="2814480" y="47912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4" name="Google Shape;4810;p76"/>
            <p:cNvSpPr/>
            <p:nvPr/>
          </p:nvSpPr>
          <p:spPr>
            <a:xfrm>
              <a:off x="2772720" y="4682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5" name="Google Shape;4811;p76"/>
            <p:cNvSpPr/>
            <p:nvPr/>
          </p:nvSpPr>
          <p:spPr>
            <a:xfrm>
              <a:off x="2901240" y="4682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6" name="Google Shape;4812;p76"/>
            <p:cNvSpPr/>
            <p:nvPr/>
          </p:nvSpPr>
          <p:spPr>
            <a:xfrm>
              <a:off x="2644200" y="504828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7" name="Google Shape;4813;p76"/>
            <p:cNvSpPr/>
            <p:nvPr/>
          </p:nvSpPr>
          <p:spPr>
            <a:xfrm>
              <a:off x="2965320" y="510192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418" name="Google Shape;4814;p76"/>
          <p:cNvSpPr/>
          <p:nvPr/>
        </p:nvSpPr>
        <p:spPr>
          <a:xfrm>
            <a:off x="759096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419" name="Google Shape;4815;p76"/>
          <p:cNvGrpSpPr/>
          <p:nvPr/>
        </p:nvGrpSpPr>
        <p:grpSpPr>
          <a:xfrm>
            <a:off x="7732080" y="4457520"/>
            <a:ext cx="536760" cy="685440"/>
            <a:chOff x="7732080" y="4457520"/>
            <a:chExt cx="536760" cy="685440"/>
          </a:xfrm>
        </p:grpSpPr>
        <p:sp>
          <p:nvSpPr>
            <p:cNvPr id="2420" name="Google Shape;4816;p76"/>
            <p:cNvSpPr/>
            <p:nvPr/>
          </p:nvSpPr>
          <p:spPr>
            <a:xfrm>
              <a:off x="792576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7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1" name="Google Shape;4817;p76"/>
            <p:cNvSpPr/>
            <p:nvPr/>
          </p:nvSpPr>
          <p:spPr>
            <a:xfrm>
              <a:off x="805500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2" name="Google Shape;4818;p76"/>
            <p:cNvSpPr/>
            <p:nvPr/>
          </p:nvSpPr>
          <p:spPr>
            <a:xfrm>
              <a:off x="7979040" y="4844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0" h="608">
                  <a:moveTo>
                    <a:pt x="305" y="0"/>
                  </a:moveTo>
                  <a:cubicBezTo>
                    <a:pt x="137" y="0"/>
                    <a:pt x="0" y="136"/>
                    <a:pt x="0" y="305"/>
                  </a:cubicBezTo>
                  <a:cubicBezTo>
                    <a:pt x="0" y="472"/>
                    <a:pt x="137" y="607"/>
                    <a:pt x="305" y="607"/>
                  </a:cubicBezTo>
                  <a:lnTo>
                    <a:pt x="947" y="607"/>
                  </a:lnTo>
                  <a:cubicBezTo>
                    <a:pt x="1116" y="607"/>
                    <a:pt x="1250" y="472"/>
                    <a:pt x="1250" y="305"/>
                  </a:cubicBezTo>
                  <a:cubicBezTo>
                    <a:pt x="1250" y="136"/>
                    <a:pt x="1114" y="0"/>
                    <a:pt x="9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3" name="Google Shape;4819;p76"/>
            <p:cNvSpPr/>
            <p:nvPr/>
          </p:nvSpPr>
          <p:spPr>
            <a:xfrm>
              <a:off x="7923240" y="48020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6" h="1061">
                  <a:moveTo>
                    <a:pt x="347" y="0"/>
                  </a:moveTo>
                  <a:cubicBezTo>
                    <a:pt x="250" y="0"/>
                    <a:pt x="153" y="47"/>
                    <a:pt x="94" y="135"/>
                  </a:cubicBezTo>
                  <a:cubicBezTo>
                    <a:pt x="1" y="274"/>
                    <a:pt x="38" y="462"/>
                    <a:pt x="178" y="557"/>
                  </a:cubicBezTo>
                  <a:lnTo>
                    <a:pt x="612" y="845"/>
                  </a:lnTo>
                  <a:cubicBezTo>
                    <a:pt x="826" y="988"/>
                    <a:pt x="1072" y="1061"/>
                    <a:pt x="1321" y="1061"/>
                  </a:cubicBezTo>
                  <a:cubicBezTo>
                    <a:pt x="1566" y="1061"/>
                    <a:pt x="1813" y="989"/>
                    <a:pt x="2029" y="845"/>
                  </a:cubicBezTo>
                  <a:lnTo>
                    <a:pt x="2105" y="795"/>
                  </a:lnTo>
                  <a:cubicBezTo>
                    <a:pt x="2162" y="757"/>
                    <a:pt x="2229" y="737"/>
                    <a:pt x="2296" y="737"/>
                  </a:cubicBezTo>
                  <a:cubicBezTo>
                    <a:pt x="2362" y="737"/>
                    <a:pt x="2429" y="757"/>
                    <a:pt x="2486" y="795"/>
                  </a:cubicBezTo>
                  <a:lnTo>
                    <a:pt x="2560" y="845"/>
                  </a:lnTo>
                  <a:cubicBezTo>
                    <a:pt x="2775" y="989"/>
                    <a:pt x="3022" y="1060"/>
                    <a:pt x="3268" y="1060"/>
                  </a:cubicBezTo>
                  <a:cubicBezTo>
                    <a:pt x="3514" y="1060"/>
                    <a:pt x="3761" y="989"/>
                    <a:pt x="3976" y="845"/>
                  </a:cubicBezTo>
                  <a:lnTo>
                    <a:pt x="4408" y="557"/>
                  </a:lnTo>
                  <a:cubicBezTo>
                    <a:pt x="4548" y="464"/>
                    <a:pt x="4585" y="274"/>
                    <a:pt x="4493" y="135"/>
                  </a:cubicBezTo>
                  <a:cubicBezTo>
                    <a:pt x="4434" y="47"/>
                    <a:pt x="4338" y="0"/>
                    <a:pt x="4240" y="0"/>
                  </a:cubicBezTo>
                  <a:cubicBezTo>
                    <a:pt x="4182" y="0"/>
                    <a:pt x="4123" y="17"/>
                    <a:pt x="4071" y="51"/>
                  </a:cubicBezTo>
                  <a:lnTo>
                    <a:pt x="3637" y="340"/>
                  </a:lnTo>
                  <a:cubicBezTo>
                    <a:pt x="3524" y="415"/>
                    <a:pt x="3395" y="452"/>
                    <a:pt x="3266" y="452"/>
                  </a:cubicBezTo>
                  <a:cubicBezTo>
                    <a:pt x="3136" y="452"/>
                    <a:pt x="3007" y="415"/>
                    <a:pt x="2894" y="340"/>
                  </a:cubicBezTo>
                  <a:lnTo>
                    <a:pt x="2822" y="292"/>
                  </a:lnTo>
                  <a:cubicBezTo>
                    <a:pt x="2661" y="185"/>
                    <a:pt x="2477" y="132"/>
                    <a:pt x="2293" y="132"/>
                  </a:cubicBezTo>
                  <a:cubicBezTo>
                    <a:pt x="2109" y="132"/>
                    <a:pt x="1925" y="185"/>
                    <a:pt x="1765" y="292"/>
                  </a:cubicBezTo>
                  <a:lnTo>
                    <a:pt x="1692" y="340"/>
                  </a:lnTo>
                  <a:cubicBezTo>
                    <a:pt x="1578" y="415"/>
                    <a:pt x="1449" y="452"/>
                    <a:pt x="1320" y="452"/>
                  </a:cubicBezTo>
                  <a:cubicBezTo>
                    <a:pt x="1190" y="452"/>
                    <a:pt x="1061" y="415"/>
                    <a:pt x="949" y="340"/>
                  </a:cubicBezTo>
                  <a:lnTo>
                    <a:pt x="515" y="51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4" name="Google Shape;4820;p76"/>
            <p:cNvSpPr/>
            <p:nvPr/>
          </p:nvSpPr>
          <p:spPr>
            <a:xfrm>
              <a:off x="773208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5" h="20725">
                  <a:moveTo>
                    <a:pt x="8752" y="2233"/>
                  </a:moveTo>
                  <a:lnTo>
                    <a:pt x="8752" y="3227"/>
                  </a:lnTo>
                  <a:cubicBezTo>
                    <a:pt x="8752" y="3596"/>
                    <a:pt x="8452" y="3896"/>
                    <a:pt x="8082" y="3896"/>
                  </a:cubicBezTo>
                  <a:cubicBezTo>
                    <a:pt x="7712" y="3896"/>
                    <a:pt x="7412" y="3596"/>
                    <a:pt x="7412" y="3227"/>
                  </a:cubicBezTo>
                  <a:lnTo>
                    <a:pt x="7412" y="2233"/>
                  </a:lnTo>
                  <a:close/>
                  <a:moveTo>
                    <a:pt x="8082" y="607"/>
                  </a:moveTo>
                  <a:cubicBezTo>
                    <a:pt x="9430" y="607"/>
                    <a:pt x="10724" y="914"/>
                    <a:pt x="11824" y="1498"/>
                  </a:cubicBezTo>
                  <a:cubicBezTo>
                    <a:pt x="12887" y="2061"/>
                    <a:pt x="13694" y="2837"/>
                    <a:pt x="14159" y="3744"/>
                  </a:cubicBezTo>
                  <a:cubicBezTo>
                    <a:pt x="14318" y="4055"/>
                    <a:pt x="14305" y="4418"/>
                    <a:pt x="14123" y="4715"/>
                  </a:cubicBezTo>
                  <a:cubicBezTo>
                    <a:pt x="13941" y="5013"/>
                    <a:pt x="13624" y="5193"/>
                    <a:pt x="13272" y="5193"/>
                  </a:cubicBezTo>
                  <a:lnTo>
                    <a:pt x="13252" y="5193"/>
                  </a:lnTo>
                  <a:lnTo>
                    <a:pt x="13252" y="4849"/>
                  </a:lnTo>
                  <a:cubicBezTo>
                    <a:pt x="13252" y="4325"/>
                    <a:pt x="12825" y="3896"/>
                    <a:pt x="12301" y="3896"/>
                  </a:cubicBezTo>
                  <a:lnTo>
                    <a:pt x="9169" y="3896"/>
                  </a:lnTo>
                  <a:cubicBezTo>
                    <a:pt x="9291" y="3701"/>
                    <a:pt x="9361" y="3471"/>
                    <a:pt x="9361" y="3227"/>
                  </a:cubicBezTo>
                  <a:lnTo>
                    <a:pt x="9361" y="1928"/>
                  </a:lnTo>
                  <a:cubicBezTo>
                    <a:pt x="9361" y="1761"/>
                    <a:pt x="9225" y="1626"/>
                    <a:pt x="9056" y="1626"/>
                  </a:cubicBezTo>
                  <a:lnTo>
                    <a:pt x="7111" y="1626"/>
                  </a:lnTo>
                  <a:cubicBezTo>
                    <a:pt x="6943" y="1626"/>
                    <a:pt x="6807" y="1761"/>
                    <a:pt x="6807" y="1928"/>
                  </a:cubicBezTo>
                  <a:lnTo>
                    <a:pt x="6807" y="3227"/>
                  </a:lnTo>
                  <a:cubicBezTo>
                    <a:pt x="6807" y="3472"/>
                    <a:pt x="6877" y="3701"/>
                    <a:pt x="6998" y="3896"/>
                  </a:cubicBezTo>
                  <a:lnTo>
                    <a:pt x="3868" y="3896"/>
                  </a:lnTo>
                  <a:cubicBezTo>
                    <a:pt x="3342" y="3896"/>
                    <a:pt x="2917" y="4322"/>
                    <a:pt x="2917" y="4849"/>
                  </a:cubicBezTo>
                  <a:lnTo>
                    <a:pt x="2917" y="5195"/>
                  </a:lnTo>
                  <a:lnTo>
                    <a:pt x="2892" y="5195"/>
                  </a:lnTo>
                  <a:lnTo>
                    <a:pt x="2892" y="5193"/>
                  </a:lnTo>
                  <a:cubicBezTo>
                    <a:pt x="2542" y="5193"/>
                    <a:pt x="2225" y="5015"/>
                    <a:pt x="2043" y="4715"/>
                  </a:cubicBezTo>
                  <a:cubicBezTo>
                    <a:pt x="1861" y="4418"/>
                    <a:pt x="1847" y="4055"/>
                    <a:pt x="2005" y="3744"/>
                  </a:cubicBezTo>
                  <a:cubicBezTo>
                    <a:pt x="2471" y="2837"/>
                    <a:pt x="3278" y="2063"/>
                    <a:pt x="4341" y="1498"/>
                  </a:cubicBezTo>
                  <a:cubicBezTo>
                    <a:pt x="5440" y="916"/>
                    <a:pt x="6734" y="607"/>
                    <a:pt x="8082" y="607"/>
                  </a:cubicBezTo>
                  <a:close/>
                  <a:moveTo>
                    <a:pt x="12300" y="4503"/>
                  </a:moveTo>
                  <a:cubicBezTo>
                    <a:pt x="12490" y="4503"/>
                    <a:pt x="12644" y="4658"/>
                    <a:pt x="12644" y="4849"/>
                  </a:cubicBezTo>
                  <a:lnTo>
                    <a:pt x="12644" y="5843"/>
                  </a:lnTo>
                  <a:lnTo>
                    <a:pt x="11001" y="5843"/>
                  </a:lnTo>
                  <a:cubicBezTo>
                    <a:pt x="10833" y="5843"/>
                    <a:pt x="10697" y="5979"/>
                    <a:pt x="10697" y="6147"/>
                  </a:cubicBezTo>
                  <a:cubicBezTo>
                    <a:pt x="10697" y="6314"/>
                    <a:pt x="10833" y="6450"/>
                    <a:pt x="11001" y="6450"/>
                  </a:cubicBezTo>
                  <a:lnTo>
                    <a:pt x="12481" y="6450"/>
                  </a:lnTo>
                  <a:cubicBezTo>
                    <a:pt x="12251" y="6674"/>
                    <a:pt x="11817" y="6875"/>
                    <a:pt x="11426" y="7005"/>
                  </a:cubicBezTo>
                  <a:cubicBezTo>
                    <a:pt x="10537" y="7302"/>
                    <a:pt x="9349" y="7464"/>
                    <a:pt x="8082" y="7464"/>
                  </a:cubicBezTo>
                  <a:cubicBezTo>
                    <a:pt x="6813" y="7464"/>
                    <a:pt x="5626" y="7301"/>
                    <a:pt x="4738" y="7005"/>
                  </a:cubicBezTo>
                  <a:cubicBezTo>
                    <a:pt x="4348" y="6875"/>
                    <a:pt x="3912" y="6674"/>
                    <a:pt x="3682" y="6450"/>
                  </a:cubicBezTo>
                  <a:lnTo>
                    <a:pt x="9703" y="6450"/>
                  </a:lnTo>
                  <a:cubicBezTo>
                    <a:pt x="9870" y="6450"/>
                    <a:pt x="10006" y="6314"/>
                    <a:pt x="10006" y="6147"/>
                  </a:cubicBezTo>
                  <a:cubicBezTo>
                    <a:pt x="10006" y="5979"/>
                    <a:pt x="9870" y="5843"/>
                    <a:pt x="9703" y="5843"/>
                  </a:cubicBezTo>
                  <a:lnTo>
                    <a:pt x="3519" y="5843"/>
                  </a:lnTo>
                  <a:lnTo>
                    <a:pt x="3519" y="4849"/>
                  </a:lnTo>
                  <a:cubicBezTo>
                    <a:pt x="3519" y="4658"/>
                    <a:pt x="3675" y="4503"/>
                    <a:pt x="3865" y="4503"/>
                  </a:cubicBezTo>
                  <a:close/>
                  <a:moveTo>
                    <a:pt x="12645" y="7097"/>
                  </a:moveTo>
                  <a:lnTo>
                    <a:pt x="12645" y="8112"/>
                  </a:lnTo>
                  <a:lnTo>
                    <a:pt x="12301" y="8112"/>
                  </a:lnTo>
                  <a:cubicBezTo>
                    <a:pt x="12208" y="8112"/>
                    <a:pt x="12123" y="8077"/>
                    <a:pt x="12057" y="8011"/>
                  </a:cubicBezTo>
                  <a:cubicBezTo>
                    <a:pt x="11993" y="7947"/>
                    <a:pt x="11957" y="7859"/>
                    <a:pt x="11957" y="7767"/>
                  </a:cubicBezTo>
                  <a:lnTo>
                    <a:pt x="11957" y="7457"/>
                  </a:lnTo>
                  <a:lnTo>
                    <a:pt x="11954" y="7457"/>
                  </a:lnTo>
                  <a:cubicBezTo>
                    <a:pt x="12240" y="7341"/>
                    <a:pt x="12467" y="7220"/>
                    <a:pt x="12645" y="7097"/>
                  </a:cubicBezTo>
                  <a:close/>
                  <a:moveTo>
                    <a:pt x="3519" y="7098"/>
                  </a:moveTo>
                  <a:cubicBezTo>
                    <a:pt x="3698" y="7220"/>
                    <a:pt x="3924" y="7342"/>
                    <a:pt x="4211" y="7457"/>
                  </a:cubicBezTo>
                  <a:lnTo>
                    <a:pt x="4211" y="7768"/>
                  </a:lnTo>
                  <a:cubicBezTo>
                    <a:pt x="4211" y="7959"/>
                    <a:pt x="4055" y="8114"/>
                    <a:pt x="3866" y="8114"/>
                  </a:cubicBezTo>
                  <a:lnTo>
                    <a:pt x="3519" y="8114"/>
                  </a:lnTo>
                  <a:lnTo>
                    <a:pt x="3519" y="7098"/>
                  </a:lnTo>
                  <a:close/>
                  <a:moveTo>
                    <a:pt x="11347" y="7662"/>
                  </a:moveTo>
                  <a:lnTo>
                    <a:pt x="11347" y="7767"/>
                  </a:lnTo>
                  <a:cubicBezTo>
                    <a:pt x="11347" y="8019"/>
                    <a:pt x="11446" y="8259"/>
                    <a:pt x="11626" y="8439"/>
                  </a:cubicBezTo>
                  <a:cubicBezTo>
                    <a:pt x="11806" y="8619"/>
                    <a:pt x="12045" y="8718"/>
                    <a:pt x="12300" y="8718"/>
                  </a:cubicBezTo>
                  <a:lnTo>
                    <a:pt x="12785" y="8718"/>
                  </a:lnTo>
                  <a:cubicBezTo>
                    <a:pt x="12928" y="8718"/>
                    <a:pt x="13065" y="8778"/>
                    <a:pt x="13161" y="8885"/>
                  </a:cubicBezTo>
                  <a:cubicBezTo>
                    <a:pt x="13259" y="8992"/>
                    <a:pt x="13304" y="9133"/>
                    <a:pt x="13289" y="9280"/>
                  </a:cubicBezTo>
                  <a:cubicBezTo>
                    <a:pt x="13265" y="9533"/>
                    <a:pt x="13022" y="9733"/>
                    <a:pt x="12738" y="9733"/>
                  </a:cubicBezTo>
                  <a:lnTo>
                    <a:pt x="12601" y="9733"/>
                  </a:lnTo>
                  <a:lnTo>
                    <a:pt x="12601" y="9716"/>
                  </a:lnTo>
                  <a:cubicBezTo>
                    <a:pt x="12601" y="9548"/>
                    <a:pt x="12465" y="9412"/>
                    <a:pt x="12297" y="9412"/>
                  </a:cubicBezTo>
                  <a:cubicBezTo>
                    <a:pt x="12130" y="9412"/>
                    <a:pt x="11994" y="9548"/>
                    <a:pt x="11994" y="9716"/>
                  </a:cubicBezTo>
                  <a:cubicBezTo>
                    <a:pt x="11993" y="11873"/>
                    <a:pt x="10237" y="13625"/>
                    <a:pt x="8081" y="13625"/>
                  </a:cubicBezTo>
                  <a:cubicBezTo>
                    <a:pt x="8080" y="13625"/>
                    <a:pt x="8079" y="13625"/>
                    <a:pt x="8078" y="13625"/>
                  </a:cubicBezTo>
                  <a:cubicBezTo>
                    <a:pt x="5923" y="13625"/>
                    <a:pt x="4169" y="11870"/>
                    <a:pt x="4169" y="9713"/>
                  </a:cubicBezTo>
                  <a:cubicBezTo>
                    <a:pt x="4169" y="9546"/>
                    <a:pt x="4033" y="9410"/>
                    <a:pt x="3865" y="9410"/>
                  </a:cubicBezTo>
                  <a:cubicBezTo>
                    <a:pt x="3698" y="9410"/>
                    <a:pt x="3562" y="9546"/>
                    <a:pt x="3562" y="9713"/>
                  </a:cubicBezTo>
                  <a:lnTo>
                    <a:pt x="3562" y="9735"/>
                  </a:lnTo>
                  <a:lnTo>
                    <a:pt x="3378" y="9735"/>
                  </a:lnTo>
                  <a:cubicBezTo>
                    <a:pt x="3235" y="9735"/>
                    <a:pt x="3098" y="9675"/>
                    <a:pt x="3002" y="9568"/>
                  </a:cubicBezTo>
                  <a:cubicBezTo>
                    <a:pt x="2904" y="9460"/>
                    <a:pt x="2860" y="9319"/>
                    <a:pt x="2872" y="9173"/>
                  </a:cubicBezTo>
                  <a:cubicBezTo>
                    <a:pt x="2900" y="8919"/>
                    <a:pt x="3141" y="8719"/>
                    <a:pt x="3425" y="8719"/>
                  </a:cubicBezTo>
                  <a:lnTo>
                    <a:pt x="3864" y="8719"/>
                  </a:lnTo>
                  <a:cubicBezTo>
                    <a:pt x="4389" y="8719"/>
                    <a:pt x="4818" y="8292"/>
                    <a:pt x="4818" y="7767"/>
                  </a:cubicBezTo>
                  <a:lnTo>
                    <a:pt x="4818" y="7662"/>
                  </a:lnTo>
                  <a:cubicBezTo>
                    <a:pt x="5727" y="7925"/>
                    <a:pt x="6874" y="8069"/>
                    <a:pt x="8082" y="8069"/>
                  </a:cubicBezTo>
                  <a:cubicBezTo>
                    <a:pt x="9291" y="8069"/>
                    <a:pt x="10434" y="7927"/>
                    <a:pt x="11347" y="7662"/>
                  </a:cubicBezTo>
                  <a:close/>
                  <a:moveTo>
                    <a:pt x="6110" y="13782"/>
                  </a:moveTo>
                  <a:cubicBezTo>
                    <a:pt x="6706" y="14070"/>
                    <a:pt x="7374" y="14235"/>
                    <a:pt x="8081" y="14235"/>
                  </a:cubicBezTo>
                  <a:cubicBezTo>
                    <a:pt x="8784" y="14235"/>
                    <a:pt x="9450" y="14075"/>
                    <a:pt x="10045" y="13785"/>
                  </a:cubicBezTo>
                  <a:lnTo>
                    <a:pt x="10045" y="14438"/>
                  </a:lnTo>
                  <a:lnTo>
                    <a:pt x="8077" y="15530"/>
                  </a:lnTo>
                  <a:lnTo>
                    <a:pt x="7340" y="15119"/>
                  </a:lnTo>
                  <a:cubicBezTo>
                    <a:pt x="7293" y="15093"/>
                    <a:pt x="7242" y="15081"/>
                    <a:pt x="7192" y="15081"/>
                  </a:cubicBezTo>
                  <a:cubicBezTo>
                    <a:pt x="7085" y="15081"/>
                    <a:pt x="6981" y="15137"/>
                    <a:pt x="6927" y="15237"/>
                  </a:cubicBezTo>
                  <a:cubicBezTo>
                    <a:pt x="6846" y="15383"/>
                    <a:pt x="6898" y="15569"/>
                    <a:pt x="7045" y="15650"/>
                  </a:cubicBezTo>
                  <a:lnTo>
                    <a:pt x="7548" y="15930"/>
                  </a:lnTo>
                  <a:lnTo>
                    <a:pt x="5909" y="17338"/>
                  </a:lnTo>
                  <a:cubicBezTo>
                    <a:pt x="5906" y="17339"/>
                    <a:pt x="5902" y="17344"/>
                    <a:pt x="5894" y="17344"/>
                  </a:cubicBezTo>
                  <a:cubicBezTo>
                    <a:pt x="5892" y="17344"/>
                    <a:pt x="5891" y="17344"/>
                    <a:pt x="5890" y="17344"/>
                  </a:cubicBezTo>
                  <a:cubicBezTo>
                    <a:pt x="5882" y="17342"/>
                    <a:pt x="5877" y="17337"/>
                    <a:pt x="5876" y="17332"/>
                  </a:cubicBezTo>
                  <a:lnTo>
                    <a:pt x="4855" y="15544"/>
                  </a:lnTo>
                  <a:lnTo>
                    <a:pt x="5280" y="14695"/>
                  </a:lnTo>
                  <a:cubicBezTo>
                    <a:pt x="5280" y="14692"/>
                    <a:pt x="5283" y="14686"/>
                    <a:pt x="5292" y="14683"/>
                  </a:cubicBezTo>
                  <a:cubicBezTo>
                    <a:pt x="5293" y="14683"/>
                    <a:pt x="5294" y="14683"/>
                    <a:pt x="5296" y="14683"/>
                  </a:cubicBezTo>
                  <a:cubicBezTo>
                    <a:pt x="5303" y="14683"/>
                    <a:pt x="5306" y="14686"/>
                    <a:pt x="5309" y="14686"/>
                  </a:cubicBezTo>
                  <a:lnTo>
                    <a:pt x="5970" y="15053"/>
                  </a:lnTo>
                  <a:cubicBezTo>
                    <a:pt x="6017" y="15079"/>
                    <a:pt x="6068" y="15092"/>
                    <a:pt x="6118" y="15092"/>
                  </a:cubicBezTo>
                  <a:cubicBezTo>
                    <a:pt x="6224" y="15092"/>
                    <a:pt x="6327" y="15035"/>
                    <a:pt x="6383" y="14936"/>
                  </a:cubicBezTo>
                  <a:cubicBezTo>
                    <a:pt x="6463" y="14789"/>
                    <a:pt x="6411" y="14605"/>
                    <a:pt x="6266" y="14523"/>
                  </a:cubicBezTo>
                  <a:lnTo>
                    <a:pt x="6110" y="14438"/>
                  </a:lnTo>
                  <a:lnTo>
                    <a:pt x="6110" y="13782"/>
                  </a:lnTo>
                  <a:close/>
                  <a:moveTo>
                    <a:pt x="10861" y="14683"/>
                  </a:moveTo>
                  <a:cubicBezTo>
                    <a:pt x="10862" y="14683"/>
                    <a:pt x="10863" y="14683"/>
                    <a:pt x="10864" y="14683"/>
                  </a:cubicBezTo>
                  <a:cubicBezTo>
                    <a:pt x="10873" y="14686"/>
                    <a:pt x="10874" y="14692"/>
                    <a:pt x="10876" y="14695"/>
                  </a:cubicBezTo>
                  <a:lnTo>
                    <a:pt x="11301" y="15544"/>
                  </a:lnTo>
                  <a:lnTo>
                    <a:pt x="10280" y="17332"/>
                  </a:lnTo>
                  <a:cubicBezTo>
                    <a:pt x="10279" y="17337"/>
                    <a:pt x="10275" y="17342"/>
                    <a:pt x="10266" y="17344"/>
                  </a:cubicBezTo>
                  <a:cubicBezTo>
                    <a:pt x="10265" y="17344"/>
                    <a:pt x="10264" y="17344"/>
                    <a:pt x="10262" y="17344"/>
                  </a:cubicBezTo>
                  <a:cubicBezTo>
                    <a:pt x="10254" y="17344"/>
                    <a:pt x="10250" y="17339"/>
                    <a:pt x="10247" y="17338"/>
                  </a:cubicBezTo>
                  <a:lnTo>
                    <a:pt x="8605" y="15931"/>
                  </a:lnTo>
                  <a:lnTo>
                    <a:pt x="10847" y="14686"/>
                  </a:lnTo>
                  <a:cubicBezTo>
                    <a:pt x="10850" y="14686"/>
                    <a:pt x="10855" y="14683"/>
                    <a:pt x="10861" y="14683"/>
                  </a:cubicBezTo>
                  <a:close/>
                  <a:moveTo>
                    <a:pt x="8081" y="16278"/>
                  </a:moveTo>
                  <a:lnTo>
                    <a:pt x="8739" y="16843"/>
                  </a:lnTo>
                  <a:lnTo>
                    <a:pt x="8591" y="17285"/>
                  </a:lnTo>
                  <a:cubicBezTo>
                    <a:pt x="8545" y="17425"/>
                    <a:pt x="8412" y="17521"/>
                    <a:pt x="8265" y="17521"/>
                  </a:cubicBezTo>
                  <a:lnTo>
                    <a:pt x="7902" y="17521"/>
                  </a:lnTo>
                  <a:cubicBezTo>
                    <a:pt x="7754" y="17521"/>
                    <a:pt x="7622" y="17425"/>
                    <a:pt x="7574" y="17285"/>
                  </a:cubicBezTo>
                  <a:lnTo>
                    <a:pt x="7425" y="16838"/>
                  </a:lnTo>
                  <a:lnTo>
                    <a:pt x="8081" y="16278"/>
                  </a:lnTo>
                  <a:close/>
                  <a:moveTo>
                    <a:pt x="8082" y="0"/>
                  </a:moveTo>
                  <a:cubicBezTo>
                    <a:pt x="6634" y="0"/>
                    <a:pt x="5245" y="332"/>
                    <a:pt x="4056" y="960"/>
                  </a:cubicBezTo>
                  <a:cubicBezTo>
                    <a:pt x="2884" y="1581"/>
                    <a:pt x="1990" y="2448"/>
                    <a:pt x="1467" y="3465"/>
                  </a:cubicBezTo>
                  <a:cubicBezTo>
                    <a:pt x="1211" y="3965"/>
                    <a:pt x="1233" y="4549"/>
                    <a:pt x="1526" y="5029"/>
                  </a:cubicBezTo>
                  <a:cubicBezTo>
                    <a:pt x="1820" y="5512"/>
                    <a:pt x="2330" y="5799"/>
                    <a:pt x="2895" y="5799"/>
                  </a:cubicBezTo>
                  <a:lnTo>
                    <a:pt x="2914" y="5799"/>
                  </a:lnTo>
                  <a:lnTo>
                    <a:pt x="2914" y="8226"/>
                  </a:lnTo>
                  <a:cubicBezTo>
                    <a:pt x="2564" y="8392"/>
                    <a:pt x="2311" y="8723"/>
                    <a:pt x="2271" y="9112"/>
                  </a:cubicBezTo>
                  <a:cubicBezTo>
                    <a:pt x="2240" y="9426"/>
                    <a:pt x="2343" y="9740"/>
                    <a:pt x="2554" y="9973"/>
                  </a:cubicBezTo>
                  <a:cubicBezTo>
                    <a:pt x="2764" y="10206"/>
                    <a:pt x="3067" y="10340"/>
                    <a:pt x="3379" y="10340"/>
                  </a:cubicBezTo>
                  <a:lnTo>
                    <a:pt x="3606" y="10340"/>
                  </a:lnTo>
                  <a:cubicBezTo>
                    <a:pt x="3785" y="11616"/>
                    <a:pt x="4496" y="12719"/>
                    <a:pt x="5506" y="13425"/>
                  </a:cubicBezTo>
                  <a:lnTo>
                    <a:pt x="5506" y="14110"/>
                  </a:lnTo>
                  <a:cubicBezTo>
                    <a:pt x="5440" y="14088"/>
                    <a:pt x="5370" y="14076"/>
                    <a:pt x="5299" y="14076"/>
                  </a:cubicBezTo>
                  <a:cubicBezTo>
                    <a:pt x="5236" y="14076"/>
                    <a:pt x="5173" y="14085"/>
                    <a:pt x="5113" y="14103"/>
                  </a:cubicBezTo>
                  <a:cubicBezTo>
                    <a:pt x="4950" y="14153"/>
                    <a:pt x="4813" y="14269"/>
                    <a:pt x="4739" y="14423"/>
                  </a:cubicBezTo>
                  <a:lnTo>
                    <a:pt x="4299" y="15302"/>
                  </a:lnTo>
                  <a:lnTo>
                    <a:pt x="1587" y="16137"/>
                  </a:lnTo>
                  <a:cubicBezTo>
                    <a:pt x="637" y="16430"/>
                    <a:pt x="0" y="17294"/>
                    <a:pt x="0" y="18288"/>
                  </a:cubicBezTo>
                  <a:lnTo>
                    <a:pt x="0" y="20420"/>
                  </a:lnTo>
                  <a:cubicBezTo>
                    <a:pt x="0" y="20587"/>
                    <a:pt x="136" y="20723"/>
                    <a:pt x="305" y="20723"/>
                  </a:cubicBezTo>
                  <a:cubicBezTo>
                    <a:pt x="472" y="20723"/>
                    <a:pt x="607" y="20587"/>
                    <a:pt x="607" y="20420"/>
                  </a:cubicBezTo>
                  <a:lnTo>
                    <a:pt x="607" y="18288"/>
                  </a:lnTo>
                  <a:cubicBezTo>
                    <a:pt x="607" y="17671"/>
                    <a:pt x="944" y="17121"/>
                    <a:pt x="1473" y="16840"/>
                  </a:cubicBezTo>
                  <a:lnTo>
                    <a:pt x="3605" y="20569"/>
                  </a:lnTo>
                  <a:cubicBezTo>
                    <a:pt x="3662" y="20667"/>
                    <a:pt x="3764" y="20723"/>
                    <a:pt x="3869" y="20723"/>
                  </a:cubicBezTo>
                  <a:cubicBezTo>
                    <a:pt x="3921" y="20723"/>
                    <a:pt x="3972" y="20710"/>
                    <a:pt x="4019" y="20684"/>
                  </a:cubicBezTo>
                  <a:cubicBezTo>
                    <a:pt x="4165" y="20601"/>
                    <a:pt x="4215" y="20414"/>
                    <a:pt x="4132" y="20270"/>
                  </a:cubicBezTo>
                  <a:lnTo>
                    <a:pt x="2048" y="16630"/>
                  </a:lnTo>
                  <a:lnTo>
                    <a:pt x="3109" y="16303"/>
                  </a:lnTo>
                  <a:lnTo>
                    <a:pt x="5547" y="20569"/>
                  </a:lnTo>
                  <a:cubicBezTo>
                    <a:pt x="5603" y="20667"/>
                    <a:pt x="5706" y="20723"/>
                    <a:pt x="5812" y="20723"/>
                  </a:cubicBezTo>
                  <a:cubicBezTo>
                    <a:pt x="5863" y="20723"/>
                    <a:pt x="5914" y="20710"/>
                    <a:pt x="5961" y="20684"/>
                  </a:cubicBezTo>
                  <a:cubicBezTo>
                    <a:pt x="6106" y="20601"/>
                    <a:pt x="6157" y="20414"/>
                    <a:pt x="6074" y="20270"/>
                  </a:cubicBezTo>
                  <a:lnTo>
                    <a:pt x="3704" y="16121"/>
                  </a:lnTo>
                  <a:lnTo>
                    <a:pt x="4368" y="15917"/>
                  </a:lnTo>
                  <a:lnTo>
                    <a:pt x="5349" y="17635"/>
                  </a:lnTo>
                  <a:cubicBezTo>
                    <a:pt x="5442" y="17797"/>
                    <a:pt x="5603" y="17909"/>
                    <a:pt x="5787" y="17942"/>
                  </a:cubicBezTo>
                  <a:cubicBezTo>
                    <a:pt x="5823" y="17949"/>
                    <a:pt x="5859" y="17951"/>
                    <a:pt x="5896" y="17951"/>
                  </a:cubicBezTo>
                  <a:cubicBezTo>
                    <a:pt x="6043" y="17951"/>
                    <a:pt x="6189" y="17899"/>
                    <a:pt x="6303" y="17799"/>
                  </a:cubicBezTo>
                  <a:lnTo>
                    <a:pt x="6925" y="17265"/>
                  </a:lnTo>
                  <a:lnTo>
                    <a:pt x="6997" y="17478"/>
                  </a:lnTo>
                  <a:cubicBezTo>
                    <a:pt x="7050" y="17638"/>
                    <a:pt x="7144" y="17775"/>
                    <a:pt x="7263" y="17885"/>
                  </a:cubicBezTo>
                  <a:lnTo>
                    <a:pt x="6810" y="20366"/>
                  </a:lnTo>
                  <a:cubicBezTo>
                    <a:pt x="6778" y="20530"/>
                    <a:pt x="6888" y="20689"/>
                    <a:pt x="7054" y="20720"/>
                  </a:cubicBezTo>
                  <a:cubicBezTo>
                    <a:pt x="7073" y="20723"/>
                    <a:pt x="7091" y="20724"/>
                    <a:pt x="7110" y="20724"/>
                  </a:cubicBezTo>
                  <a:cubicBezTo>
                    <a:pt x="7254" y="20724"/>
                    <a:pt x="7381" y="20621"/>
                    <a:pt x="7408" y="20474"/>
                  </a:cubicBezTo>
                  <a:lnTo>
                    <a:pt x="7837" y="18125"/>
                  </a:lnTo>
                  <a:cubicBezTo>
                    <a:pt x="7858" y="18128"/>
                    <a:pt x="7880" y="18128"/>
                    <a:pt x="7901" y="18128"/>
                  </a:cubicBezTo>
                  <a:lnTo>
                    <a:pt x="8262" y="18128"/>
                  </a:lnTo>
                  <a:cubicBezTo>
                    <a:pt x="8284" y="18128"/>
                    <a:pt x="8308" y="18125"/>
                    <a:pt x="8329" y="18125"/>
                  </a:cubicBezTo>
                  <a:lnTo>
                    <a:pt x="8755" y="20473"/>
                  </a:lnTo>
                  <a:cubicBezTo>
                    <a:pt x="8782" y="20620"/>
                    <a:pt x="8909" y="20723"/>
                    <a:pt x="9053" y="20723"/>
                  </a:cubicBezTo>
                  <a:cubicBezTo>
                    <a:pt x="9072" y="20723"/>
                    <a:pt x="9089" y="20721"/>
                    <a:pt x="9109" y="20717"/>
                  </a:cubicBezTo>
                  <a:cubicBezTo>
                    <a:pt x="9273" y="20687"/>
                    <a:pt x="9383" y="20530"/>
                    <a:pt x="9353" y="20364"/>
                  </a:cubicBezTo>
                  <a:lnTo>
                    <a:pt x="8902" y="17881"/>
                  </a:lnTo>
                  <a:cubicBezTo>
                    <a:pt x="9022" y="17774"/>
                    <a:pt x="9115" y="17637"/>
                    <a:pt x="9166" y="17477"/>
                  </a:cubicBezTo>
                  <a:lnTo>
                    <a:pt x="9236" y="17270"/>
                  </a:lnTo>
                  <a:lnTo>
                    <a:pt x="9853" y="17801"/>
                  </a:lnTo>
                  <a:cubicBezTo>
                    <a:pt x="9967" y="17898"/>
                    <a:pt x="10112" y="17952"/>
                    <a:pt x="10260" y="17952"/>
                  </a:cubicBezTo>
                  <a:cubicBezTo>
                    <a:pt x="10296" y="17952"/>
                    <a:pt x="10332" y="17948"/>
                    <a:pt x="10367" y="17944"/>
                  </a:cubicBezTo>
                  <a:cubicBezTo>
                    <a:pt x="10553" y="17911"/>
                    <a:pt x="10712" y="17798"/>
                    <a:pt x="10804" y="17637"/>
                  </a:cubicBezTo>
                  <a:lnTo>
                    <a:pt x="11788" y="15916"/>
                  </a:lnTo>
                  <a:lnTo>
                    <a:pt x="12458" y="16120"/>
                  </a:lnTo>
                  <a:lnTo>
                    <a:pt x="10087" y="20272"/>
                  </a:lnTo>
                  <a:cubicBezTo>
                    <a:pt x="10003" y="20416"/>
                    <a:pt x="10055" y="20603"/>
                    <a:pt x="10200" y="20686"/>
                  </a:cubicBezTo>
                  <a:cubicBezTo>
                    <a:pt x="10247" y="20711"/>
                    <a:pt x="10297" y="20724"/>
                    <a:pt x="10350" y="20724"/>
                  </a:cubicBezTo>
                  <a:cubicBezTo>
                    <a:pt x="10454" y="20724"/>
                    <a:pt x="10559" y="20669"/>
                    <a:pt x="10614" y="20571"/>
                  </a:cubicBezTo>
                  <a:lnTo>
                    <a:pt x="13052" y="16303"/>
                  </a:lnTo>
                  <a:lnTo>
                    <a:pt x="14406" y="16718"/>
                  </a:lnTo>
                  <a:cubicBezTo>
                    <a:pt x="15099" y="16933"/>
                    <a:pt x="15564" y="17562"/>
                    <a:pt x="15564" y="18289"/>
                  </a:cubicBezTo>
                  <a:lnTo>
                    <a:pt x="15564" y="20421"/>
                  </a:lnTo>
                  <a:cubicBezTo>
                    <a:pt x="15564" y="20589"/>
                    <a:pt x="15700" y="20724"/>
                    <a:pt x="15867" y="20724"/>
                  </a:cubicBezTo>
                  <a:cubicBezTo>
                    <a:pt x="16036" y="20724"/>
                    <a:pt x="16171" y="20589"/>
                    <a:pt x="16171" y="20421"/>
                  </a:cubicBezTo>
                  <a:lnTo>
                    <a:pt x="16171" y="18289"/>
                  </a:lnTo>
                  <a:cubicBezTo>
                    <a:pt x="16174" y="17294"/>
                    <a:pt x="15536" y="16430"/>
                    <a:pt x="14586" y="16137"/>
                  </a:cubicBezTo>
                  <a:lnTo>
                    <a:pt x="11858" y="15297"/>
                  </a:lnTo>
                  <a:lnTo>
                    <a:pt x="11421" y="14423"/>
                  </a:lnTo>
                  <a:cubicBezTo>
                    <a:pt x="11344" y="14269"/>
                    <a:pt x="11207" y="14155"/>
                    <a:pt x="11044" y="14103"/>
                  </a:cubicBezTo>
                  <a:cubicBezTo>
                    <a:pt x="10984" y="14085"/>
                    <a:pt x="10922" y="14076"/>
                    <a:pt x="10860" y="14076"/>
                  </a:cubicBezTo>
                  <a:cubicBezTo>
                    <a:pt x="10789" y="14076"/>
                    <a:pt x="10719" y="14088"/>
                    <a:pt x="10652" y="14110"/>
                  </a:cubicBezTo>
                  <a:lnTo>
                    <a:pt x="10652" y="13429"/>
                  </a:lnTo>
                  <a:cubicBezTo>
                    <a:pt x="11666" y="12725"/>
                    <a:pt x="12380" y="11617"/>
                    <a:pt x="12558" y="10340"/>
                  </a:cubicBezTo>
                  <a:lnTo>
                    <a:pt x="12738" y="10340"/>
                  </a:lnTo>
                  <a:cubicBezTo>
                    <a:pt x="13329" y="10340"/>
                    <a:pt x="13836" y="9902"/>
                    <a:pt x="13893" y="9339"/>
                  </a:cubicBezTo>
                  <a:cubicBezTo>
                    <a:pt x="13925" y="9025"/>
                    <a:pt x="13822" y="8711"/>
                    <a:pt x="13611" y="8478"/>
                  </a:cubicBezTo>
                  <a:cubicBezTo>
                    <a:pt x="13509" y="8366"/>
                    <a:pt x="13386" y="8276"/>
                    <a:pt x="13251" y="8214"/>
                  </a:cubicBezTo>
                  <a:lnTo>
                    <a:pt x="13251" y="5799"/>
                  </a:lnTo>
                  <a:lnTo>
                    <a:pt x="13271" y="5799"/>
                  </a:lnTo>
                  <a:cubicBezTo>
                    <a:pt x="13832" y="5799"/>
                    <a:pt x="14345" y="5512"/>
                    <a:pt x="14639" y="5029"/>
                  </a:cubicBezTo>
                  <a:cubicBezTo>
                    <a:pt x="14932" y="4549"/>
                    <a:pt x="14953" y="3965"/>
                    <a:pt x="14699" y="3465"/>
                  </a:cubicBezTo>
                  <a:cubicBezTo>
                    <a:pt x="14178" y="2448"/>
                    <a:pt x="13281" y="1581"/>
                    <a:pt x="12108" y="960"/>
                  </a:cubicBezTo>
                  <a:cubicBezTo>
                    <a:pt x="10921" y="332"/>
                    <a:pt x="9529" y="0"/>
                    <a:pt x="80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425" name="Google Shape;4821;p76"/>
          <p:cNvSpPr/>
          <p:nvPr/>
        </p:nvSpPr>
        <p:spPr>
          <a:xfrm>
            <a:off x="585720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426" name="Google Shape;4822;p76"/>
          <p:cNvGrpSpPr/>
          <p:nvPr/>
        </p:nvGrpSpPr>
        <p:grpSpPr>
          <a:xfrm>
            <a:off x="6030000" y="4457520"/>
            <a:ext cx="511920" cy="685440"/>
            <a:chOff x="6030000" y="4457520"/>
            <a:chExt cx="511920" cy="685440"/>
          </a:xfrm>
        </p:grpSpPr>
        <p:sp>
          <p:nvSpPr>
            <p:cNvPr id="2427" name="Google Shape;4823;p76"/>
            <p:cNvSpPr/>
            <p:nvPr/>
          </p:nvSpPr>
          <p:spPr>
            <a:xfrm>
              <a:off x="6030000" y="44575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19">
                  <a:moveTo>
                    <a:pt x="8414" y="606"/>
                  </a:moveTo>
                  <a:cubicBezTo>
                    <a:pt x="9071" y="606"/>
                    <a:pt x="9620" y="1088"/>
                    <a:pt x="9717" y="1720"/>
                  </a:cubicBezTo>
                  <a:cubicBezTo>
                    <a:pt x="9401" y="1655"/>
                    <a:pt x="9074" y="1620"/>
                    <a:pt x="8738" y="1620"/>
                  </a:cubicBezTo>
                  <a:lnTo>
                    <a:pt x="6793" y="1620"/>
                  </a:lnTo>
                  <a:cubicBezTo>
                    <a:pt x="6458" y="1620"/>
                    <a:pt x="6131" y="1652"/>
                    <a:pt x="5815" y="1720"/>
                  </a:cubicBezTo>
                  <a:cubicBezTo>
                    <a:pt x="5914" y="1088"/>
                    <a:pt x="6459" y="606"/>
                    <a:pt x="7116" y="606"/>
                  </a:cubicBezTo>
                  <a:close/>
                  <a:moveTo>
                    <a:pt x="8738" y="2227"/>
                  </a:moveTo>
                  <a:cubicBezTo>
                    <a:pt x="11075" y="2227"/>
                    <a:pt x="12977" y="4127"/>
                    <a:pt x="12977" y="6464"/>
                  </a:cubicBezTo>
                  <a:lnTo>
                    <a:pt x="12977" y="8569"/>
                  </a:lnTo>
                  <a:cubicBezTo>
                    <a:pt x="12810" y="8482"/>
                    <a:pt x="12622" y="8432"/>
                    <a:pt x="12423" y="8432"/>
                  </a:cubicBezTo>
                  <a:lnTo>
                    <a:pt x="12273" y="8432"/>
                  </a:lnTo>
                  <a:cubicBezTo>
                    <a:pt x="12120" y="6795"/>
                    <a:pt x="10741" y="5510"/>
                    <a:pt x="9064" y="5510"/>
                  </a:cubicBezTo>
                  <a:lnTo>
                    <a:pt x="6682" y="5510"/>
                  </a:lnTo>
                  <a:cubicBezTo>
                    <a:pt x="6416" y="5510"/>
                    <a:pt x="6168" y="5407"/>
                    <a:pt x="5979" y="5220"/>
                  </a:cubicBezTo>
                  <a:lnTo>
                    <a:pt x="4751" y="3992"/>
                  </a:lnTo>
                  <a:cubicBezTo>
                    <a:pt x="4692" y="3932"/>
                    <a:pt x="4614" y="3902"/>
                    <a:pt x="4536" y="3902"/>
                  </a:cubicBezTo>
                  <a:cubicBezTo>
                    <a:pt x="4458" y="3902"/>
                    <a:pt x="4380" y="3932"/>
                    <a:pt x="4321" y="3992"/>
                  </a:cubicBezTo>
                  <a:cubicBezTo>
                    <a:pt x="4203" y="4109"/>
                    <a:pt x="4203" y="4302"/>
                    <a:pt x="4321" y="4420"/>
                  </a:cubicBezTo>
                  <a:lnTo>
                    <a:pt x="5549" y="5648"/>
                  </a:lnTo>
                  <a:cubicBezTo>
                    <a:pt x="5851" y="5950"/>
                    <a:pt x="6252" y="6115"/>
                    <a:pt x="6680" y="6115"/>
                  </a:cubicBezTo>
                  <a:lnTo>
                    <a:pt x="9061" y="6115"/>
                  </a:lnTo>
                  <a:cubicBezTo>
                    <a:pt x="10402" y="6115"/>
                    <a:pt x="11509" y="7128"/>
                    <a:pt x="11659" y="8429"/>
                  </a:cubicBezTo>
                  <a:lnTo>
                    <a:pt x="10996" y="8429"/>
                  </a:lnTo>
                  <a:cubicBezTo>
                    <a:pt x="10706" y="8036"/>
                    <a:pt x="10238" y="7779"/>
                    <a:pt x="9711" y="7779"/>
                  </a:cubicBezTo>
                  <a:cubicBezTo>
                    <a:pt x="9051" y="7779"/>
                    <a:pt x="8483" y="8182"/>
                    <a:pt x="8239" y="8753"/>
                  </a:cubicBezTo>
                  <a:lnTo>
                    <a:pt x="7293" y="8753"/>
                  </a:lnTo>
                  <a:cubicBezTo>
                    <a:pt x="7048" y="8182"/>
                    <a:pt x="6481" y="7779"/>
                    <a:pt x="5819" y="7779"/>
                  </a:cubicBezTo>
                  <a:cubicBezTo>
                    <a:pt x="5294" y="7779"/>
                    <a:pt x="4825" y="8035"/>
                    <a:pt x="4534" y="8429"/>
                  </a:cubicBezTo>
                  <a:lnTo>
                    <a:pt x="4381" y="8429"/>
                  </a:lnTo>
                  <a:cubicBezTo>
                    <a:pt x="4658" y="8115"/>
                    <a:pt x="4827" y="7704"/>
                    <a:pt x="4827" y="7255"/>
                  </a:cubicBezTo>
                  <a:lnTo>
                    <a:pt x="4827" y="6014"/>
                  </a:lnTo>
                  <a:cubicBezTo>
                    <a:pt x="4827" y="5847"/>
                    <a:pt x="4691" y="5710"/>
                    <a:pt x="4524" y="5710"/>
                  </a:cubicBezTo>
                  <a:cubicBezTo>
                    <a:pt x="4355" y="5710"/>
                    <a:pt x="4220" y="5847"/>
                    <a:pt x="4220" y="6014"/>
                  </a:cubicBezTo>
                  <a:lnTo>
                    <a:pt x="4220" y="7255"/>
                  </a:lnTo>
                  <a:cubicBezTo>
                    <a:pt x="4220" y="7893"/>
                    <a:pt x="3701" y="8422"/>
                    <a:pt x="3062" y="8429"/>
                  </a:cubicBezTo>
                  <a:lnTo>
                    <a:pt x="3030" y="8429"/>
                  </a:lnTo>
                  <a:cubicBezTo>
                    <a:pt x="2860" y="8432"/>
                    <a:pt x="2699" y="8470"/>
                    <a:pt x="2556" y="8536"/>
                  </a:cubicBezTo>
                  <a:lnTo>
                    <a:pt x="2556" y="6464"/>
                  </a:lnTo>
                  <a:lnTo>
                    <a:pt x="2555" y="6464"/>
                  </a:lnTo>
                  <a:cubicBezTo>
                    <a:pt x="2555" y="4127"/>
                    <a:pt x="4457" y="2227"/>
                    <a:pt x="6793" y="2227"/>
                  </a:cubicBezTo>
                  <a:close/>
                  <a:moveTo>
                    <a:pt x="5818" y="8390"/>
                  </a:moveTo>
                  <a:cubicBezTo>
                    <a:pt x="6368" y="8390"/>
                    <a:pt x="6813" y="8835"/>
                    <a:pt x="6813" y="9384"/>
                  </a:cubicBezTo>
                  <a:cubicBezTo>
                    <a:pt x="6813" y="9933"/>
                    <a:pt x="6366" y="10378"/>
                    <a:pt x="5818" y="10378"/>
                  </a:cubicBezTo>
                  <a:cubicBezTo>
                    <a:pt x="5271" y="10378"/>
                    <a:pt x="4824" y="9933"/>
                    <a:pt x="4824" y="9384"/>
                  </a:cubicBezTo>
                  <a:cubicBezTo>
                    <a:pt x="4824" y="8836"/>
                    <a:pt x="5271" y="8390"/>
                    <a:pt x="5818" y="8390"/>
                  </a:cubicBezTo>
                  <a:close/>
                  <a:moveTo>
                    <a:pt x="9712" y="8390"/>
                  </a:moveTo>
                  <a:cubicBezTo>
                    <a:pt x="10259" y="8390"/>
                    <a:pt x="10706" y="8835"/>
                    <a:pt x="10706" y="9384"/>
                  </a:cubicBezTo>
                  <a:cubicBezTo>
                    <a:pt x="10706" y="9933"/>
                    <a:pt x="10259" y="10378"/>
                    <a:pt x="9712" y="10378"/>
                  </a:cubicBezTo>
                  <a:cubicBezTo>
                    <a:pt x="9164" y="10378"/>
                    <a:pt x="8717" y="9933"/>
                    <a:pt x="8717" y="9384"/>
                  </a:cubicBezTo>
                  <a:cubicBezTo>
                    <a:pt x="8717" y="8836"/>
                    <a:pt x="9164" y="8390"/>
                    <a:pt x="9712" y="8390"/>
                  </a:cubicBezTo>
                  <a:close/>
                  <a:moveTo>
                    <a:pt x="12425" y="9039"/>
                  </a:moveTo>
                  <a:cubicBezTo>
                    <a:pt x="12709" y="9039"/>
                    <a:pt x="12952" y="9239"/>
                    <a:pt x="12977" y="9492"/>
                  </a:cubicBezTo>
                  <a:cubicBezTo>
                    <a:pt x="12991" y="9637"/>
                    <a:pt x="12946" y="9777"/>
                    <a:pt x="12849" y="9886"/>
                  </a:cubicBezTo>
                  <a:cubicBezTo>
                    <a:pt x="12752" y="9991"/>
                    <a:pt x="12614" y="10054"/>
                    <a:pt x="12472" y="10054"/>
                  </a:cubicBezTo>
                  <a:lnTo>
                    <a:pt x="11968" y="10054"/>
                  </a:lnTo>
                  <a:cubicBezTo>
                    <a:pt x="11809" y="10054"/>
                    <a:pt x="11678" y="10177"/>
                    <a:pt x="11665" y="10334"/>
                  </a:cubicBezTo>
                  <a:cubicBezTo>
                    <a:pt x="11589" y="11314"/>
                    <a:pt x="11152" y="12226"/>
                    <a:pt x="10431" y="12898"/>
                  </a:cubicBezTo>
                  <a:cubicBezTo>
                    <a:pt x="9707" y="13575"/>
                    <a:pt x="8760" y="13946"/>
                    <a:pt x="7767" y="13946"/>
                  </a:cubicBezTo>
                  <a:cubicBezTo>
                    <a:pt x="6773" y="13946"/>
                    <a:pt x="5828" y="13575"/>
                    <a:pt x="5102" y="12898"/>
                  </a:cubicBezTo>
                  <a:cubicBezTo>
                    <a:pt x="4381" y="12225"/>
                    <a:pt x="3943" y="11314"/>
                    <a:pt x="3867" y="10334"/>
                  </a:cubicBezTo>
                  <a:cubicBezTo>
                    <a:pt x="3854" y="10177"/>
                    <a:pt x="3723" y="10054"/>
                    <a:pt x="3564" y="10054"/>
                  </a:cubicBezTo>
                  <a:lnTo>
                    <a:pt x="3060" y="10054"/>
                  </a:lnTo>
                  <a:cubicBezTo>
                    <a:pt x="2880" y="10054"/>
                    <a:pt x="2717" y="9961"/>
                    <a:pt x="2624" y="9806"/>
                  </a:cubicBezTo>
                  <a:cubicBezTo>
                    <a:pt x="2567" y="9711"/>
                    <a:pt x="2493" y="9513"/>
                    <a:pt x="2632" y="9253"/>
                  </a:cubicBezTo>
                  <a:cubicBezTo>
                    <a:pt x="2700" y="9126"/>
                    <a:pt x="2859" y="9042"/>
                    <a:pt x="3033" y="9039"/>
                  </a:cubicBezTo>
                  <a:lnTo>
                    <a:pt x="4254" y="9039"/>
                  </a:lnTo>
                  <a:cubicBezTo>
                    <a:pt x="4230" y="9149"/>
                    <a:pt x="4217" y="9264"/>
                    <a:pt x="4217" y="9384"/>
                  </a:cubicBezTo>
                  <a:cubicBezTo>
                    <a:pt x="4217" y="10266"/>
                    <a:pt x="4934" y="10985"/>
                    <a:pt x="5818" y="10985"/>
                  </a:cubicBezTo>
                  <a:cubicBezTo>
                    <a:pt x="6702" y="10985"/>
                    <a:pt x="7419" y="10268"/>
                    <a:pt x="7419" y="9384"/>
                  </a:cubicBezTo>
                  <a:lnTo>
                    <a:pt x="7419" y="9363"/>
                  </a:lnTo>
                  <a:lnTo>
                    <a:pt x="8111" y="9363"/>
                  </a:lnTo>
                  <a:lnTo>
                    <a:pt x="8111" y="9384"/>
                  </a:lnTo>
                  <a:cubicBezTo>
                    <a:pt x="8111" y="10266"/>
                    <a:pt x="8830" y="10985"/>
                    <a:pt x="9714" y="10985"/>
                  </a:cubicBezTo>
                  <a:cubicBezTo>
                    <a:pt x="10596" y="10985"/>
                    <a:pt x="11315" y="10268"/>
                    <a:pt x="11315" y="9384"/>
                  </a:cubicBezTo>
                  <a:cubicBezTo>
                    <a:pt x="11315" y="9264"/>
                    <a:pt x="11302" y="9150"/>
                    <a:pt x="11278" y="9039"/>
                  </a:cubicBezTo>
                  <a:close/>
                  <a:moveTo>
                    <a:pt x="10547" y="15528"/>
                  </a:moveTo>
                  <a:cubicBezTo>
                    <a:pt x="10548" y="15528"/>
                    <a:pt x="10550" y="15528"/>
                    <a:pt x="10552" y="15528"/>
                  </a:cubicBezTo>
                  <a:cubicBezTo>
                    <a:pt x="10562" y="15531"/>
                    <a:pt x="10565" y="15538"/>
                    <a:pt x="10565" y="15540"/>
                  </a:cubicBezTo>
                  <a:lnTo>
                    <a:pt x="10991" y="16390"/>
                  </a:lnTo>
                  <a:lnTo>
                    <a:pt x="9967" y="18176"/>
                  </a:lnTo>
                  <a:cubicBezTo>
                    <a:pt x="9965" y="18179"/>
                    <a:pt x="9962" y="18185"/>
                    <a:pt x="9952" y="18185"/>
                  </a:cubicBezTo>
                  <a:cubicBezTo>
                    <a:pt x="9950" y="18185"/>
                    <a:pt x="9948" y="18186"/>
                    <a:pt x="9947" y="18186"/>
                  </a:cubicBezTo>
                  <a:cubicBezTo>
                    <a:pt x="9941" y="18186"/>
                    <a:pt x="9938" y="18183"/>
                    <a:pt x="9937" y="18182"/>
                  </a:cubicBezTo>
                  <a:lnTo>
                    <a:pt x="8294" y="16775"/>
                  </a:lnTo>
                  <a:lnTo>
                    <a:pt x="10536" y="15531"/>
                  </a:lnTo>
                  <a:cubicBezTo>
                    <a:pt x="10538" y="15529"/>
                    <a:pt x="10542" y="15528"/>
                    <a:pt x="10547" y="15528"/>
                  </a:cubicBezTo>
                  <a:close/>
                  <a:moveTo>
                    <a:pt x="9407" y="14247"/>
                  </a:moveTo>
                  <a:lnTo>
                    <a:pt x="9407" y="15463"/>
                  </a:lnTo>
                  <a:lnTo>
                    <a:pt x="7764" y="16375"/>
                  </a:lnTo>
                  <a:lnTo>
                    <a:pt x="7259" y="16094"/>
                  </a:lnTo>
                  <a:cubicBezTo>
                    <a:pt x="7212" y="16067"/>
                    <a:pt x="7161" y="16055"/>
                    <a:pt x="7111" y="16055"/>
                  </a:cubicBezTo>
                  <a:cubicBezTo>
                    <a:pt x="7005" y="16055"/>
                    <a:pt x="6901" y="16111"/>
                    <a:pt x="6846" y="16211"/>
                  </a:cubicBezTo>
                  <a:cubicBezTo>
                    <a:pt x="6765" y="16358"/>
                    <a:pt x="6818" y="16541"/>
                    <a:pt x="6965" y="16624"/>
                  </a:cubicBezTo>
                  <a:lnTo>
                    <a:pt x="7236" y="16775"/>
                  </a:lnTo>
                  <a:lnTo>
                    <a:pt x="5595" y="18182"/>
                  </a:lnTo>
                  <a:cubicBezTo>
                    <a:pt x="5594" y="18183"/>
                    <a:pt x="5589" y="18188"/>
                    <a:pt x="5581" y="18188"/>
                  </a:cubicBezTo>
                  <a:cubicBezTo>
                    <a:pt x="5580" y="18188"/>
                    <a:pt x="5579" y="18188"/>
                    <a:pt x="5578" y="18188"/>
                  </a:cubicBezTo>
                  <a:cubicBezTo>
                    <a:pt x="5568" y="18186"/>
                    <a:pt x="5565" y="18180"/>
                    <a:pt x="5564" y="18176"/>
                  </a:cubicBezTo>
                  <a:lnTo>
                    <a:pt x="4540" y="16388"/>
                  </a:lnTo>
                  <a:lnTo>
                    <a:pt x="4965" y="15540"/>
                  </a:lnTo>
                  <a:cubicBezTo>
                    <a:pt x="4965" y="15538"/>
                    <a:pt x="4968" y="15531"/>
                    <a:pt x="4978" y="15530"/>
                  </a:cubicBezTo>
                  <a:cubicBezTo>
                    <a:pt x="4981" y="15529"/>
                    <a:pt x="4983" y="15529"/>
                    <a:pt x="4985" y="15529"/>
                  </a:cubicBezTo>
                  <a:cubicBezTo>
                    <a:pt x="4990" y="15529"/>
                    <a:pt x="4993" y="15530"/>
                    <a:pt x="4994" y="15531"/>
                  </a:cubicBezTo>
                  <a:lnTo>
                    <a:pt x="5875" y="16020"/>
                  </a:lnTo>
                  <a:cubicBezTo>
                    <a:pt x="5922" y="16046"/>
                    <a:pt x="5973" y="16059"/>
                    <a:pt x="6023" y="16059"/>
                  </a:cubicBezTo>
                  <a:cubicBezTo>
                    <a:pt x="6130" y="16059"/>
                    <a:pt x="6233" y="16002"/>
                    <a:pt x="6288" y="15903"/>
                  </a:cubicBezTo>
                  <a:cubicBezTo>
                    <a:pt x="6371" y="15755"/>
                    <a:pt x="6316" y="15573"/>
                    <a:pt x="6169" y="15490"/>
                  </a:cubicBezTo>
                  <a:lnTo>
                    <a:pt x="6122" y="15463"/>
                  </a:lnTo>
                  <a:lnTo>
                    <a:pt x="6122" y="14247"/>
                  </a:lnTo>
                  <a:cubicBezTo>
                    <a:pt x="6639" y="14449"/>
                    <a:pt x="7195" y="14556"/>
                    <a:pt x="7764" y="14556"/>
                  </a:cubicBezTo>
                  <a:cubicBezTo>
                    <a:pt x="8333" y="14556"/>
                    <a:pt x="8888" y="14449"/>
                    <a:pt x="9407" y="14247"/>
                  </a:cubicBezTo>
                  <a:close/>
                  <a:moveTo>
                    <a:pt x="7116" y="0"/>
                  </a:moveTo>
                  <a:cubicBezTo>
                    <a:pt x="6065" y="0"/>
                    <a:pt x="5208" y="846"/>
                    <a:pt x="5192" y="1894"/>
                  </a:cubicBezTo>
                  <a:cubicBezTo>
                    <a:pt x="3304" y="2556"/>
                    <a:pt x="1948" y="4356"/>
                    <a:pt x="1948" y="6465"/>
                  </a:cubicBezTo>
                  <a:lnTo>
                    <a:pt x="1948" y="9519"/>
                  </a:lnTo>
                  <a:cubicBezTo>
                    <a:pt x="1943" y="9727"/>
                    <a:pt x="1995" y="9933"/>
                    <a:pt x="2105" y="10120"/>
                  </a:cubicBezTo>
                  <a:cubicBezTo>
                    <a:pt x="2305" y="10456"/>
                    <a:pt x="2673" y="10663"/>
                    <a:pt x="3062" y="10663"/>
                  </a:cubicBezTo>
                  <a:lnTo>
                    <a:pt x="3293" y="10663"/>
                  </a:lnTo>
                  <a:cubicBezTo>
                    <a:pt x="3436" y="11687"/>
                    <a:pt x="3924" y="12632"/>
                    <a:pt x="4688" y="13343"/>
                  </a:cubicBezTo>
                  <a:cubicBezTo>
                    <a:pt x="4942" y="13579"/>
                    <a:pt x="5221" y="13785"/>
                    <a:pt x="5517" y="13955"/>
                  </a:cubicBezTo>
                  <a:lnTo>
                    <a:pt x="5517" y="15126"/>
                  </a:lnTo>
                  <a:lnTo>
                    <a:pt x="5289" y="15000"/>
                  </a:lnTo>
                  <a:cubicBezTo>
                    <a:pt x="5196" y="14948"/>
                    <a:pt x="5089" y="14921"/>
                    <a:pt x="4982" y="14921"/>
                  </a:cubicBezTo>
                  <a:cubicBezTo>
                    <a:pt x="4920" y="14921"/>
                    <a:pt x="4859" y="14930"/>
                    <a:pt x="4800" y="14949"/>
                  </a:cubicBezTo>
                  <a:cubicBezTo>
                    <a:pt x="4637" y="14999"/>
                    <a:pt x="4500" y="15114"/>
                    <a:pt x="4423" y="15268"/>
                  </a:cubicBezTo>
                  <a:lnTo>
                    <a:pt x="3951" y="16211"/>
                  </a:lnTo>
                  <a:lnTo>
                    <a:pt x="1502" y="17075"/>
                  </a:lnTo>
                  <a:cubicBezTo>
                    <a:pt x="604" y="17392"/>
                    <a:pt x="1" y="18245"/>
                    <a:pt x="1" y="19197"/>
                  </a:cubicBezTo>
                  <a:lnTo>
                    <a:pt x="1" y="20415"/>
                  </a:lnTo>
                  <a:cubicBezTo>
                    <a:pt x="1" y="20583"/>
                    <a:pt x="137" y="20718"/>
                    <a:pt x="304" y="20718"/>
                  </a:cubicBezTo>
                  <a:cubicBezTo>
                    <a:pt x="471" y="20718"/>
                    <a:pt x="608" y="20583"/>
                    <a:pt x="608" y="20415"/>
                  </a:cubicBezTo>
                  <a:lnTo>
                    <a:pt x="608" y="19197"/>
                  </a:lnTo>
                  <a:cubicBezTo>
                    <a:pt x="608" y="18502"/>
                    <a:pt x="1048" y="17881"/>
                    <a:pt x="1703" y="17648"/>
                  </a:cubicBezTo>
                  <a:lnTo>
                    <a:pt x="4081" y="16809"/>
                  </a:lnTo>
                  <a:lnTo>
                    <a:pt x="5037" y="18480"/>
                  </a:lnTo>
                  <a:cubicBezTo>
                    <a:pt x="5129" y="18642"/>
                    <a:pt x="5289" y="18755"/>
                    <a:pt x="5474" y="18787"/>
                  </a:cubicBezTo>
                  <a:cubicBezTo>
                    <a:pt x="5509" y="18792"/>
                    <a:pt x="5545" y="18796"/>
                    <a:pt x="5581" y="18796"/>
                  </a:cubicBezTo>
                  <a:cubicBezTo>
                    <a:pt x="5729" y="18796"/>
                    <a:pt x="5874" y="18745"/>
                    <a:pt x="5989" y="18646"/>
                  </a:cubicBezTo>
                  <a:lnTo>
                    <a:pt x="7764" y="17124"/>
                  </a:lnTo>
                  <a:lnTo>
                    <a:pt x="9540" y="18646"/>
                  </a:lnTo>
                  <a:cubicBezTo>
                    <a:pt x="9654" y="18745"/>
                    <a:pt x="9800" y="18796"/>
                    <a:pt x="9947" y="18796"/>
                  </a:cubicBezTo>
                  <a:cubicBezTo>
                    <a:pt x="9982" y="18796"/>
                    <a:pt x="10018" y="18795"/>
                    <a:pt x="10054" y="18787"/>
                  </a:cubicBezTo>
                  <a:cubicBezTo>
                    <a:pt x="10239" y="18755"/>
                    <a:pt x="10399" y="18642"/>
                    <a:pt x="10492" y="18480"/>
                  </a:cubicBezTo>
                  <a:lnTo>
                    <a:pt x="11446" y="16809"/>
                  </a:lnTo>
                  <a:lnTo>
                    <a:pt x="13824" y="17648"/>
                  </a:lnTo>
                  <a:cubicBezTo>
                    <a:pt x="14480" y="17881"/>
                    <a:pt x="14921" y="18502"/>
                    <a:pt x="14921" y="19197"/>
                  </a:cubicBezTo>
                  <a:lnTo>
                    <a:pt x="14921" y="20415"/>
                  </a:lnTo>
                  <a:cubicBezTo>
                    <a:pt x="14921" y="20583"/>
                    <a:pt x="15057" y="20718"/>
                    <a:pt x="15224" y="20718"/>
                  </a:cubicBezTo>
                  <a:cubicBezTo>
                    <a:pt x="15392" y="20718"/>
                    <a:pt x="15528" y="20583"/>
                    <a:pt x="15528" y="20415"/>
                  </a:cubicBezTo>
                  <a:lnTo>
                    <a:pt x="15528" y="19197"/>
                  </a:lnTo>
                  <a:cubicBezTo>
                    <a:pt x="15529" y="18243"/>
                    <a:pt x="14927" y="17389"/>
                    <a:pt x="14028" y="17074"/>
                  </a:cubicBezTo>
                  <a:lnTo>
                    <a:pt x="11579" y="16210"/>
                  </a:lnTo>
                  <a:lnTo>
                    <a:pt x="11108" y="15267"/>
                  </a:lnTo>
                  <a:cubicBezTo>
                    <a:pt x="11033" y="15116"/>
                    <a:pt x="10895" y="14999"/>
                    <a:pt x="10734" y="14949"/>
                  </a:cubicBezTo>
                  <a:cubicBezTo>
                    <a:pt x="10674" y="14930"/>
                    <a:pt x="10612" y="14921"/>
                    <a:pt x="10550" y="14921"/>
                  </a:cubicBezTo>
                  <a:cubicBezTo>
                    <a:pt x="10443" y="14921"/>
                    <a:pt x="10337" y="14948"/>
                    <a:pt x="10242" y="15001"/>
                  </a:cubicBezTo>
                  <a:lnTo>
                    <a:pt x="10015" y="15126"/>
                  </a:lnTo>
                  <a:lnTo>
                    <a:pt x="10015" y="13955"/>
                  </a:lnTo>
                  <a:cubicBezTo>
                    <a:pt x="10309" y="13785"/>
                    <a:pt x="10588" y="13579"/>
                    <a:pt x="10844" y="13345"/>
                  </a:cubicBezTo>
                  <a:cubicBezTo>
                    <a:pt x="11608" y="12632"/>
                    <a:pt x="12097" y="11687"/>
                    <a:pt x="12240" y="10663"/>
                  </a:cubicBezTo>
                  <a:lnTo>
                    <a:pt x="12470" y="10663"/>
                  </a:lnTo>
                  <a:cubicBezTo>
                    <a:pt x="12784" y="10663"/>
                    <a:pt x="13086" y="10528"/>
                    <a:pt x="13297" y="10294"/>
                  </a:cubicBezTo>
                  <a:cubicBezTo>
                    <a:pt x="13484" y="10087"/>
                    <a:pt x="13584" y="9813"/>
                    <a:pt x="13584" y="9534"/>
                  </a:cubicBezTo>
                  <a:lnTo>
                    <a:pt x="13584" y="6465"/>
                  </a:lnTo>
                  <a:cubicBezTo>
                    <a:pt x="13584" y="4356"/>
                    <a:pt x="12227" y="2556"/>
                    <a:pt x="10338" y="1894"/>
                  </a:cubicBezTo>
                  <a:cubicBezTo>
                    <a:pt x="10322" y="846"/>
                    <a:pt x="9465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8" name="Google Shape;4824;p76"/>
            <p:cNvSpPr/>
            <p:nvPr/>
          </p:nvSpPr>
          <p:spPr>
            <a:xfrm>
              <a:off x="6211800" y="4747320"/>
              <a:ext cx="19800" cy="31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608" h="959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lnTo>
                    <a:pt x="1" y="656"/>
                  </a:lnTo>
                  <a:cubicBezTo>
                    <a:pt x="1" y="823"/>
                    <a:pt x="136" y="958"/>
                    <a:pt x="305" y="958"/>
                  </a:cubicBezTo>
                  <a:cubicBezTo>
                    <a:pt x="472" y="958"/>
                    <a:pt x="607" y="823"/>
                    <a:pt x="607" y="656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29" name="Google Shape;4825;p76"/>
            <p:cNvSpPr/>
            <p:nvPr/>
          </p:nvSpPr>
          <p:spPr>
            <a:xfrm>
              <a:off x="6242760" y="483336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8" h="933">
                  <a:moveTo>
                    <a:pt x="2284" y="0"/>
                  </a:moveTo>
                  <a:cubicBezTo>
                    <a:pt x="2206" y="0"/>
                    <a:pt x="2129" y="30"/>
                    <a:pt x="2070" y="90"/>
                  </a:cubicBezTo>
                  <a:cubicBezTo>
                    <a:pt x="1960" y="198"/>
                    <a:pt x="1695" y="327"/>
                    <a:pt x="1310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1" y="31"/>
                    <a:pt x="414" y="2"/>
                    <a:pt x="337" y="2"/>
                  </a:cubicBezTo>
                  <a:cubicBezTo>
                    <a:pt x="259" y="2"/>
                    <a:pt x="180" y="32"/>
                    <a:pt x="119" y="91"/>
                  </a:cubicBezTo>
                  <a:cubicBezTo>
                    <a:pt x="1" y="211"/>
                    <a:pt x="4" y="404"/>
                    <a:pt x="122" y="519"/>
                  </a:cubicBezTo>
                  <a:cubicBezTo>
                    <a:pt x="384" y="778"/>
                    <a:pt x="828" y="932"/>
                    <a:pt x="1308" y="932"/>
                  </a:cubicBezTo>
                  <a:cubicBezTo>
                    <a:pt x="1789" y="932"/>
                    <a:pt x="2237" y="778"/>
                    <a:pt x="2497" y="519"/>
                  </a:cubicBezTo>
                  <a:cubicBezTo>
                    <a:pt x="2617" y="402"/>
                    <a:pt x="2617" y="211"/>
                    <a:pt x="2499" y="91"/>
                  </a:cubicBezTo>
                  <a:cubicBezTo>
                    <a:pt x="2440" y="31"/>
                    <a:pt x="2362" y="0"/>
                    <a:pt x="2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30" name="Google Shape;4826;p76"/>
            <p:cNvSpPr/>
            <p:nvPr/>
          </p:nvSpPr>
          <p:spPr>
            <a:xfrm>
              <a:off x="6276240" y="512316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09" h="608">
                  <a:moveTo>
                    <a:pt x="302" y="0"/>
                  </a:moveTo>
                  <a:cubicBezTo>
                    <a:pt x="135" y="0"/>
                    <a:pt x="1" y="136"/>
                    <a:pt x="1" y="303"/>
                  </a:cubicBezTo>
                  <a:cubicBezTo>
                    <a:pt x="1" y="472"/>
                    <a:pt x="138" y="607"/>
                    <a:pt x="306" y="607"/>
                  </a:cubicBezTo>
                  <a:cubicBezTo>
                    <a:pt x="473" y="607"/>
                    <a:pt x="609" y="472"/>
                    <a:pt x="609" y="303"/>
                  </a:cubicBezTo>
                  <a:cubicBezTo>
                    <a:pt x="609" y="136"/>
                    <a:pt x="473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31" name="Google Shape;4827;p76"/>
            <p:cNvSpPr/>
            <p:nvPr/>
          </p:nvSpPr>
          <p:spPr>
            <a:xfrm>
              <a:off x="6276240" y="50695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09" h="608">
                  <a:moveTo>
                    <a:pt x="302" y="0"/>
                  </a:moveTo>
                  <a:cubicBezTo>
                    <a:pt x="135" y="0"/>
                    <a:pt x="1" y="136"/>
                    <a:pt x="1" y="303"/>
                  </a:cubicBezTo>
                  <a:cubicBezTo>
                    <a:pt x="1" y="472"/>
                    <a:pt x="138" y="607"/>
                    <a:pt x="306" y="607"/>
                  </a:cubicBezTo>
                  <a:cubicBezTo>
                    <a:pt x="473" y="607"/>
                    <a:pt x="609" y="472"/>
                    <a:pt x="609" y="303"/>
                  </a:cubicBezTo>
                  <a:cubicBezTo>
                    <a:pt x="609" y="136"/>
                    <a:pt x="473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32" name="Google Shape;4828;p76"/>
            <p:cNvSpPr/>
            <p:nvPr/>
          </p:nvSpPr>
          <p:spPr>
            <a:xfrm>
              <a:off x="6340320" y="4747320"/>
              <a:ext cx="19800" cy="31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608" h="959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56"/>
                  </a:lnTo>
                  <a:cubicBezTo>
                    <a:pt x="0" y="823"/>
                    <a:pt x="136" y="958"/>
                    <a:pt x="304" y="958"/>
                  </a:cubicBezTo>
                  <a:cubicBezTo>
                    <a:pt x="472" y="958"/>
                    <a:pt x="607" y="823"/>
                    <a:pt x="607" y="656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097B-954B-3392-293F-0AB100CE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800" y="401455"/>
            <a:ext cx="3096927" cy="676440"/>
          </a:xfrm>
        </p:spPr>
        <p:txBody>
          <a:bodyPr/>
          <a:lstStyle/>
          <a:p>
            <a:r>
              <a:rPr lang="en-US" dirty="0" err="1"/>
              <a:t>Zaključak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C49AA-B5F1-F2F0-6DB9-9A8D8438FA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24800" y="1447800"/>
            <a:ext cx="7107818" cy="3484418"/>
          </a:xfrm>
        </p:spPr>
        <p:txBody>
          <a:bodyPr/>
          <a:lstStyle/>
          <a:p>
            <a:r>
              <a:rPr lang="en-US" sz="1400" dirty="0"/>
              <a:t>U </a:t>
            </a:r>
            <a:r>
              <a:rPr lang="en-US" sz="1400" dirty="0" err="1"/>
              <a:t>okviru</a:t>
            </a:r>
            <a:r>
              <a:rPr lang="en-US" sz="1400" dirty="0"/>
              <a:t> </a:t>
            </a:r>
            <a:r>
              <a:rPr lang="en-US" sz="1400" dirty="0" err="1"/>
              <a:t>ovog</a:t>
            </a:r>
            <a:r>
              <a:rPr lang="en-US" sz="1400" dirty="0"/>
              <a:t> </a:t>
            </a:r>
            <a:r>
              <a:rPr lang="en-US" sz="1400" dirty="0" err="1"/>
              <a:t>projekta</a:t>
            </a:r>
            <a:r>
              <a:rPr lang="en-US" sz="1400" dirty="0"/>
              <a:t> </a:t>
            </a:r>
            <a:r>
              <a:rPr lang="en-US" sz="1400" dirty="0" err="1"/>
              <a:t>razvijen</a:t>
            </a:r>
            <a:r>
              <a:rPr lang="en-US" sz="1400" dirty="0"/>
              <a:t> je </a:t>
            </a:r>
            <a:r>
              <a:rPr lang="en-US" sz="1400" dirty="0" err="1"/>
              <a:t>sistem</a:t>
            </a:r>
            <a:r>
              <a:rPr lang="en-US" sz="1400" dirty="0"/>
              <a:t> za </a:t>
            </a:r>
            <a:r>
              <a:rPr lang="en-US" sz="1400" dirty="0" err="1"/>
              <a:t>automatsku</a:t>
            </a:r>
            <a:r>
              <a:rPr lang="en-US" sz="1400" dirty="0"/>
              <a:t> </a:t>
            </a:r>
            <a:r>
              <a:rPr lang="en-US" sz="1400" dirty="0" err="1"/>
              <a:t>evaluaciju</a:t>
            </a:r>
            <a:r>
              <a:rPr lang="en-US" sz="1400" dirty="0"/>
              <a:t> CV-</a:t>
            </a:r>
            <a:r>
              <a:rPr lang="en-US" sz="1400" dirty="0" err="1"/>
              <a:t>jeva</a:t>
            </a:r>
            <a:r>
              <a:rPr lang="en-US" sz="1400" dirty="0"/>
              <a:t> koji </a:t>
            </a:r>
            <a:r>
              <a:rPr lang="en-US" sz="1400" dirty="0" err="1"/>
              <a:t>koristi</a:t>
            </a:r>
            <a:r>
              <a:rPr lang="en-US" sz="1400" dirty="0"/>
              <a:t> </a:t>
            </a:r>
            <a:r>
              <a:rPr lang="en-US" sz="1400" dirty="0" err="1"/>
              <a:t>tehnike</a:t>
            </a:r>
            <a:r>
              <a:rPr lang="en-US" sz="1400" dirty="0"/>
              <a:t> </a:t>
            </a:r>
            <a:r>
              <a:rPr lang="en-US" sz="1400" dirty="0" err="1"/>
              <a:t>obrade</a:t>
            </a:r>
            <a:r>
              <a:rPr lang="en-US" sz="1400" dirty="0"/>
              <a:t> </a:t>
            </a:r>
            <a:r>
              <a:rPr lang="en-US" sz="1400" dirty="0" err="1"/>
              <a:t>prirodnog</a:t>
            </a:r>
            <a:r>
              <a:rPr lang="en-US" sz="1400" dirty="0"/>
              <a:t> </a:t>
            </a:r>
            <a:r>
              <a:rPr lang="en-US" sz="1400" dirty="0" err="1"/>
              <a:t>jezika</a:t>
            </a:r>
            <a:r>
              <a:rPr lang="en-US" sz="1400" dirty="0"/>
              <a:t> </a:t>
            </a:r>
            <a:r>
              <a:rPr lang="en-US" sz="1400" dirty="0" err="1"/>
              <a:t>kako</a:t>
            </a:r>
            <a:r>
              <a:rPr lang="en-US" sz="1400" dirty="0"/>
              <a:t> bi </a:t>
            </a:r>
            <a:r>
              <a:rPr lang="en-US" sz="1400" dirty="0" err="1"/>
              <a:t>proces</a:t>
            </a:r>
            <a:r>
              <a:rPr lang="en-US" sz="1400" dirty="0"/>
              <a:t> </a:t>
            </a:r>
            <a:r>
              <a:rPr lang="en-US" sz="1400" dirty="0" err="1"/>
              <a:t>selekcije</a:t>
            </a:r>
            <a:r>
              <a:rPr lang="en-US" sz="1400" dirty="0"/>
              <a:t> </a:t>
            </a:r>
            <a:r>
              <a:rPr lang="en-US" sz="1400" dirty="0" err="1"/>
              <a:t>kandidata</a:t>
            </a:r>
            <a:r>
              <a:rPr lang="en-US" sz="1400" dirty="0"/>
              <a:t> </a:t>
            </a:r>
            <a:r>
              <a:rPr lang="en-US" sz="1400" dirty="0" err="1"/>
              <a:t>učinio</a:t>
            </a:r>
            <a:r>
              <a:rPr lang="en-US" sz="1400" dirty="0"/>
              <a:t> </a:t>
            </a:r>
            <a:r>
              <a:rPr lang="en-US" sz="1400" dirty="0" err="1"/>
              <a:t>efikasnijim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objektivnijim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endParaRPr lang="en-US" sz="1400" dirty="0"/>
          </a:p>
          <a:p>
            <a:br>
              <a:rPr lang="en-US" sz="1400" dirty="0"/>
            </a:br>
            <a:r>
              <a:rPr lang="en-US" sz="1400" dirty="0" err="1"/>
              <a:t>Rezultati</a:t>
            </a:r>
            <a:r>
              <a:rPr lang="en-US" sz="1400" dirty="0"/>
              <a:t> </a:t>
            </a:r>
            <a:r>
              <a:rPr lang="en-US" sz="1400" dirty="0" err="1"/>
              <a:t>pokazuju</a:t>
            </a:r>
            <a:r>
              <a:rPr lang="en-US" sz="1400" dirty="0"/>
              <a:t> da </a:t>
            </a:r>
            <a:r>
              <a:rPr lang="en-US" sz="1400" dirty="0" err="1"/>
              <a:t>sistem</a:t>
            </a:r>
            <a:r>
              <a:rPr lang="en-US" sz="1400" dirty="0"/>
              <a:t> </a:t>
            </a:r>
            <a:r>
              <a:rPr lang="en-US" sz="1400" dirty="0" err="1"/>
              <a:t>uspešno</a:t>
            </a:r>
            <a:r>
              <a:rPr lang="en-US" sz="1400" dirty="0"/>
              <a:t> </a:t>
            </a:r>
            <a:r>
              <a:rPr lang="en-US" sz="1400" dirty="0" err="1"/>
              <a:t>rangira</a:t>
            </a:r>
            <a:r>
              <a:rPr lang="en-US" sz="1400" dirty="0"/>
              <a:t> </a:t>
            </a:r>
            <a:r>
              <a:rPr lang="en-US" sz="1400" dirty="0" err="1"/>
              <a:t>kandidate</a:t>
            </a:r>
            <a:r>
              <a:rPr lang="en-US" sz="1400" dirty="0"/>
              <a:t> </a:t>
            </a:r>
            <a:r>
              <a:rPr lang="en-US" sz="1400" dirty="0" err="1"/>
              <a:t>prema</a:t>
            </a:r>
            <a:r>
              <a:rPr lang="en-US" sz="1400" dirty="0"/>
              <a:t> </a:t>
            </a:r>
            <a:r>
              <a:rPr lang="en-US" sz="1400" dirty="0" err="1"/>
              <a:t>njihovoj</a:t>
            </a:r>
            <a:r>
              <a:rPr lang="en-US" sz="1400" dirty="0"/>
              <a:t> </a:t>
            </a:r>
            <a:r>
              <a:rPr lang="en-US" sz="1400" dirty="0" err="1"/>
              <a:t>usklađenosti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opisom</a:t>
            </a:r>
            <a:r>
              <a:rPr lang="en-US" sz="1400" dirty="0"/>
              <a:t> </a:t>
            </a:r>
            <a:r>
              <a:rPr lang="en-US" sz="1400" dirty="0" err="1"/>
              <a:t>posla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može</a:t>
            </a:r>
            <a:r>
              <a:rPr lang="en-US" sz="1400" dirty="0"/>
              <a:t> </a:t>
            </a:r>
            <a:r>
              <a:rPr lang="en-US" sz="1400" dirty="0" err="1"/>
              <a:t>značajno</a:t>
            </a:r>
            <a:r>
              <a:rPr lang="en-US" sz="1400" dirty="0"/>
              <a:t> </a:t>
            </a:r>
            <a:r>
              <a:rPr lang="en-US" sz="1400" dirty="0" err="1"/>
              <a:t>olakšati</a:t>
            </a:r>
            <a:r>
              <a:rPr lang="en-US" sz="1400" dirty="0"/>
              <a:t> </a:t>
            </a:r>
            <a:r>
              <a:rPr lang="en-US" sz="1400" dirty="0" err="1"/>
              <a:t>početnu</a:t>
            </a:r>
            <a:r>
              <a:rPr lang="en-US" sz="1400" dirty="0"/>
              <a:t> </a:t>
            </a:r>
            <a:r>
              <a:rPr lang="en-US" sz="1400" dirty="0" err="1"/>
              <a:t>fazu</a:t>
            </a:r>
            <a:r>
              <a:rPr lang="en-US" sz="1400" dirty="0"/>
              <a:t> </a:t>
            </a:r>
            <a:r>
              <a:rPr lang="en-US" sz="1400" dirty="0" err="1"/>
              <a:t>zapošljavanja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Iako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ne </a:t>
            </a:r>
            <a:r>
              <a:rPr lang="en-US" sz="1400" dirty="0" err="1"/>
              <a:t>može</a:t>
            </a:r>
            <a:r>
              <a:rPr lang="en-US" sz="1400" dirty="0"/>
              <a:t> u </a:t>
            </a:r>
            <a:r>
              <a:rPr lang="en-US" sz="1400" dirty="0" err="1"/>
              <a:t>potpunosti</a:t>
            </a:r>
            <a:r>
              <a:rPr lang="en-US" sz="1400" dirty="0"/>
              <a:t> </a:t>
            </a:r>
            <a:r>
              <a:rPr lang="en-US" sz="1400" dirty="0" err="1"/>
              <a:t>zameniti</a:t>
            </a:r>
            <a:r>
              <a:rPr lang="en-US" sz="1400" dirty="0"/>
              <a:t> </a:t>
            </a:r>
            <a:r>
              <a:rPr lang="en-US" sz="1400" dirty="0" err="1"/>
              <a:t>ljudsku</a:t>
            </a:r>
            <a:r>
              <a:rPr lang="en-US" sz="1400" dirty="0"/>
              <a:t> </a:t>
            </a:r>
            <a:r>
              <a:rPr lang="en-US" sz="1400" dirty="0" err="1"/>
              <a:t>procenu</a:t>
            </a:r>
            <a:r>
              <a:rPr lang="en-US" sz="1400" dirty="0"/>
              <a:t>, on </a:t>
            </a:r>
            <a:r>
              <a:rPr lang="en-US" sz="1400" dirty="0" err="1"/>
              <a:t>predstavlja</a:t>
            </a:r>
            <a:r>
              <a:rPr lang="en-US" sz="1400" dirty="0"/>
              <a:t> </a:t>
            </a:r>
            <a:r>
              <a:rPr lang="en-US" sz="1400" dirty="0" err="1"/>
              <a:t>pouzdan</a:t>
            </a:r>
            <a:r>
              <a:rPr lang="en-US" sz="1400" dirty="0"/>
              <a:t> </a:t>
            </a:r>
            <a:r>
              <a:rPr lang="en-US" sz="1400" dirty="0" err="1"/>
              <a:t>alat</a:t>
            </a:r>
            <a:r>
              <a:rPr lang="en-US" sz="1400" dirty="0"/>
              <a:t> za </a:t>
            </a:r>
            <a:r>
              <a:rPr lang="en-US" sz="1400" dirty="0" err="1"/>
              <a:t>filtriranje</a:t>
            </a:r>
            <a:r>
              <a:rPr lang="en-US" sz="1400" dirty="0"/>
              <a:t> </a:t>
            </a:r>
            <a:r>
              <a:rPr lang="en-US" sz="1400" dirty="0" err="1"/>
              <a:t>velikog</a:t>
            </a:r>
            <a:r>
              <a:rPr lang="en-US" sz="1400" dirty="0"/>
              <a:t> </a:t>
            </a:r>
            <a:r>
              <a:rPr lang="en-US" sz="1400" dirty="0" err="1"/>
              <a:t>broja</a:t>
            </a:r>
            <a:r>
              <a:rPr lang="en-US" sz="1400" dirty="0"/>
              <a:t> </a:t>
            </a:r>
            <a:r>
              <a:rPr lang="en-US" sz="1400" dirty="0" err="1"/>
              <a:t>prijava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smanjenje</a:t>
            </a:r>
            <a:r>
              <a:rPr lang="en-US" sz="1400" dirty="0"/>
              <a:t> </a:t>
            </a:r>
            <a:r>
              <a:rPr lang="en-US" sz="1400" dirty="0" err="1"/>
              <a:t>subjektivnosti</a:t>
            </a:r>
            <a:r>
              <a:rPr lang="en-US" sz="1400" dirty="0"/>
              <a:t> u </a:t>
            </a:r>
            <a:r>
              <a:rPr lang="en-US" sz="1400" dirty="0" err="1"/>
              <a:t>procesu</a:t>
            </a:r>
            <a:r>
              <a:rPr lang="en-US" sz="1400" dirty="0"/>
              <a:t> </a:t>
            </a:r>
            <a:r>
              <a:rPr lang="en-US" sz="1400" dirty="0" err="1"/>
              <a:t>selekcije</a:t>
            </a:r>
            <a:r>
              <a:rPr lang="en-US" sz="1400" dirty="0"/>
              <a:t>, </a:t>
            </a:r>
            <a:r>
              <a:rPr lang="en-US" sz="1400" dirty="0" err="1"/>
              <a:t>uz</a:t>
            </a:r>
            <a:r>
              <a:rPr lang="en-US" sz="1400" dirty="0"/>
              <a:t> </a:t>
            </a:r>
            <a:r>
              <a:rPr lang="en-US" sz="1400" dirty="0" err="1"/>
              <a:t>veliki</a:t>
            </a:r>
            <a:r>
              <a:rPr lang="en-US" sz="1400" dirty="0"/>
              <a:t> </a:t>
            </a:r>
            <a:r>
              <a:rPr lang="en-US" sz="1400" dirty="0" err="1"/>
              <a:t>potencijal</a:t>
            </a:r>
            <a:r>
              <a:rPr lang="en-US" sz="1400" dirty="0"/>
              <a:t> za </a:t>
            </a:r>
            <a:r>
              <a:rPr lang="en-US" sz="1400" dirty="0" err="1"/>
              <a:t>dalja</a:t>
            </a:r>
            <a:r>
              <a:rPr lang="en-US" sz="1400" dirty="0"/>
              <a:t> </a:t>
            </a:r>
            <a:r>
              <a:rPr lang="en-US" sz="1400" dirty="0" err="1"/>
              <a:t>unapređenja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primenu</a:t>
            </a:r>
            <a:r>
              <a:rPr lang="en-US" sz="1400" dirty="0"/>
              <a:t> u </a:t>
            </a:r>
            <a:r>
              <a:rPr lang="en-US" sz="1400" dirty="0" err="1"/>
              <a:t>realnim</a:t>
            </a:r>
            <a:r>
              <a:rPr lang="en-US" sz="1400" dirty="0"/>
              <a:t> HR </a:t>
            </a:r>
            <a:r>
              <a:rPr lang="en-US" sz="1400" dirty="0" err="1"/>
              <a:t>sistemima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682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973;p55"/>
          <p:cNvSpPr/>
          <p:nvPr/>
        </p:nvSpPr>
        <p:spPr>
          <a:xfrm>
            <a:off x="5857200" y="4286160"/>
            <a:ext cx="858240" cy="856800"/>
          </a:xfrm>
          <a:prstGeom prst="rect">
            <a:avLst/>
          </a:prstGeom>
          <a:solidFill>
            <a:schemeClr val="dk2"/>
          </a:solidFill>
          <a:ln w="19050">
            <a:solidFill>
              <a:srgbClr val="B0C1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4" name="Google Shape;2974;p55"/>
          <p:cNvSpPr/>
          <p:nvPr/>
        </p:nvSpPr>
        <p:spPr>
          <a:xfrm>
            <a:off x="5857200" y="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5" name="Google Shape;2975;p55"/>
          <p:cNvSpPr/>
          <p:nvPr/>
        </p:nvSpPr>
        <p:spPr>
          <a:xfrm>
            <a:off x="714240" y="428616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6" name="Google Shape;2976;p55"/>
          <p:cNvSpPr/>
          <p:nvPr/>
        </p:nvSpPr>
        <p:spPr>
          <a:xfrm>
            <a:off x="1571400" y="4286160"/>
            <a:ext cx="858240" cy="856800"/>
          </a:xfrm>
          <a:prstGeom prst="rect">
            <a:avLst/>
          </a:prstGeom>
          <a:solidFill>
            <a:schemeClr val="dk1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7" name="PlaceHolder 1"/>
          <p:cNvSpPr>
            <a:spLocks noGrp="1"/>
          </p:cNvSpPr>
          <p:nvPr>
            <p:ph type="title"/>
          </p:nvPr>
        </p:nvSpPr>
        <p:spPr>
          <a:xfrm>
            <a:off x="720360" y="1510669"/>
            <a:ext cx="7709400" cy="1807495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8000" b="0" u="none" strike="noStrike" dirty="0">
                <a:solidFill>
                  <a:schemeClr val="dk1"/>
                </a:solidFill>
                <a:effectLst/>
                <a:uFillTx/>
                <a:latin typeface="Kanit ExtraBold"/>
                <a:ea typeface="Kanit ExtraBold"/>
              </a:rPr>
              <a:t>Hvala na pažnji!</a:t>
            </a:r>
            <a:endParaRPr lang="en-US" sz="8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8" name="Google Shape;2979;p55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39" name="Google Shape;2980;p55"/>
          <p:cNvSpPr/>
          <p:nvPr/>
        </p:nvSpPr>
        <p:spPr>
          <a:xfrm>
            <a:off x="6471000" y="0"/>
            <a:ext cx="14040" cy="14040"/>
          </a:xfrm>
          <a:custGeom>
            <a:avLst/>
            <a:gdLst>
              <a:gd name="textAreaLeft" fmla="*/ 0 w 14040"/>
              <a:gd name="textAreaRight" fmla="*/ 14400 w 14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609" h="608">
                <a:moveTo>
                  <a:pt x="301" y="0"/>
                </a:moveTo>
                <a:cubicBezTo>
                  <a:pt x="133" y="0"/>
                  <a:pt x="0" y="136"/>
                  <a:pt x="0" y="305"/>
                </a:cubicBezTo>
                <a:cubicBezTo>
                  <a:pt x="0" y="472"/>
                  <a:pt x="137" y="607"/>
                  <a:pt x="304" y="607"/>
                </a:cubicBezTo>
                <a:cubicBezTo>
                  <a:pt x="473" y="607"/>
                  <a:pt x="609" y="472"/>
                  <a:pt x="609" y="305"/>
                </a:cubicBezTo>
                <a:cubicBezTo>
                  <a:pt x="609" y="136"/>
                  <a:pt x="473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0" name="Google Shape;2981;p55"/>
          <p:cNvSpPr/>
          <p:nvPr/>
        </p:nvSpPr>
        <p:spPr>
          <a:xfrm>
            <a:off x="1571400" y="0"/>
            <a:ext cx="858240" cy="8568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DB8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1" name="Google Shape;2982;p55"/>
          <p:cNvSpPr/>
          <p:nvPr/>
        </p:nvSpPr>
        <p:spPr>
          <a:xfrm>
            <a:off x="242856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2" name="Google Shape;2983;p55"/>
          <p:cNvSpPr/>
          <p:nvPr/>
        </p:nvSpPr>
        <p:spPr>
          <a:xfrm>
            <a:off x="50000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3" name="Google Shape;2984;p55"/>
          <p:cNvSpPr/>
          <p:nvPr/>
        </p:nvSpPr>
        <p:spPr>
          <a:xfrm>
            <a:off x="671436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4" name="Google Shape;2985;p55"/>
          <p:cNvSpPr/>
          <p:nvPr/>
        </p:nvSpPr>
        <p:spPr>
          <a:xfrm>
            <a:off x="714240" y="342900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5" name="Google Shape;2986;p55"/>
          <p:cNvSpPr/>
          <p:nvPr/>
        </p:nvSpPr>
        <p:spPr>
          <a:xfrm>
            <a:off x="757152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6" name="Google Shape;2987;p55"/>
          <p:cNvSpPr/>
          <p:nvPr/>
        </p:nvSpPr>
        <p:spPr>
          <a:xfrm>
            <a:off x="7571520" y="857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7" name="Google Shape;2988;p55"/>
          <p:cNvSpPr/>
          <p:nvPr/>
        </p:nvSpPr>
        <p:spPr>
          <a:xfrm>
            <a:off x="242856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8" name="Google Shape;2989;p55"/>
          <p:cNvSpPr/>
          <p:nvPr/>
        </p:nvSpPr>
        <p:spPr>
          <a:xfrm>
            <a:off x="328572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9" name="Google Shape;2990;p55"/>
          <p:cNvSpPr/>
          <p:nvPr/>
        </p:nvSpPr>
        <p:spPr>
          <a:xfrm>
            <a:off x="671436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50" name="Google Shape;2991;p55"/>
          <p:cNvSpPr/>
          <p:nvPr/>
        </p:nvSpPr>
        <p:spPr>
          <a:xfrm>
            <a:off x="7571520" y="428616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451" name="Google Shape;2992;p55"/>
          <p:cNvGrpSpPr/>
          <p:nvPr/>
        </p:nvGrpSpPr>
        <p:grpSpPr>
          <a:xfrm>
            <a:off x="2601360" y="171360"/>
            <a:ext cx="511920" cy="685440"/>
            <a:chOff x="2601360" y="171360"/>
            <a:chExt cx="511920" cy="685440"/>
          </a:xfrm>
        </p:grpSpPr>
        <p:sp>
          <p:nvSpPr>
            <p:cNvPr id="2452" name="Google Shape;2993;p55"/>
            <p:cNvSpPr/>
            <p:nvPr/>
          </p:nvSpPr>
          <p:spPr>
            <a:xfrm>
              <a:off x="278316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6" y="933"/>
                    <a:pt x="305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53" name="Google Shape;2994;p55"/>
            <p:cNvSpPr/>
            <p:nvPr/>
          </p:nvSpPr>
          <p:spPr>
            <a:xfrm>
              <a:off x="291168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54" name="Google Shape;2995;p55"/>
            <p:cNvSpPr/>
            <p:nvPr/>
          </p:nvSpPr>
          <p:spPr>
            <a:xfrm>
              <a:off x="2814120" y="4838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8" h="933">
                  <a:moveTo>
                    <a:pt x="2284" y="1"/>
                  </a:moveTo>
                  <a:cubicBezTo>
                    <a:pt x="2206" y="1"/>
                    <a:pt x="2129" y="30"/>
                    <a:pt x="2070" y="90"/>
                  </a:cubicBezTo>
                  <a:cubicBezTo>
                    <a:pt x="1960" y="199"/>
                    <a:pt x="1695" y="327"/>
                    <a:pt x="1310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1" y="31"/>
                    <a:pt x="414" y="2"/>
                    <a:pt x="337" y="2"/>
                  </a:cubicBezTo>
                  <a:cubicBezTo>
                    <a:pt x="259" y="2"/>
                    <a:pt x="180" y="32"/>
                    <a:pt x="119" y="91"/>
                  </a:cubicBezTo>
                  <a:cubicBezTo>
                    <a:pt x="1" y="211"/>
                    <a:pt x="4" y="403"/>
                    <a:pt x="122" y="520"/>
                  </a:cubicBezTo>
                  <a:cubicBezTo>
                    <a:pt x="384" y="778"/>
                    <a:pt x="828" y="933"/>
                    <a:pt x="1308" y="933"/>
                  </a:cubicBezTo>
                  <a:cubicBezTo>
                    <a:pt x="1789" y="933"/>
                    <a:pt x="2237" y="777"/>
                    <a:pt x="2497" y="520"/>
                  </a:cubicBezTo>
                  <a:cubicBezTo>
                    <a:pt x="2617" y="403"/>
                    <a:pt x="2617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55" name="Google Shape;2996;p55"/>
            <p:cNvSpPr/>
            <p:nvPr/>
          </p:nvSpPr>
          <p:spPr>
            <a:xfrm>
              <a:off x="2601360" y="17136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1">
                  <a:moveTo>
                    <a:pt x="10132" y="4232"/>
                  </a:moveTo>
                  <a:cubicBezTo>
                    <a:pt x="10214" y="4549"/>
                    <a:pt x="10361" y="5078"/>
                    <a:pt x="10588" y="5612"/>
                  </a:cubicBezTo>
                  <a:cubicBezTo>
                    <a:pt x="11099" y="6811"/>
                    <a:pt x="11730" y="7418"/>
                    <a:pt x="12470" y="7418"/>
                  </a:cubicBezTo>
                  <a:cubicBezTo>
                    <a:pt x="12613" y="7418"/>
                    <a:pt x="12750" y="7478"/>
                    <a:pt x="12846" y="7584"/>
                  </a:cubicBezTo>
                  <a:cubicBezTo>
                    <a:pt x="12943" y="7693"/>
                    <a:pt x="12989" y="7833"/>
                    <a:pt x="12974" y="7978"/>
                  </a:cubicBezTo>
                  <a:cubicBezTo>
                    <a:pt x="12950" y="8234"/>
                    <a:pt x="12707" y="8432"/>
                    <a:pt x="12423" y="8432"/>
                  </a:cubicBezTo>
                  <a:lnTo>
                    <a:pt x="11966" y="8432"/>
                  </a:lnTo>
                  <a:cubicBezTo>
                    <a:pt x="11808" y="8432"/>
                    <a:pt x="11675" y="8555"/>
                    <a:pt x="11663" y="8712"/>
                  </a:cubicBezTo>
                  <a:cubicBezTo>
                    <a:pt x="11588" y="9692"/>
                    <a:pt x="11149" y="10603"/>
                    <a:pt x="10429" y="11276"/>
                  </a:cubicBezTo>
                  <a:cubicBezTo>
                    <a:pt x="9704" y="11953"/>
                    <a:pt x="8758" y="12324"/>
                    <a:pt x="7766" y="12324"/>
                  </a:cubicBezTo>
                  <a:cubicBezTo>
                    <a:pt x="7765" y="12324"/>
                    <a:pt x="7764" y="12324"/>
                    <a:pt x="7763" y="12324"/>
                  </a:cubicBezTo>
                  <a:cubicBezTo>
                    <a:pt x="5608" y="12324"/>
                    <a:pt x="3854" y="10572"/>
                    <a:pt x="3853" y="8418"/>
                  </a:cubicBezTo>
                  <a:lnTo>
                    <a:pt x="3853" y="8412"/>
                  </a:lnTo>
                  <a:cubicBezTo>
                    <a:pt x="3853" y="6255"/>
                    <a:pt x="5609" y="4499"/>
                    <a:pt x="7766" y="4499"/>
                  </a:cubicBezTo>
                  <a:lnTo>
                    <a:pt x="9064" y="4499"/>
                  </a:lnTo>
                  <a:cubicBezTo>
                    <a:pt x="9450" y="4499"/>
                    <a:pt x="9814" y="4404"/>
                    <a:pt x="10132" y="4232"/>
                  </a:cubicBezTo>
                  <a:close/>
                  <a:moveTo>
                    <a:pt x="12954" y="8914"/>
                  </a:moveTo>
                  <a:cubicBezTo>
                    <a:pt x="12866" y="9813"/>
                    <a:pt x="12552" y="10668"/>
                    <a:pt x="12030" y="11409"/>
                  </a:cubicBezTo>
                  <a:cubicBezTo>
                    <a:pt x="11512" y="12146"/>
                    <a:pt x="10821" y="12730"/>
                    <a:pt x="10015" y="13113"/>
                  </a:cubicBezTo>
                  <a:lnTo>
                    <a:pt x="10015" y="12331"/>
                  </a:lnTo>
                  <a:cubicBezTo>
                    <a:pt x="10309" y="12161"/>
                    <a:pt x="10588" y="11956"/>
                    <a:pt x="10844" y="11719"/>
                  </a:cubicBezTo>
                  <a:cubicBezTo>
                    <a:pt x="11608" y="11006"/>
                    <a:pt x="12097" y="10063"/>
                    <a:pt x="12240" y="9038"/>
                  </a:cubicBezTo>
                  <a:lnTo>
                    <a:pt x="12426" y="9038"/>
                  </a:lnTo>
                  <a:cubicBezTo>
                    <a:pt x="12614" y="9038"/>
                    <a:pt x="12794" y="8992"/>
                    <a:pt x="12954" y="8914"/>
                  </a:cubicBezTo>
                  <a:close/>
                  <a:moveTo>
                    <a:pt x="8738" y="608"/>
                  </a:moveTo>
                  <a:cubicBezTo>
                    <a:pt x="11075" y="608"/>
                    <a:pt x="12977" y="2508"/>
                    <a:pt x="12977" y="4846"/>
                  </a:cubicBezTo>
                  <a:lnTo>
                    <a:pt x="12977" y="6936"/>
                  </a:lnTo>
                  <a:cubicBezTo>
                    <a:pt x="12822" y="6856"/>
                    <a:pt x="12646" y="6813"/>
                    <a:pt x="12470" y="6813"/>
                  </a:cubicBezTo>
                  <a:cubicBezTo>
                    <a:pt x="11885" y="6813"/>
                    <a:pt x="11429" y="6035"/>
                    <a:pt x="11151" y="5383"/>
                  </a:cubicBezTo>
                  <a:cubicBezTo>
                    <a:pt x="10852" y="4685"/>
                    <a:pt x="10694" y="3972"/>
                    <a:pt x="10664" y="3835"/>
                  </a:cubicBezTo>
                  <a:cubicBezTo>
                    <a:pt x="10981" y="3515"/>
                    <a:pt x="11202" y="3098"/>
                    <a:pt x="11283" y="2626"/>
                  </a:cubicBezTo>
                  <a:cubicBezTo>
                    <a:pt x="11312" y="2458"/>
                    <a:pt x="11199" y="2304"/>
                    <a:pt x="11035" y="2276"/>
                  </a:cubicBezTo>
                  <a:cubicBezTo>
                    <a:pt x="11018" y="2273"/>
                    <a:pt x="11001" y="2272"/>
                    <a:pt x="10985" y="2272"/>
                  </a:cubicBezTo>
                  <a:cubicBezTo>
                    <a:pt x="10839" y="2272"/>
                    <a:pt x="10711" y="2375"/>
                    <a:pt x="10685" y="2523"/>
                  </a:cubicBezTo>
                  <a:cubicBezTo>
                    <a:pt x="10551" y="3315"/>
                    <a:pt x="9871" y="3891"/>
                    <a:pt x="9064" y="3891"/>
                  </a:cubicBezTo>
                  <a:lnTo>
                    <a:pt x="7766" y="3891"/>
                  </a:lnTo>
                  <a:cubicBezTo>
                    <a:pt x="5275" y="3891"/>
                    <a:pt x="3251" y="5915"/>
                    <a:pt x="3246" y="8404"/>
                  </a:cubicBezTo>
                  <a:lnTo>
                    <a:pt x="3246" y="8412"/>
                  </a:lnTo>
                  <a:cubicBezTo>
                    <a:pt x="3246" y="10088"/>
                    <a:pt x="4161" y="11552"/>
                    <a:pt x="5517" y="12333"/>
                  </a:cubicBezTo>
                  <a:lnTo>
                    <a:pt x="5517" y="13301"/>
                  </a:lnTo>
                  <a:lnTo>
                    <a:pt x="3451" y="13301"/>
                  </a:lnTo>
                  <a:cubicBezTo>
                    <a:pt x="3239" y="12551"/>
                    <a:pt x="2555" y="9806"/>
                    <a:pt x="2555" y="5493"/>
                  </a:cubicBezTo>
                  <a:cubicBezTo>
                    <a:pt x="2555" y="2798"/>
                    <a:pt x="4747" y="608"/>
                    <a:pt x="7442" y="608"/>
                  </a:cubicBezTo>
                  <a:close/>
                  <a:moveTo>
                    <a:pt x="9407" y="12626"/>
                  </a:moveTo>
                  <a:lnTo>
                    <a:pt x="9407" y="13792"/>
                  </a:lnTo>
                  <a:cubicBezTo>
                    <a:pt x="9407" y="14158"/>
                    <a:pt x="9617" y="14488"/>
                    <a:pt x="9938" y="14646"/>
                  </a:cubicBezTo>
                  <a:lnTo>
                    <a:pt x="9514" y="16260"/>
                  </a:lnTo>
                  <a:cubicBezTo>
                    <a:pt x="8956" y="16447"/>
                    <a:pt x="8366" y="16543"/>
                    <a:pt x="7766" y="16543"/>
                  </a:cubicBezTo>
                  <a:cubicBezTo>
                    <a:pt x="7166" y="16543"/>
                    <a:pt x="6579" y="16447"/>
                    <a:pt x="6015" y="16260"/>
                  </a:cubicBezTo>
                  <a:lnTo>
                    <a:pt x="5589" y="14646"/>
                  </a:lnTo>
                  <a:cubicBezTo>
                    <a:pt x="5914" y="14488"/>
                    <a:pt x="6122" y="14158"/>
                    <a:pt x="6122" y="13792"/>
                  </a:cubicBezTo>
                  <a:lnTo>
                    <a:pt x="6122" y="12626"/>
                  </a:lnTo>
                  <a:cubicBezTo>
                    <a:pt x="6630" y="12825"/>
                    <a:pt x="7186" y="12934"/>
                    <a:pt x="7764" y="12934"/>
                  </a:cubicBezTo>
                  <a:cubicBezTo>
                    <a:pt x="8333" y="12934"/>
                    <a:pt x="8888" y="12827"/>
                    <a:pt x="9407" y="12626"/>
                  </a:cubicBezTo>
                  <a:close/>
                  <a:moveTo>
                    <a:pt x="3874" y="18772"/>
                  </a:moveTo>
                  <a:cubicBezTo>
                    <a:pt x="4243" y="18772"/>
                    <a:pt x="4544" y="19072"/>
                    <a:pt x="4544" y="19442"/>
                  </a:cubicBezTo>
                  <a:cubicBezTo>
                    <a:pt x="4544" y="19811"/>
                    <a:pt x="4244" y="20110"/>
                    <a:pt x="3874" y="20110"/>
                  </a:cubicBezTo>
                  <a:cubicBezTo>
                    <a:pt x="3504" y="20110"/>
                    <a:pt x="3204" y="19811"/>
                    <a:pt x="3204" y="19442"/>
                  </a:cubicBezTo>
                  <a:cubicBezTo>
                    <a:pt x="3204" y="19072"/>
                    <a:pt x="3504" y="18772"/>
                    <a:pt x="3874" y="18772"/>
                  </a:cubicBezTo>
                  <a:close/>
                  <a:moveTo>
                    <a:pt x="7442" y="1"/>
                  </a:moveTo>
                  <a:cubicBezTo>
                    <a:pt x="4411" y="1"/>
                    <a:pt x="1948" y="2464"/>
                    <a:pt x="1948" y="5493"/>
                  </a:cubicBezTo>
                  <a:cubicBezTo>
                    <a:pt x="1948" y="8197"/>
                    <a:pt x="2216" y="10278"/>
                    <a:pt x="2439" y="11547"/>
                  </a:cubicBezTo>
                  <a:cubicBezTo>
                    <a:pt x="2683" y="12933"/>
                    <a:pt x="2926" y="13668"/>
                    <a:pt x="2937" y="13698"/>
                  </a:cubicBezTo>
                  <a:cubicBezTo>
                    <a:pt x="2979" y="13822"/>
                    <a:pt x="3094" y="13905"/>
                    <a:pt x="3224" y="13905"/>
                  </a:cubicBezTo>
                  <a:lnTo>
                    <a:pt x="5495" y="13905"/>
                  </a:lnTo>
                  <a:cubicBezTo>
                    <a:pt x="5461" y="14004"/>
                    <a:pt x="5385" y="14082"/>
                    <a:pt x="5285" y="14118"/>
                  </a:cubicBezTo>
                  <a:lnTo>
                    <a:pt x="1502" y="15453"/>
                  </a:lnTo>
                  <a:cubicBezTo>
                    <a:pt x="604" y="15772"/>
                    <a:pt x="1" y="16623"/>
                    <a:pt x="1" y="17574"/>
                  </a:cubicBezTo>
                  <a:lnTo>
                    <a:pt x="1" y="20415"/>
                  </a:lnTo>
                  <a:cubicBezTo>
                    <a:pt x="1" y="20582"/>
                    <a:pt x="137" y="20717"/>
                    <a:pt x="304" y="20717"/>
                  </a:cubicBezTo>
                  <a:cubicBezTo>
                    <a:pt x="472" y="20717"/>
                    <a:pt x="608" y="20582"/>
                    <a:pt x="608" y="20415"/>
                  </a:cubicBezTo>
                  <a:lnTo>
                    <a:pt x="608" y="17574"/>
                  </a:lnTo>
                  <a:cubicBezTo>
                    <a:pt x="608" y="16880"/>
                    <a:pt x="1048" y="16257"/>
                    <a:pt x="1703" y="16025"/>
                  </a:cubicBezTo>
                  <a:lnTo>
                    <a:pt x="3569" y="15366"/>
                  </a:lnTo>
                  <a:lnTo>
                    <a:pt x="3569" y="18201"/>
                  </a:lnTo>
                  <a:cubicBezTo>
                    <a:pt x="3012" y="18338"/>
                    <a:pt x="2596" y="18842"/>
                    <a:pt x="2596" y="19442"/>
                  </a:cubicBezTo>
                  <a:cubicBezTo>
                    <a:pt x="2596" y="20145"/>
                    <a:pt x="3169" y="20717"/>
                    <a:pt x="3873" y="20717"/>
                  </a:cubicBezTo>
                  <a:cubicBezTo>
                    <a:pt x="4575" y="20717"/>
                    <a:pt x="5149" y="20145"/>
                    <a:pt x="5149" y="19442"/>
                  </a:cubicBezTo>
                  <a:cubicBezTo>
                    <a:pt x="5149" y="18842"/>
                    <a:pt x="4732" y="18338"/>
                    <a:pt x="4175" y="18201"/>
                  </a:cubicBezTo>
                  <a:lnTo>
                    <a:pt x="4175" y="15152"/>
                  </a:lnTo>
                  <a:lnTo>
                    <a:pt x="5018" y="14855"/>
                  </a:lnTo>
                  <a:lnTo>
                    <a:pt x="6501" y="20492"/>
                  </a:lnTo>
                  <a:cubicBezTo>
                    <a:pt x="6536" y="20627"/>
                    <a:pt x="6659" y="20717"/>
                    <a:pt x="6793" y="20717"/>
                  </a:cubicBezTo>
                  <a:cubicBezTo>
                    <a:pt x="6820" y="20717"/>
                    <a:pt x="6845" y="20715"/>
                    <a:pt x="6872" y="20707"/>
                  </a:cubicBezTo>
                  <a:cubicBezTo>
                    <a:pt x="7035" y="20665"/>
                    <a:pt x="7130" y="20499"/>
                    <a:pt x="7087" y="20336"/>
                  </a:cubicBezTo>
                  <a:lnTo>
                    <a:pt x="6196" y="16946"/>
                  </a:lnTo>
                  <a:lnTo>
                    <a:pt x="6196" y="16946"/>
                  </a:lnTo>
                  <a:cubicBezTo>
                    <a:pt x="6708" y="17081"/>
                    <a:pt x="7232" y="17148"/>
                    <a:pt x="7767" y="17148"/>
                  </a:cubicBezTo>
                  <a:cubicBezTo>
                    <a:pt x="8301" y="17148"/>
                    <a:pt x="8828" y="17081"/>
                    <a:pt x="9338" y="16947"/>
                  </a:cubicBezTo>
                  <a:lnTo>
                    <a:pt x="9338" y="16947"/>
                  </a:lnTo>
                  <a:lnTo>
                    <a:pt x="8449" y="20338"/>
                  </a:lnTo>
                  <a:cubicBezTo>
                    <a:pt x="8406" y="20500"/>
                    <a:pt x="8503" y="20666"/>
                    <a:pt x="8664" y="20709"/>
                  </a:cubicBezTo>
                  <a:cubicBezTo>
                    <a:pt x="8688" y="20716"/>
                    <a:pt x="8716" y="20719"/>
                    <a:pt x="8741" y="20719"/>
                  </a:cubicBezTo>
                  <a:cubicBezTo>
                    <a:pt x="8877" y="20719"/>
                    <a:pt x="8998" y="20629"/>
                    <a:pt x="9035" y="20493"/>
                  </a:cubicBezTo>
                  <a:lnTo>
                    <a:pt x="10515" y="14858"/>
                  </a:lnTo>
                  <a:lnTo>
                    <a:pt x="11843" y="15325"/>
                  </a:lnTo>
                  <a:lnTo>
                    <a:pt x="11843" y="16566"/>
                  </a:lnTo>
                  <a:cubicBezTo>
                    <a:pt x="10835" y="16711"/>
                    <a:pt x="10058" y="17583"/>
                    <a:pt x="10058" y="18631"/>
                  </a:cubicBezTo>
                  <a:lnTo>
                    <a:pt x="10058" y="20415"/>
                  </a:lnTo>
                  <a:cubicBezTo>
                    <a:pt x="10058" y="20582"/>
                    <a:pt x="10194" y="20717"/>
                    <a:pt x="10362" y="20717"/>
                  </a:cubicBezTo>
                  <a:cubicBezTo>
                    <a:pt x="10529" y="20717"/>
                    <a:pt x="10665" y="20582"/>
                    <a:pt x="10665" y="20415"/>
                  </a:cubicBezTo>
                  <a:lnTo>
                    <a:pt x="10665" y="18631"/>
                  </a:lnTo>
                  <a:cubicBezTo>
                    <a:pt x="10665" y="17815"/>
                    <a:pt x="11329" y="17151"/>
                    <a:pt x="12145" y="17151"/>
                  </a:cubicBezTo>
                  <a:cubicBezTo>
                    <a:pt x="12962" y="17151"/>
                    <a:pt x="13626" y="17815"/>
                    <a:pt x="13626" y="18631"/>
                  </a:cubicBezTo>
                  <a:lnTo>
                    <a:pt x="13626" y="20415"/>
                  </a:lnTo>
                  <a:cubicBezTo>
                    <a:pt x="13626" y="20582"/>
                    <a:pt x="13761" y="20717"/>
                    <a:pt x="13928" y="20717"/>
                  </a:cubicBezTo>
                  <a:cubicBezTo>
                    <a:pt x="14095" y="20717"/>
                    <a:pt x="14233" y="20582"/>
                    <a:pt x="14233" y="20415"/>
                  </a:cubicBezTo>
                  <a:lnTo>
                    <a:pt x="14233" y="18631"/>
                  </a:lnTo>
                  <a:cubicBezTo>
                    <a:pt x="14233" y="17583"/>
                    <a:pt x="13456" y="16713"/>
                    <a:pt x="12449" y="16566"/>
                  </a:cubicBezTo>
                  <a:lnTo>
                    <a:pt x="12449" y="15539"/>
                  </a:lnTo>
                  <a:lnTo>
                    <a:pt x="13827" y="16026"/>
                  </a:lnTo>
                  <a:cubicBezTo>
                    <a:pt x="14482" y="16259"/>
                    <a:pt x="14922" y="16881"/>
                    <a:pt x="14922" y="17575"/>
                  </a:cubicBezTo>
                  <a:lnTo>
                    <a:pt x="14922" y="20416"/>
                  </a:lnTo>
                  <a:cubicBezTo>
                    <a:pt x="14922" y="20585"/>
                    <a:pt x="15058" y="20720"/>
                    <a:pt x="15227" y="20720"/>
                  </a:cubicBezTo>
                  <a:cubicBezTo>
                    <a:pt x="15394" y="20720"/>
                    <a:pt x="15529" y="20585"/>
                    <a:pt x="15529" y="20416"/>
                  </a:cubicBezTo>
                  <a:lnTo>
                    <a:pt x="15529" y="17575"/>
                  </a:lnTo>
                  <a:cubicBezTo>
                    <a:pt x="15529" y="16623"/>
                    <a:pt x="14927" y="15769"/>
                    <a:pt x="14028" y="15453"/>
                  </a:cubicBezTo>
                  <a:lnTo>
                    <a:pt x="10245" y="14118"/>
                  </a:lnTo>
                  <a:cubicBezTo>
                    <a:pt x="10108" y="14069"/>
                    <a:pt x="10015" y="13938"/>
                    <a:pt x="10015" y="13794"/>
                  </a:cubicBezTo>
                  <a:lnTo>
                    <a:pt x="10015" y="13781"/>
                  </a:lnTo>
                  <a:cubicBezTo>
                    <a:pt x="11026" y="13358"/>
                    <a:pt x="11890" y="12661"/>
                    <a:pt x="12527" y="11760"/>
                  </a:cubicBezTo>
                  <a:cubicBezTo>
                    <a:pt x="13219" y="10777"/>
                    <a:pt x="13584" y="9621"/>
                    <a:pt x="13584" y="8414"/>
                  </a:cubicBezTo>
                  <a:lnTo>
                    <a:pt x="13584" y="4846"/>
                  </a:lnTo>
                  <a:cubicBezTo>
                    <a:pt x="13584" y="2176"/>
                    <a:pt x="11409" y="1"/>
                    <a:pt x="87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56" name="Google Shape;2997;p55"/>
            <p:cNvSpPr/>
            <p:nvPr/>
          </p:nvSpPr>
          <p:spPr>
            <a:xfrm>
              <a:off x="277236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8" h="608">
                  <a:moveTo>
                    <a:pt x="305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5" y="607"/>
                  </a:cubicBezTo>
                  <a:lnTo>
                    <a:pt x="954" y="607"/>
                  </a:lnTo>
                  <a:cubicBezTo>
                    <a:pt x="1122" y="607"/>
                    <a:pt x="1257" y="471"/>
                    <a:pt x="1257" y="304"/>
                  </a:cubicBezTo>
                  <a:cubicBezTo>
                    <a:pt x="1257" y="136"/>
                    <a:pt x="1122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57" name="Google Shape;2998;p55"/>
            <p:cNvSpPr/>
            <p:nvPr/>
          </p:nvSpPr>
          <p:spPr>
            <a:xfrm>
              <a:off x="290088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4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0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18" y="607"/>
                    <a:pt x="1254" y="471"/>
                    <a:pt x="1254" y="304"/>
                  </a:cubicBezTo>
                  <a:cubicBezTo>
                    <a:pt x="1254" y="136"/>
                    <a:pt x="1118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58" name="Google Shape;2999;p55"/>
          <p:cNvGrpSpPr/>
          <p:nvPr/>
        </p:nvGrpSpPr>
        <p:grpSpPr>
          <a:xfrm>
            <a:off x="5160600" y="171360"/>
            <a:ext cx="536760" cy="685440"/>
            <a:chOff x="5160600" y="171360"/>
            <a:chExt cx="536760" cy="685440"/>
          </a:xfrm>
        </p:grpSpPr>
        <p:sp>
          <p:nvSpPr>
            <p:cNvPr id="2459" name="Google Shape;3000;p55"/>
            <p:cNvSpPr/>
            <p:nvPr/>
          </p:nvSpPr>
          <p:spPr>
            <a:xfrm>
              <a:off x="51606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1" h="20718">
                  <a:moveTo>
                    <a:pt x="8391" y="625"/>
                  </a:moveTo>
                  <a:cubicBezTo>
                    <a:pt x="8534" y="644"/>
                    <a:pt x="8675" y="678"/>
                    <a:pt x="8812" y="722"/>
                  </a:cubicBezTo>
                  <a:lnTo>
                    <a:pt x="11970" y="1778"/>
                  </a:lnTo>
                  <a:cubicBezTo>
                    <a:pt x="12377" y="1914"/>
                    <a:pt x="12651" y="2292"/>
                    <a:pt x="12651" y="2720"/>
                  </a:cubicBezTo>
                  <a:lnTo>
                    <a:pt x="12651" y="4351"/>
                  </a:lnTo>
                  <a:cubicBezTo>
                    <a:pt x="11463" y="3877"/>
                    <a:pt x="9982" y="3602"/>
                    <a:pt x="8391" y="3570"/>
                  </a:cubicBezTo>
                  <a:lnTo>
                    <a:pt x="8391" y="625"/>
                  </a:lnTo>
                  <a:close/>
                  <a:moveTo>
                    <a:pt x="7786" y="627"/>
                  </a:moveTo>
                  <a:lnTo>
                    <a:pt x="7786" y="3572"/>
                  </a:lnTo>
                  <a:cubicBezTo>
                    <a:pt x="7096" y="3586"/>
                    <a:pt x="6419" y="3646"/>
                    <a:pt x="5770" y="3752"/>
                  </a:cubicBezTo>
                  <a:cubicBezTo>
                    <a:pt x="5606" y="3779"/>
                    <a:pt x="5492" y="3933"/>
                    <a:pt x="5520" y="4100"/>
                  </a:cubicBezTo>
                  <a:cubicBezTo>
                    <a:pt x="5545" y="4248"/>
                    <a:pt x="5673" y="4354"/>
                    <a:pt x="5820" y="4354"/>
                  </a:cubicBezTo>
                  <a:cubicBezTo>
                    <a:pt x="5836" y="4354"/>
                    <a:pt x="5852" y="4353"/>
                    <a:pt x="5869" y="4350"/>
                  </a:cubicBezTo>
                  <a:cubicBezTo>
                    <a:pt x="6579" y="4234"/>
                    <a:pt x="7327" y="4174"/>
                    <a:pt x="8090" y="4174"/>
                  </a:cubicBezTo>
                  <a:cubicBezTo>
                    <a:pt x="9635" y="4174"/>
                    <a:pt x="11120" y="4424"/>
                    <a:pt x="12290" y="4865"/>
                  </a:cubicBezTo>
                  <a:lnTo>
                    <a:pt x="3885" y="4865"/>
                  </a:lnTo>
                  <a:cubicBezTo>
                    <a:pt x="4112" y="4780"/>
                    <a:pt x="4351" y="4701"/>
                    <a:pt x="4605" y="4630"/>
                  </a:cubicBezTo>
                  <a:cubicBezTo>
                    <a:pt x="4765" y="4583"/>
                    <a:pt x="4858" y="4416"/>
                    <a:pt x="4814" y="4254"/>
                  </a:cubicBezTo>
                  <a:cubicBezTo>
                    <a:pt x="4776" y="4121"/>
                    <a:pt x="4654" y="4034"/>
                    <a:pt x="4522" y="4034"/>
                  </a:cubicBezTo>
                  <a:cubicBezTo>
                    <a:pt x="4495" y="4034"/>
                    <a:pt x="4467" y="4038"/>
                    <a:pt x="4439" y="4046"/>
                  </a:cubicBezTo>
                  <a:cubicBezTo>
                    <a:pt x="4118" y="4137"/>
                    <a:pt x="3812" y="4241"/>
                    <a:pt x="3528" y="4356"/>
                  </a:cubicBezTo>
                  <a:lnTo>
                    <a:pt x="3528" y="2720"/>
                  </a:lnTo>
                  <a:lnTo>
                    <a:pt x="3527" y="2720"/>
                  </a:lnTo>
                  <a:cubicBezTo>
                    <a:pt x="3527" y="2292"/>
                    <a:pt x="3800" y="1914"/>
                    <a:pt x="4207" y="1778"/>
                  </a:cubicBezTo>
                  <a:lnTo>
                    <a:pt x="7364" y="724"/>
                  </a:lnTo>
                  <a:cubicBezTo>
                    <a:pt x="7503" y="680"/>
                    <a:pt x="7643" y="647"/>
                    <a:pt x="7786" y="627"/>
                  </a:cubicBezTo>
                  <a:close/>
                  <a:moveTo>
                    <a:pt x="4215" y="5472"/>
                  </a:moveTo>
                  <a:lnTo>
                    <a:pt x="4215" y="6466"/>
                  </a:lnTo>
                  <a:cubicBezTo>
                    <a:pt x="4215" y="6658"/>
                    <a:pt x="4061" y="6812"/>
                    <a:pt x="3871" y="6812"/>
                  </a:cubicBezTo>
                  <a:lnTo>
                    <a:pt x="3527" y="6812"/>
                  </a:lnTo>
                  <a:lnTo>
                    <a:pt x="3527" y="5472"/>
                  </a:lnTo>
                  <a:close/>
                  <a:moveTo>
                    <a:pt x="12653" y="5474"/>
                  </a:moveTo>
                  <a:lnTo>
                    <a:pt x="12653" y="6813"/>
                  </a:lnTo>
                  <a:lnTo>
                    <a:pt x="12306" y="6813"/>
                  </a:lnTo>
                  <a:cubicBezTo>
                    <a:pt x="12116" y="6813"/>
                    <a:pt x="11961" y="6658"/>
                    <a:pt x="11961" y="6469"/>
                  </a:cubicBezTo>
                  <a:lnTo>
                    <a:pt x="11961" y="5474"/>
                  </a:lnTo>
                  <a:close/>
                  <a:moveTo>
                    <a:pt x="11354" y="5472"/>
                  </a:moveTo>
                  <a:lnTo>
                    <a:pt x="11354" y="6466"/>
                  </a:lnTo>
                  <a:cubicBezTo>
                    <a:pt x="11354" y="6992"/>
                    <a:pt x="11783" y="7419"/>
                    <a:pt x="12307" y="7419"/>
                  </a:cubicBezTo>
                  <a:lnTo>
                    <a:pt x="12793" y="7419"/>
                  </a:lnTo>
                  <a:cubicBezTo>
                    <a:pt x="12935" y="7419"/>
                    <a:pt x="13074" y="7479"/>
                    <a:pt x="13170" y="7586"/>
                  </a:cubicBezTo>
                  <a:cubicBezTo>
                    <a:pt x="13268" y="7693"/>
                    <a:pt x="13313" y="7835"/>
                    <a:pt x="13298" y="7980"/>
                  </a:cubicBezTo>
                  <a:cubicBezTo>
                    <a:pt x="13274" y="8235"/>
                    <a:pt x="13031" y="8434"/>
                    <a:pt x="12748" y="8434"/>
                  </a:cubicBezTo>
                  <a:lnTo>
                    <a:pt x="12611" y="8434"/>
                  </a:lnTo>
                  <a:lnTo>
                    <a:pt x="12611" y="8416"/>
                  </a:lnTo>
                  <a:cubicBezTo>
                    <a:pt x="12611" y="8249"/>
                    <a:pt x="12476" y="8113"/>
                    <a:pt x="12307" y="8113"/>
                  </a:cubicBezTo>
                  <a:cubicBezTo>
                    <a:pt x="12140" y="8113"/>
                    <a:pt x="12004" y="8249"/>
                    <a:pt x="12004" y="8416"/>
                  </a:cubicBezTo>
                  <a:cubicBezTo>
                    <a:pt x="12003" y="10572"/>
                    <a:pt x="10248" y="12328"/>
                    <a:pt x="8091" y="12328"/>
                  </a:cubicBezTo>
                  <a:cubicBezTo>
                    <a:pt x="5932" y="12328"/>
                    <a:pt x="4175" y="10571"/>
                    <a:pt x="4175" y="8413"/>
                  </a:cubicBezTo>
                  <a:cubicBezTo>
                    <a:pt x="4175" y="8245"/>
                    <a:pt x="4039" y="8109"/>
                    <a:pt x="3871" y="8109"/>
                  </a:cubicBezTo>
                  <a:cubicBezTo>
                    <a:pt x="3704" y="8109"/>
                    <a:pt x="3568" y="8245"/>
                    <a:pt x="3568" y="8413"/>
                  </a:cubicBezTo>
                  <a:lnTo>
                    <a:pt x="3568" y="8434"/>
                  </a:lnTo>
                  <a:lnTo>
                    <a:pt x="3385" y="8434"/>
                  </a:lnTo>
                  <a:cubicBezTo>
                    <a:pt x="3243" y="8434"/>
                    <a:pt x="3105" y="8373"/>
                    <a:pt x="3008" y="8266"/>
                  </a:cubicBezTo>
                  <a:cubicBezTo>
                    <a:pt x="2910" y="8159"/>
                    <a:pt x="2866" y="8019"/>
                    <a:pt x="2880" y="7872"/>
                  </a:cubicBezTo>
                  <a:cubicBezTo>
                    <a:pt x="2906" y="7619"/>
                    <a:pt x="3148" y="7419"/>
                    <a:pt x="3431" y="7419"/>
                  </a:cubicBezTo>
                  <a:lnTo>
                    <a:pt x="3872" y="7419"/>
                  </a:lnTo>
                  <a:cubicBezTo>
                    <a:pt x="4398" y="7419"/>
                    <a:pt x="4824" y="6992"/>
                    <a:pt x="4824" y="6466"/>
                  </a:cubicBezTo>
                  <a:lnTo>
                    <a:pt x="4824" y="5472"/>
                  </a:lnTo>
                  <a:close/>
                  <a:moveTo>
                    <a:pt x="10055" y="12483"/>
                  </a:moveTo>
                  <a:lnTo>
                    <a:pt x="10055" y="13462"/>
                  </a:lnTo>
                  <a:lnTo>
                    <a:pt x="8088" y="14554"/>
                  </a:lnTo>
                  <a:lnTo>
                    <a:pt x="6120" y="13462"/>
                  </a:lnTo>
                  <a:lnTo>
                    <a:pt x="6120" y="12483"/>
                  </a:lnTo>
                  <a:cubicBezTo>
                    <a:pt x="6717" y="12772"/>
                    <a:pt x="7384" y="12935"/>
                    <a:pt x="8088" y="12935"/>
                  </a:cubicBezTo>
                  <a:cubicBezTo>
                    <a:pt x="8792" y="12935"/>
                    <a:pt x="9461" y="12772"/>
                    <a:pt x="10055" y="12483"/>
                  </a:cubicBezTo>
                  <a:close/>
                  <a:moveTo>
                    <a:pt x="10870" y="13707"/>
                  </a:moveTo>
                  <a:cubicBezTo>
                    <a:pt x="10872" y="13707"/>
                    <a:pt x="10874" y="13707"/>
                    <a:pt x="10876" y="13707"/>
                  </a:cubicBezTo>
                  <a:cubicBezTo>
                    <a:pt x="10885" y="13711"/>
                    <a:pt x="10889" y="13717"/>
                    <a:pt x="10889" y="13719"/>
                  </a:cubicBezTo>
                  <a:lnTo>
                    <a:pt x="11280" y="14503"/>
                  </a:lnTo>
                  <a:lnTo>
                    <a:pt x="9698" y="15857"/>
                  </a:lnTo>
                  <a:cubicBezTo>
                    <a:pt x="9634" y="15911"/>
                    <a:pt x="9555" y="15941"/>
                    <a:pt x="9472" y="15941"/>
                  </a:cubicBezTo>
                  <a:cubicBezTo>
                    <a:pt x="9462" y="15941"/>
                    <a:pt x="9451" y="15940"/>
                    <a:pt x="9441" y="15939"/>
                  </a:cubicBezTo>
                  <a:cubicBezTo>
                    <a:pt x="9347" y="15931"/>
                    <a:pt x="9262" y="15884"/>
                    <a:pt x="9204" y="15811"/>
                  </a:cubicBezTo>
                  <a:lnTo>
                    <a:pt x="8550" y="14993"/>
                  </a:lnTo>
                  <a:lnTo>
                    <a:pt x="10860" y="13710"/>
                  </a:lnTo>
                  <a:cubicBezTo>
                    <a:pt x="10861" y="13708"/>
                    <a:pt x="10865" y="13707"/>
                    <a:pt x="10870" y="13707"/>
                  </a:cubicBezTo>
                  <a:close/>
                  <a:moveTo>
                    <a:pt x="5307" y="13707"/>
                  </a:moveTo>
                  <a:cubicBezTo>
                    <a:pt x="5313" y="13707"/>
                    <a:pt x="5316" y="13708"/>
                    <a:pt x="5318" y="13710"/>
                  </a:cubicBezTo>
                  <a:lnTo>
                    <a:pt x="7626" y="14993"/>
                  </a:lnTo>
                  <a:lnTo>
                    <a:pt x="6974" y="15811"/>
                  </a:lnTo>
                  <a:cubicBezTo>
                    <a:pt x="6914" y="15884"/>
                    <a:pt x="6832" y="15931"/>
                    <a:pt x="6736" y="15939"/>
                  </a:cubicBezTo>
                  <a:cubicBezTo>
                    <a:pt x="6725" y="15940"/>
                    <a:pt x="6714" y="15941"/>
                    <a:pt x="6704" y="15941"/>
                  </a:cubicBezTo>
                  <a:cubicBezTo>
                    <a:pt x="6622" y="15941"/>
                    <a:pt x="6542" y="15912"/>
                    <a:pt x="6479" y="15857"/>
                  </a:cubicBezTo>
                  <a:lnTo>
                    <a:pt x="4898" y="14503"/>
                  </a:lnTo>
                  <a:lnTo>
                    <a:pt x="5289" y="13719"/>
                  </a:lnTo>
                  <a:cubicBezTo>
                    <a:pt x="5291" y="13717"/>
                    <a:pt x="5292" y="13711"/>
                    <a:pt x="5301" y="13707"/>
                  </a:cubicBezTo>
                  <a:cubicBezTo>
                    <a:pt x="5303" y="13707"/>
                    <a:pt x="5305" y="13707"/>
                    <a:pt x="5307" y="13707"/>
                  </a:cubicBezTo>
                  <a:close/>
                  <a:moveTo>
                    <a:pt x="8088" y="0"/>
                  </a:moveTo>
                  <a:cubicBezTo>
                    <a:pt x="7778" y="0"/>
                    <a:pt x="7467" y="49"/>
                    <a:pt x="7171" y="147"/>
                  </a:cubicBezTo>
                  <a:lnTo>
                    <a:pt x="4014" y="1201"/>
                  </a:lnTo>
                  <a:cubicBezTo>
                    <a:pt x="3358" y="1418"/>
                    <a:pt x="2920" y="2029"/>
                    <a:pt x="2920" y="2720"/>
                  </a:cubicBezTo>
                  <a:lnTo>
                    <a:pt x="2920" y="4627"/>
                  </a:lnTo>
                  <a:cubicBezTo>
                    <a:pt x="2741" y="4717"/>
                    <a:pt x="2571" y="4813"/>
                    <a:pt x="2413" y="4913"/>
                  </a:cubicBezTo>
                  <a:cubicBezTo>
                    <a:pt x="2299" y="4985"/>
                    <a:pt x="2247" y="5123"/>
                    <a:pt x="2284" y="5253"/>
                  </a:cubicBezTo>
                  <a:cubicBezTo>
                    <a:pt x="2321" y="5384"/>
                    <a:pt x="2441" y="5472"/>
                    <a:pt x="2576" y="5472"/>
                  </a:cubicBezTo>
                  <a:lnTo>
                    <a:pt x="2920" y="5472"/>
                  </a:lnTo>
                  <a:lnTo>
                    <a:pt x="2920" y="6928"/>
                  </a:lnTo>
                  <a:cubicBezTo>
                    <a:pt x="2571" y="7093"/>
                    <a:pt x="2316" y="7423"/>
                    <a:pt x="2277" y="7813"/>
                  </a:cubicBezTo>
                  <a:cubicBezTo>
                    <a:pt x="2247" y="8127"/>
                    <a:pt x="2349" y="8442"/>
                    <a:pt x="2558" y="8673"/>
                  </a:cubicBezTo>
                  <a:cubicBezTo>
                    <a:pt x="2770" y="8907"/>
                    <a:pt x="3071" y="9041"/>
                    <a:pt x="3385" y="9041"/>
                  </a:cubicBezTo>
                  <a:lnTo>
                    <a:pt x="3612" y="9041"/>
                  </a:lnTo>
                  <a:cubicBezTo>
                    <a:pt x="3791" y="10318"/>
                    <a:pt x="4504" y="11422"/>
                    <a:pt x="5515" y="12128"/>
                  </a:cubicBezTo>
                  <a:lnTo>
                    <a:pt x="5515" y="13134"/>
                  </a:lnTo>
                  <a:cubicBezTo>
                    <a:pt x="5448" y="13111"/>
                    <a:pt x="5377" y="13099"/>
                    <a:pt x="5305" y="13099"/>
                  </a:cubicBezTo>
                  <a:cubicBezTo>
                    <a:pt x="5243" y="13099"/>
                    <a:pt x="5181" y="13108"/>
                    <a:pt x="5122" y="13127"/>
                  </a:cubicBezTo>
                  <a:cubicBezTo>
                    <a:pt x="4961" y="13177"/>
                    <a:pt x="4822" y="13293"/>
                    <a:pt x="4748" y="13447"/>
                  </a:cubicBezTo>
                  <a:lnTo>
                    <a:pt x="4277" y="14390"/>
                  </a:lnTo>
                  <a:lnTo>
                    <a:pt x="1616" y="15171"/>
                  </a:lnTo>
                  <a:cubicBezTo>
                    <a:pt x="665" y="15452"/>
                    <a:pt x="1" y="16339"/>
                    <a:pt x="1" y="17330"/>
                  </a:cubicBezTo>
                  <a:lnTo>
                    <a:pt x="1" y="20415"/>
                  </a:lnTo>
                  <a:cubicBezTo>
                    <a:pt x="1" y="20582"/>
                    <a:pt x="136" y="20718"/>
                    <a:pt x="305" y="20718"/>
                  </a:cubicBezTo>
                  <a:cubicBezTo>
                    <a:pt x="472" y="20718"/>
                    <a:pt x="608" y="20582"/>
                    <a:pt x="608" y="20415"/>
                  </a:cubicBezTo>
                  <a:lnTo>
                    <a:pt x="608" y="17330"/>
                  </a:lnTo>
                  <a:cubicBezTo>
                    <a:pt x="608" y="16606"/>
                    <a:pt x="1093" y="15959"/>
                    <a:pt x="1787" y="15754"/>
                  </a:cubicBezTo>
                  <a:lnTo>
                    <a:pt x="2921" y="15420"/>
                  </a:lnTo>
                  <a:lnTo>
                    <a:pt x="2921" y="20415"/>
                  </a:lnTo>
                  <a:cubicBezTo>
                    <a:pt x="2921" y="20582"/>
                    <a:pt x="3057" y="20718"/>
                    <a:pt x="3225" y="20718"/>
                  </a:cubicBezTo>
                  <a:cubicBezTo>
                    <a:pt x="3393" y="20718"/>
                    <a:pt x="3528" y="20582"/>
                    <a:pt x="3528" y="20415"/>
                  </a:cubicBezTo>
                  <a:lnTo>
                    <a:pt x="3528" y="15241"/>
                  </a:lnTo>
                  <a:lnTo>
                    <a:pt x="4219" y="15038"/>
                  </a:lnTo>
                  <a:lnTo>
                    <a:pt x="4219" y="18144"/>
                  </a:lnTo>
                  <a:cubicBezTo>
                    <a:pt x="4219" y="18669"/>
                    <a:pt x="4646" y="19097"/>
                    <a:pt x="5171" y="19097"/>
                  </a:cubicBezTo>
                  <a:lnTo>
                    <a:pt x="11010" y="19097"/>
                  </a:lnTo>
                  <a:cubicBezTo>
                    <a:pt x="11534" y="19097"/>
                    <a:pt x="11961" y="18670"/>
                    <a:pt x="11961" y="18144"/>
                  </a:cubicBezTo>
                  <a:lnTo>
                    <a:pt x="11961" y="16198"/>
                  </a:lnTo>
                  <a:cubicBezTo>
                    <a:pt x="11961" y="16031"/>
                    <a:pt x="11826" y="15895"/>
                    <a:pt x="11659" y="15895"/>
                  </a:cubicBezTo>
                  <a:cubicBezTo>
                    <a:pt x="11490" y="15895"/>
                    <a:pt x="11354" y="16031"/>
                    <a:pt x="11354" y="16198"/>
                  </a:cubicBezTo>
                  <a:lnTo>
                    <a:pt x="11354" y="18144"/>
                  </a:lnTo>
                  <a:cubicBezTo>
                    <a:pt x="11354" y="18334"/>
                    <a:pt x="11199" y="18490"/>
                    <a:pt x="11010" y="18490"/>
                  </a:cubicBezTo>
                  <a:lnTo>
                    <a:pt x="5171" y="18490"/>
                  </a:lnTo>
                  <a:cubicBezTo>
                    <a:pt x="4979" y="18490"/>
                    <a:pt x="4826" y="18334"/>
                    <a:pt x="4826" y="18144"/>
                  </a:cubicBezTo>
                  <a:lnTo>
                    <a:pt x="4826" y="15235"/>
                  </a:lnTo>
                  <a:lnTo>
                    <a:pt x="6086" y="16316"/>
                  </a:lnTo>
                  <a:cubicBezTo>
                    <a:pt x="6262" y="16466"/>
                    <a:pt x="6477" y="16546"/>
                    <a:pt x="6704" y="16546"/>
                  </a:cubicBezTo>
                  <a:cubicBezTo>
                    <a:pt x="6734" y="16546"/>
                    <a:pt x="6764" y="16545"/>
                    <a:pt x="6796" y="16541"/>
                  </a:cubicBezTo>
                  <a:cubicBezTo>
                    <a:pt x="7054" y="16516"/>
                    <a:pt x="7289" y="16391"/>
                    <a:pt x="7448" y="16188"/>
                  </a:cubicBezTo>
                  <a:lnTo>
                    <a:pt x="8090" y="15385"/>
                  </a:lnTo>
                  <a:lnTo>
                    <a:pt x="8731" y="16188"/>
                  </a:lnTo>
                  <a:cubicBezTo>
                    <a:pt x="8892" y="16391"/>
                    <a:pt x="9125" y="16516"/>
                    <a:pt x="9385" y="16541"/>
                  </a:cubicBezTo>
                  <a:cubicBezTo>
                    <a:pt x="9416" y="16545"/>
                    <a:pt x="9446" y="16546"/>
                    <a:pt x="9476" y="16546"/>
                  </a:cubicBezTo>
                  <a:cubicBezTo>
                    <a:pt x="9704" y="16546"/>
                    <a:pt x="9919" y="16466"/>
                    <a:pt x="10095" y="16316"/>
                  </a:cubicBezTo>
                  <a:lnTo>
                    <a:pt x="11682" y="14955"/>
                  </a:lnTo>
                  <a:lnTo>
                    <a:pt x="12653" y="15241"/>
                  </a:lnTo>
                  <a:lnTo>
                    <a:pt x="12653" y="20415"/>
                  </a:lnTo>
                  <a:cubicBezTo>
                    <a:pt x="12653" y="20582"/>
                    <a:pt x="12788" y="20718"/>
                    <a:pt x="12955" y="20718"/>
                  </a:cubicBezTo>
                  <a:cubicBezTo>
                    <a:pt x="13124" y="20718"/>
                    <a:pt x="13260" y="20582"/>
                    <a:pt x="13260" y="20415"/>
                  </a:cubicBezTo>
                  <a:lnTo>
                    <a:pt x="13260" y="15420"/>
                  </a:lnTo>
                  <a:lnTo>
                    <a:pt x="14394" y="15754"/>
                  </a:lnTo>
                  <a:cubicBezTo>
                    <a:pt x="15088" y="15957"/>
                    <a:pt x="15573" y="16606"/>
                    <a:pt x="15573" y="17330"/>
                  </a:cubicBezTo>
                  <a:lnTo>
                    <a:pt x="15573" y="20415"/>
                  </a:lnTo>
                  <a:cubicBezTo>
                    <a:pt x="15573" y="20582"/>
                    <a:pt x="15709" y="20718"/>
                    <a:pt x="15876" y="20718"/>
                  </a:cubicBezTo>
                  <a:cubicBezTo>
                    <a:pt x="16045" y="20718"/>
                    <a:pt x="16180" y="20582"/>
                    <a:pt x="16180" y="20415"/>
                  </a:cubicBezTo>
                  <a:lnTo>
                    <a:pt x="16180" y="17330"/>
                  </a:lnTo>
                  <a:cubicBezTo>
                    <a:pt x="16179" y="16341"/>
                    <a:pt x="15515" y="15452"/>
                    <a:pt x="14562" y="15174"/>
                  </a:cubicBezTo>
                  <a:lnTo>
                    <a:pt x="11903" y="14391"/>
                  </a:lnTo>
                  <a:lnTo>
                    <a:pt x="11432" y="13449"/>
                  </a:lnTo>
                  <a:cubicBezTo>
                    <a:pt x="11354" y="13297"/>
                    <a:pt x="11219" y="13179"/>
                    <a:pt x="11055" y="13129"/>
                  </a:cubicBezTo>
                  <a:cubicBezTo>
                    <a:pt x="10994" y="13111"/>
                    <a:pt x="10932" y="13102"/>
                    <a:pt x="10870" y="13102"/>
                  </a:cubicBezTo>
                  <a:cubicBezTo>
                    <a:pt x="10800" y="13102"/>
                    <a:pt x="10729" y="13113"/>
                    <a:pt x="10662" y="13136"/>
                  </a:cubicBezTo>
                  <a:lnTo>
                    <a:pt x="10662" y="12128"/>
                  </a:lnTo>
                  <a:cubicBezTo>
                    <a:pt x="11674" y="11425"/>
                    <a:pt x="12387" y="10318"/>
                    <a:pt x="12566" y="9041"/>
                  </a:cubicBezTo>
                  <a:lnTo>
                    <a:pt x="12746" y="9041"/>
                  </a:lnTo>
                  <a:cubicBezTo>
                    <a:pt x="13337" y="9041"/>
                    <a:pt x="13844" y="8602"/>
                    <a:pt x="13901" y="8040"/>
                  </a:cubicBezTo>
                  <a:cubicBezTo>
                    <a:pt x="13932" y="7726"/>
                    <a:pt x="13829" y="7412"/>
                    <a:pt x="13618" y="7179"/>
                  </a:cubicBezTo>
                  <a:cubicBezTo>
                    <a:pt x="13517" y="7066"/>
                    <a:pt x="13394" y="6978"/>
                    <a:pt x="13258" y="6915"/>
                  </a:cubicBezTo>
                  <a:lnTo>
                    <a:pt x="13258" y="5472"/>
                  </a:lnTo>
                  <a:lnTo>
                    <a:pt x="13602" y="5472"/>
                  </a:lnTo>
                  <a:cubicBezTo>
                    <a:pt x="13738" y="5472"/>
                    <a:pt x="13855" y="5384"/>
                    <a:pt x="13894" y="5253"/>
                  </a:cubicBezTo>
                  <a:cubicBezTo>
                    <a:pt x="13931" y="5123"/>
                    <a:pt x="13877" y="4985"/>
                    <a:pt x="13765" y="4913"/>
                  </a:cubicBezTo>
                  <a:cubicBezTo>
                    <a:pt x="13605" y="4813"/>
                    <a:pt x="13437" y="4716"/>
                    <a:pt x="13258" y="4627"/>
                  </a:cubicBezTo>
                  <a:lnTo>
                    <a:pt x="13258" y="2720"/>
                  </a:lnTo>
                  <a:cubicBezTo>
                    <a:pt x="13258" y="2029"/>
                    <a:pt x="12817" y="1418"/>
                    <a:pt x="12163" y="1201"/>
                  </a:cubicBezTo>
                  <a:lnTo>
                    <a:pt x="9005" y="147"/>
                  </a:lnTo>
                  <a:cubicBezTo>
                    <a:pt x="8710" y="49"/>
                    <a:pt x="8399" y="0"/>
                    <a:pt x="80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0" name="Google Shape;3001;p55"/>
            <p:cNvSpPr/>
            <p:nvPr/>
          </p:nvSpPr>
          <p:spPr>
            <a:xfrm>
              <a:off x="5419080" y="729720"/>
              <a:ext cx="19800" cy="198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11" h="608">
                  <a:moveTo>
                    <a:pt x="303" y="0"/>
                  </a:moveTo>
                  <a:cubicBezTo>
                    <a:pt x="135" y="0"/>
                    <a:pt x="1" y="136"/>
                    <a:pt x="1" y="304"/>
                  </a:cubicBezTo>
                  <a:cubicBezTo>
                    <a:pt x="1" y="471"/>
                    <a:pt x="139" y="607"/>
                    <a:pt x="306" y="607"/>
                  </a:cubicBezTo>
                  <a:cubicBezTo>
                    <a:pt x="475" y="607"/>
                    <a:pt x="610" y="471"/>
                    <a:pt x="610" y="304"/>
                  </a:cubicBezTo>
                  <a:cubicBezTo>
                    <a:pt x="610" y="136"/>
                    <a:pt x="475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1" name="Google Shape;3002;p55"/>
            <p:cNvSpPr/>
            <p:nvPr/>
          </p:nvSpPr>
          <p:spPr>
            <a:xfrm>
              <a:off x="5354280" y="40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4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2" name="Google Shape;3003;p55"/>
            <p:cNvSpPr/>
            <p:nvPr/>
          </p:nvSpPr>
          <p:spPr>
            <a:xfrm>
              <a:off x="5483520" y="4075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3" y="933"/>
                  </a:cubicBezTo>
                  <a:cubicBezTo>
                    <a:pt x="471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3" name="Google Shape;3004;p55"/>
            <p:cNvSpPr/>
            <p:nvPr/>
          </p:nvSpPr>
          <p:spPr>
            <a:xfrm>
              <a:off x="5385600" y="4827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3">
                  <a:moveTo>
                    <a:pt x="2280" y="1"/>
                  </a:moveTo>
                  <a:cubicBezTo>
                    <a:pt x="2203" y="1"/>
                    <a:pt x="2126" y="30"/>
                    <a:pt x="2067" y="90"/>
                  </a:cubicBezTo>
                  <a:cubicBezTo>
                    <a:pt x="1957" y="199"/>
                    <a:pt x="1690" y="327"/>
                    <a:pt x="1307" y="327"/>
                  </a:cubicBezTo>
                  <a:cubicBezTo>
                    <a:pt x="923" y="327"/>
                    <a:pt x="657" y="200"/>
                    <a:pt x="546" y="90"/>
                  </a:cubicBezTo>
                  <a:cubicBezTo>
                    <a:pt x="486" y="31"/>
                    <a:pt x="410" y="2"/>
                    <a:pt x="333" y="2"/>
                  </a:cubicBezTo>
                  <a:cubicBezTo>
                    <a:pt x="255" y="2"/>
                    <a:pt x="177" y="32"/>
                    <a:pt x="118" y="91"/>
                  </a:cubicBezTo>
                  <a:cubicBezTo>
                    <a:pt x="1" y="210"/>
                    <a:pt x="2" y="401"/>
                    <a:pt x="122" y="520"/>
                  </a:cubicBezTo>
                  <a:cubicBezTo>
                    <a:pt x="382" y="777"/>
                    <a:pt x="826" y="933"/>
                    <a:pt x="1307" y="933"/>
                  </a:cubicBezTo>
                  <a:cubicBezTo>
                    <a:pt x="1789" y="933"/>
                    <a:pt x="2231" y="778"/>
                    <a:pt x="2494" y="520"/>
                  </a:cubicBezTo>
                  <a:cubicBezTo>
                    <a:pt x="2614" y="401"/>
                    <a:pt x="2614" y="210"/>
                    <a:pt x="2496" y="91"/>
                  </a:cubicBezTo>
                  <a:cubicBezTo>
                    <a:pt x="2437" y="31"/>
                    <a:pt x="235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4" name="Google Shape;3005;p55"/>
            <p:cNvSpPr/>
            <p:nvPr/>
          </p:nvSpPr>
          <p:spPr>
            <a:xfrm>
              <a:off x="5343480" y="3754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8" h="608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5" y="608"/>
                  </a:cubicBezTo>
                  <a:lnTo>
                    <a:pt x="954" y="608"/>
                  </a:lnTo>
                  <a:cubicBezTo>
                    <a:pt x="1121" y="608"/>
                    <a:pt x="1257" y="472"/>
                    <a:pt x="1257" y="303"/>
                  </a:cubicBezTo>
                  <a:cubicBezTo>
                    <a:pt x="1257" y="136"/>
                    <a:pt x="1121" y="1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5" name="Google Shape;3006;p55"/>
            <p:cNvSpPr/>
            <p:nvPr/>
          </p:nvSpPr>
          <p:spPr>
            <a:xfrm>
              <a:off x="5472720" y="37548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cubicBezTo>
                    <a:pt x="0" y="472"/>
                    <a:pt x="136" y="608"/>
                    <a:pt x="305" y="608"/>
                  </a:cubicBezTo>
                  <a:lnTo>
                    <a:pt x="953" y="608"/>
                  </a:lnTo>
                  <a:cubicBezTo>
                    <a:pt x="1120" y="608"/>
                    <a:pt x="1256" y="472"/>
                    <a:pt x="1256" y="303"/>
                  </a:cubicBezTo>
                  <a:cubicBezTo>
                    <a:pt x="1256" y="136"/>
                    <a:pt x="1120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66" name="Google Shape;3007;p55"/>
          <p:cNvGrpSpPr/>
          <p:nvPr/>
        </p:nvGrpSpPr>
        <p:grpSpPr>
          <a:xfrm>
            <a:off x="6887160" y="171720"/>
            <a:ext cx="511920" cy="685440"/>
            <a:chOff x="6887160" y="171720"/>
            <a:chExt cx="511920" cy="685440"/>
          </a:xfrm>
        </p:grpSpPr>
        <p:sp>
          <p:nvSpPr>
            <p:cNvPr id="2467" name="Google Shape;3008;p55"/>
            <p:cNvSpPr/>
            <p:nvPr/>
          </p:nvSpPr>
          <p:spPr>
            <a:xfrm>
              <a:off x="706896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9"/>
                  </a:lnTo>
                  <a:cubicBezTo>
                    <a:pt x="0" y="797"/>
                    <a:pt x="136" y="933"/>
                    <a:pt x="304" y="933"/>
                  </a:cubicBezTo>
                  <a:cubicBezTo>
                    <a:pt x="472" y="933"/>
                    <a:pt x="607" y="797"/>
                    <a:pt x="607" y="629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8" name="Google Shape;3009;p55"/>
            <p:cNvSpPr/>
            <p:nvPr/>
          </p:nvSpPr>
          <p:spPr>
            <a:xfrm>
              <a:off x="7197120" y="40860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0"/>
                  </a:moveTo>
                  <a:cubicBezTo>
                    <a:pt x="137" y="0"/>
                    <a:pt x="1" y="136"/>
                    <a:pt x="1" y="304"/>
                  </a:cubicBezTo>
                  <a:lnTo>
                    <a:pt x="1" y="629"/>
                  </a:lnTo>
                  <a:cubicBezTo>
                    <a:pt x="1" y="797"/>
                    <a:pt x="137" y="933"/>
                    <a:pt x="305" y="933"/>
                  </a:cubicBezTo>
                  <a:cubicBezTo>
                    <a:pt x="472" y="933"/>
                    <a:pt x="608" y="797"/>
                    <a:pt x="608" y="629"/>
                  </a:cubicBezTo>
                  <a:lnTo>
                    <a:pt x="608" y="304"/>
                  </a:lnTo>
                  <a:cubicBezTo>
                    <a:pt x="608" y="136"/>
                    <a:pt x="472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69" name="Google Shape;3010;p55"/>
            <p:cNvSpPr/>
            <p:nvPr/>
          </p:nvSpPr>
          <p:spPr>
            <a:xfrm>
              <a:off x="7099920" y="4838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6" h="933">
                  <a:moveTo>
                    <a:pt x="2282" y="1"/>
                  </a:moveTo>
                  <a:cubicBezTo>
                    <a:pt x="2205" y="1"/>
                    <a:pt x="2128" y="30"/>
                    <a:pt x="2070" y="90"/>
                  </a:cubicBezTo>
                  <a:cubicBezTo>
                    <a:pt x="1958" y="199"/>
                    <a:pt x="1693" y="327"/>
                    <a:pt x="1309" y="327"/>
                  </a:cubicBezTo>
                  <a:cubicBezTo>
                    <a:pt x="924" y="327"/>
                    <a:pt x="659" y="200"/>
                    <a:pt x="549" y="90"/>
                  </a:cubicBezTo>
                  <a:cubicBezTo>
                    <a:pt x="489" y="31"/>
                    <a:pt x="412" y="2"/>
                    <a:pt x="335" y="2"/>
                  </a:cubicBezTo>
                  <a:cubicBezTo>
                    <a:pt x="256" y="2"/>
                    <a:pt x="177" y="32"/>
                    <a:pt x="118" y="91"/>
                  </a:cubicBezTo>
                  <a:cubicBezTo>
                    <a:pt x="0" y="211"/>
                    <a:pt x="2" y="403"/>
                    <a:pt x="122" y="520"/>
                  </a:cubicBezTo>
                  <a:cubicBezTo>
                    <a:pt x="382" y="778"/>
                    <a:pt x="827" y="933"/>
                    <a:pt x="1309" y="933"/>
                  </a:cubicBezTo>
                  <a:cubicBezTo>
                    <a:pt x="1791" y="931"/>
                    <a:pt x="2234" y="777"/>
                    <a:pt x="2495" y="520"/>
                  </a:cubicBezTo>
                  <a:cubicBezTo>
                    <a:pt x="2615" y="403"/>
                    <a:pt x="2615" y="211"/>
                    <a:pt x="2498" y="91"/>
                  </a:cubicBezTo>
                  <a:cubicBezTo>
                    <a:pt x="2439" y="31"/>
                    <a:pt x="2360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0" name="Google Shape;3011;p55"/>
            <p:cNvSpPr/>
            <p:nvPr/>
          </p:nvSpPr>
          <p:spPr>
            <a:xfrm>
              <a:off x="705816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4" y="607"/>
                  </a:cubicBezTo>
                  <a:lnTo>
                    <a:pt x="954" y="607"/>
                  </a:lnTo>
                  <a:cubicBezTo>
                    <a:pt x="1121" y="607"/>
                    <a:pt x="1257" y="471"/>
                    <a:pt x="1257" y="304"/>
                  </a:cubicBezTo>
                  <a:cubicBezTo>
                    <a:pt x="1257" y="136"/>
                    <a:pt x="1121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1" name="Google Shape;3012;p55"/>
            <p:cNvSpPr/>
            <p:nvPr/>
          </p:nvSpPr>
          <p:spPr>
            <a:xfrm>
              <a:off x="7186680" y="3754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1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2" name="Google Shape;3013;p55"/>
            <p:cNvSpPr/>
            <p:nvPr/>
          </p:nvSpPr>
          <p:spPr>
            <a:xfrm>
              <a:off x="6887160" y="1717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0" h="20723">
                  <a:moveTo>
                    <a:pt x="8414" y="607"/>
                  </a:moveTo>
                  <a:cubicBezTo>
                    <a:pt x="10929" y="607"/>
                    <a:pt x="12976" y="2652"/>
                    <a:pt x="12976" y="5170"/>
                  </a:cubicBezTo>
                  <a:lnTo>
                    <a:pt x="12976" y="6950"/>
                  </a:lnTo>
                  <a:cubicBezTo>
                    <a:pt x="12808" y="6862"/>
                    <a:pt x="12620" y="6812"/>
                    <a:pt x="12421" y="6812"/>
                  </a:cubicBezTo>
                  <a:lnTo>
                    <a:pt x="12306" y="6812"/>
                  </a:lnTo>
                  <a:cubicBezTo>
                    <a:pt x="11936" y="6812"/>
                    <a:pt x="11636" y="6513"/>
                    <a:pt x="11636" y="6143"/>
                  </a:cubicBezTo>
                  <a:lnTo>
                    <a:pt x="11636" y="4520"/>
                  </a:lnTo>
                  <a:cubicBezTo>
                    <a:pt x="11636" y="4173"/>
                    <a:pt x="11355" y="3892"/>
                    <a:pt x="11008" y="3892"/>
                  </a:cubicBezTo>
                  <a:lnTo>
                    <a:pt x="4521" y="3892"/>
                  </a:lnTo>
                  <a:cubicBezTo>
                    <a:pt x="4174" y="3892"/>
                    <a:pt x="3892" y="4173"/>
                    <a:pt x="3892" y="4520"/>
                  </a:cubicBezTo>
                  <a:lnTo>
                    <a:pt x="3892" y="6143"/>
                  </a:lnTo>
                  <a:cubicBezTo>
                    <a:pt x="3892" y="6513"/>
                    <a:pt x="3593" y="6812"/>
                    <a:pt x="3223" y="6812"/>
                  </a:cubicBezTo>
                  <a:lnTo>
                    <a:pt x="3107" y="6812"/>
                  </a:lnTo>
                  <a:cubicBezTo>
                    <a:pt x="2906" y="6812"/>
                    <a:pt x="2718" y="6862"/>
                    <a:pt x="2553" y="6950"/>
                  </a:cubicBezTo>
                  <a:lnTo>
                    <a:pt x="2553" y="5170"/>
                  </a:lnTo>
                  <a:cubicBezTo>
                    <a:pt x="2554" y="2655"/>
                    <a:pt x="4601" y="607"/>
                    <a:pt x="7116" y="607"/>
                  </a:cubicBezTo>
                  <a:close/>
                  <a:moveTo>
                    <a:pt x="11008" y="4500"/>
                  </a:moveTo>
                  <a:cubicBezTo>
                    <a:pt x="11020" y="4500"/>
                    <a:pt x="11029" y="4509"/>
                    <a:pt x="11029" y="4522"/>
                  </a:cubicBezTo>
                  <a:lnTo>
                    <a:pt x="11029" y="5192"/>
                  </a:lnTo>
                  <a:lnTo>
                    <a:pt x="9387" y="5192"/>
                  </a:lnTo>
                  <a:cubicBezTo>
                    <a:pt x="9219" y="5192"/>
                    <a:pt x="9082" y="5327"/>
                    <a:pt x="9082" y="5494"/>
                  </a:cubicBezTo>
                  <a:cubicBezTo>
                    <a:pt x="9082" y="5663"/>
                    <a:pt x="9219" y="5799"/>
                    <a:pt x="9387" y="5799"/>
                  </a:cubicBezTo>
                  <a:lnTo>
                    <a:pt x="11029" y="5799"/>
                  </a:lnTo>
                  <a:lnTo>
                    <a:pt x="11029" y="6143"/>
                  </a:lnTo>
                  <a:cubicBezTo>
                    <a:pt x="11029" y="6848"/>
                    <a:pt x="11602" y="7419"/>
                    <a:pt x="12306" y="7419"/>
                  </a:cubicBezTo>
                  <a:lnTo>
                    <a:pt x="12421" y="7419"/>
                  </a:lnTo>
                  <a:cubicBezTo>
                    <a:pt x="12706" y="7419"/>
                    <a:pt x="12948" y="7619"/>
                    <a:pt x="12973" y="7872"/>
                  </a:cubicBezTo>
                  <a:cubicBezTo>
                    <a:pt x="12987" y="8019"/>
                    <a:pt x="12943" y="8158"/>
                    <a:pt x="12844" y="8268"/>
                  </a:cubicBezTo>
                  <a:cubicBezTo>
                    <a:pt x="12748" y="8372"/>
                    <a:pt x="12610" y="8435"/>
                    <a:pt x="12467" y="8435"/>
                  </a:cubicBezTo>
                  <a:lnTo>
                    <a:pt x="11964" y="8435"/>
                  </a:lnTo>
                  <a:cubicBezTo>
                    <a:pt x="11806" y="8435"/>
                    <a:pt x="11673" y="8558"/>
                    <a:pt x="11660" y="8715"/>
                  </a:cubicBezTo>
                  <a:cubicBezTo>
                    <a:pt x="11586" y="9696"/>
                    <a:pt x="11149" y="10606"/>
                    <a:pt x="10428" y="11278"/>
                  </a:cubicBezTo>
                  <a:cubicBezTo>
                    <a:pt x="9702" y="11955"/>
                    <a:pt x="8757" y="12327"/>
                    <a:pt x="7764" y="12327"/>
                  </a:cubicBezTo>
                  <a:cubicBezTo>
                    <a:pt x="6773" y="12327"/>
                    <a:pt x="5828" y="11955"/>
                    <a:pt x="5102" y="11278"/>
                  </a:cubicBezTo>
                  <a:cubicBezTo>
                    <a:pt x="4381" y="10606"/>
                    <a:pt x="3942" y="9696"/>
                    <a:pt x="3867" y="8715"/>
                  </a:cubicBezTo>
                  <a:cubicBezTo>
                    <a:pt x="3854" y="8558"/>
                    <a:pt x="3724" y="8435"/>
                    <a:pt x="3564" y="8435"/>
                  </a:cubicBezTo>
                  <a:lnTo>
                    <a:pt x="3060" y="8435"/>
                  </a:lnTo>
                  <a:cubicBezTo>
                    <a:pt x="2917" y="8435"/>
                    <a:pt x="2780" y="8375"/>
                    <a:pt x="2683" y="8268"/>
                  </a:cubicBezTo>
                  <a:cubicBezTo>
                    <a:pt x="2584" y="8161"/>
                    <a:pt x="2540" y="8021"/>
                    <a:pt x="2554" y="7872"/>
                  </a:cubicBezTo>
                  <a:cubicBezTo>
                    <a:pt x="2580" y="7618"/>
                    <a:pt x="2823" y="7419"/>
                    <a:pt x="3106" y="7419"/>
                  </a:cubicBezTo>
                  <a:lnTo>
                    <a:pt x="3223" y="7419"/>
                  </a:lnTo>
                  <a:cubicBezTo>
                    <a:pt x="3927" y="7419"/>
                    <a:pt x="4498" y="6847"/>
                    <a:pt x="4498" y="6143"/>
                  </a:cubicBezTo>
                  <a:lnTo>
                    <a:pt x="4498" y="5799"/>
                  </a:lnTo>
                  <a:lnTo>
                    <a:pt x="8088" y="5799"/>
                  </a:lnTo>
                  <a:cubicBezTo>
                    <a:pt x="8257" y="5799"/>
                    <a:pt x="8393" y="5663"/>
                    <a:pt x="8393" y="5494"/>
                  </a:cubicBezTo>
                  <a:cubicBezTo>
                    <a:pt x="8393" y="5327"/>
                    <a:pt x="8257" y="5192"/>
                    <a:pt x="8088" y="5192"/>
                  </a:cubicBezTo>
                  <a:lnTo>
                    <a:pt x="4498" y="5192"/>
                  </a:lnTo>
                  <a:lnTo>
                    <a:pt x="4498" y="4522"/>
                  </a:lnTo>
                  <a:cubicBezTo>
                    <a:pt x="4498" y="4509"/>
                    <a:pt x="4508" y="4500"/>
                    <a:pt x="4519" y="4500"/>
                  </a:cubicBezTo>
                  <a:close/>
                  <a:moveTo>
                    <a:pt x="2554" y="8919"/>
                  </a:moveTo>
                  <a:cubicBezTo>
                    <a:pt x="2710" y="8999"/>
                    <a:pt x="2883" y="9042"/>
                    <a:pt x="3061" y="9042"/>
                  </a:cubicBezTo>
                  <a:lnTo>
                    <a:pt x="3293" y="9042"/>
                  </a:lnTo>
                  <a:cubicBezTo>
                    <a:pt x="3435" y="10067"/>
                    <a:pt x="3924" y="11011"/>
                    <a:pt x="4688" y="11724"/>
                  </a:cubicBezTo>
                  <a:cubicBezTo>
                    <a:pt x="4942" y="11960"/>
                    <a:pt x="5221" y="12164"/>
                    <a:pt x="5515" y="12334"/>
                  </a:cubicBezTo>
                  <a:lnTo>
                    <a:pt x="5515" y="13795"/>
                  </a:lnTo>
                  <a:cubicBezTo>
                    <a:pt x="5515" y="13940"/>
                    <a:pt x="5422" y="14070"/>
                    <a:pt x="5285" y="14119"/>
                  </a:cubicBezTo>
                  <a:lnTo>
                    <a:pt x="2553" y="15083"/>
                  </a:lnTo>
                  <a:lnTo>
                    <a:pt x="2553" y="8919"/>
                  </a:lnTo>
                  <a:close/>
                  <a:moveTo>
                    <a:pt x="12977" y="8919"/>
                  </a:moveTo>
                  <a:lnTo>
                    <a:pt x="12977" y="15083"/>
                  </a:lnTo>
                  <a:lnTo>
                    <a:pt x="10245" y="14119"/>
                  </a:lnTo>
                  <a:cubicBezTo>
                    <a:pt x="10108" y="14070"/>
                    <a:pt x="10015" y="13939"/>
                    <a:pt x="10015" y="13795"/>
                  </a:cubicBezTo>
                  <a:lnTo>
                    <a:pt x="10015" y="12334"/>
                  </a:lnTo>
                  <a:cubicBezTo>
                    <a:pt x="10309" y="12164"/>
                    <a:pt x="10588" y="11960"/>
                    <a:pt x="10843" y="11724"/>
                  </a:cubicBezTo>
                  <a:cubicBezTo>
                    <a:pt x="11607" y="11011"/>
                    <a:pt x="12097" y="10067"/>
                    <a:pt x="12240" y="9042"/>
                  </a:cubicBezTo>
                  <a:lnTo>
                    <a:pt x="12470" y="9042"/>
                  </a:lnTo>
                  <a:cubicBezTo>
                    <a:pt x="12648" y="9042"/>
                    <a:pt x="12821" y="8999"/>
                    <a:pt x="12977" y="8919"/>
                  </a:cubicBezTo>
                  <a:close/>
                  <a:moveTo>
                    <a:pt x="9408" y="12625"/>
                  </a:moveTo>
                  <a:lnTo>
                    <a:pt x="9408" y="13792"/>
                  </a:lnTo>
                  <a:cubicBezTo>
                    <a:pt x="9408" y="14196"/>
                    <a:pt x="9664" y="14556"/>
                    <a:pt x="10044" y="14690"/>
                  </a:cubicBezTo>
                  <a:lnTo>
                    <a:pt x="10606" y="14889"/>
                  </a:lnTo>
                  <a:cubicBezTo>
                    <a:pt x="10029" y="15903"/>
                    <a:pt x="8942" y="16544"/>
                    <a:pt x="7766" y="16544"/>
                  </a:cubicBezTo>
                  <a:cubicBezTo>
                    <a:pt x="6589" y="16544"/>
                    <a:pt x="5502" y="15903"/>
                    <a:pt x="4925" y="14889"/>
                  </a:cubicBezTo>
                  <a:lnTo>
                    <a:pt x="5488" y="14690"/>
                  </a:lnTo>
                  <a:cubicBezTo>
                    <a:pt x="5868" y="14556"/>
                    <a:pt x="6123" y="14196"/>
                    <a:pt x="6123" y="13792"/>
                  </a:cubicBezTo>
                  <a:lnTo>
                    <a:pt x="6123" y="12625"/>
                  </a:lnTo>
                  <a:cubicBezTo>
                    <a:pt x="6642" y="12826"/>
                    <a:pt x="7196" y="12934"/>
                    <a:pt x="7766" y="12934"/>
                  </a:cubicBezTo>
                  <a:cubicBezTo>
                    <a:pt x="8335" y="12934"/>
                    <a:pt x="8891" y="12826"/>
                    <a:pt x="9408" y="12625"/>
                  </a:cubicBezTo>
                  <a:close/>
                  <a:moveTo>
                    <a:pt x="7116" y="0"/>
                  </a:moveTo>
                  <a:cubicBezTo>
                    <a:pt x="4265" y="0"/>
                    <a:pt x="1947" y="2320"/>
                    <a:pt x="1947" y="5170"/>
                  </a:cubicBezTo>
                  <a:lnTo>
                    <a:pt x="1947" y="15297"/>
                  </a:lnTo>
                  <a:lnTo>
                    <a:pt x="1502" y="15454"/>
                  </a:lnTo>
                  <a:cubicBezTo>
                    <a:pt x="603" y="15773"/>
                    <a:pt x="1" y="16624"/>
                    <a:pt x="1" y="17576"/>
                  </a:cubicBezTo>
                  <a:lnTo>
                    <a:pt x="1" y="20417"/>
                  </a:lnTo>
                  <a:cubicBezTo>
                    <a:pt x="1" y="20586"/>
                    <a:pt x="136" y="20721"/>
                    <a:pt x="303" y="20721"/>
                  </a:cubicBezTo>
                  <a:cubicBezTo>
                    <a:pt x="472" y="20721"/>
                    <a:pt x="608" y="20586"/>
                    <a:pt x="608" y="20417"/>
                  </a:cubicBezTo>
                  <a:lnTo>
                    <a:pt x="608" y="17576"/>
                  </a:lnTo>
                  <a:cubicBezTo>
                    <a:pt x="608" y="16998"/>
                    <a:pt x="912" y="16473"/>
                    <a:pt x="1390" y="16177"/>
                  </a:cubicBezTo>
                  <a:cubicBezTo>
                    <a:pt x="2526" y="17494"/>
                    <a:pt x="4067" y="18441"/>
                    <a:pt x="5745" y="18855"/>
                  </a:cubicBezTo>
                  <a:cubicBezTo>
                    <a:pt x="5768" y="18860"/>
                    <a:pt x="5793" y="18865"/>
                    <a:pt x="5818" y="18865"/>
                  </a:cubicBezTo>
                  <a:cubicBezTo>
                    <a:pt x="5953" y="18865"/>
                    <a:pt x="6079" y="18772"/>
                    <a:pt x="6113" y="18633"/>
                  </a:cubicBezTo>
                  <a:cubicBezTo>
                    <a:pt x="6153" y="18472"/>
                    <a:pt x="6053" y="18308"/>
                    <a:pt x="5892" y="18266"/>
                  </a:cubicBezTo>
                  <a:cubicBezTo>
                    <a:pt x="4399" y="17898"/>
                    <a:pt x="3023" y="17074"/>
                    <a:pt x="1983" y="15931"/>
                  </a:cubicBezTo>
                  <a:lnTo>
                    <a:pt x="4345" y="15097"/>
                  </a:lnTo>
                  <a:cubicBezTo>
                    <a:pt x="5012" y="16354"/>
                    <a:pt x="6332" y="17154"/>
                    <a:pt x="7766" y="17154"/>
                  </a:cubicBezTo>
                  <a:cubicBezTo>
                    <a:pt x="9198" y="17154"/>
                    <a:pt x="10519" y="16354"/>
                    <a:pt x="11186" y="15097"/>
                  </a:cubicBezTo>
                  <a:lnTo>
                    <a:pt x="13548" y="15931"/>
                  </a:lnTo>
                  <a:cubicBezTo>
                    <a:pt x="12507" y="17075"/>
                    <a:pt x="11135" y="17898"/>
                    <a:pt x="9641" y="18268"/>
                  </a:cubicBezTo>
                  <a:cubicBezTo>
                    <a:pt x="9478" y="18308"/>
                    <a:pt x="9378" y="18473"/>
                    <a:pt x="9417" y="18636"/>
                  </a:cubicBezTo>
                  <a:cubicBezTo>
                    <a:pt x="9451" y="18773"/>
                    <a:pt x="9577" y="18866"/>
                    <a:pt x="9712" y="18866"/>
                  </a:cubicBezTo>
                  <a:cubicBezTo>
                    <a:pt x="9735" y="18866"/>
                    <a:pt x="9759" y="18865"/>
                    <a:pt x="9785" y="18858"/>
                  </a:cubicBezTo>
                  <a:cubicBezTo>
                    <a:pt x="11465" y="18443"/>
                    <a:pt x="13004" y="17495"/>
                    <a:pt x="14139" y="16180"/>
                  </a:cubicBezTo>
                  <a:cubicBezTo>
                    <a:pt x="14619" y="16474"/>
                    <a:pt x="14922" y="17002"/>
                    <a:pt x="14922" y="17579"/>
                  </a:cubicBezTo>
                  <a:lnTo>
                    <a:pt x="14922" y="20418"/>
                  </a:lnTo>
                  <a:cubicBezTo>
                    <a:pt x="14922" y="20587"/>
                    <a:pt x="15058" y="20723"/>
                    <a:pt x="15226" y="20723"/>
                  </a:cubicBezTo>
                  <a:cubicBezTo>
                    <a:pt x="15393" y="20723"/>
                    <a:pt x="15529" y="20587"/>
                    <a:pt x="15529" y="20418"/>
                  </a:cubicBezTo>
                  <a:lnTo>
                    <a:pt x="15529" y="17579"/>
                  </a:lnTo>
                  <a:cubicBezTo>
                    <a:pt x="15529" y="16624"/>
                    <a:pt x="14926" y="15770"/>
                    <a:pt x="14028" y="15454"/>
                  </a:cubicBezTo>
                  <a:lnTo>
                    <a:pt x="13582" y="15297"/>
                  </a:lnTo>
                  <a:lnTo>
                    <a:pt x="13582" y="5170"/>
                  </a:lnTo>
                  <a:cubicBezTo>
                    <a:pt x="13582" y="2320"/>
                    <a:pt x="11263" y="0"/>
                    <a:pt x="84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3" name="Google Shape;3014;p55"/>
            <p:cNvSpPr/>
            <p:nvPr/>
          </p:nvSpPr>
          <p:spPr>
            <a:xfrm>
              <a:off x="7111800" y="761760"/>
              <a:ext cx="62280" cy="9504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904" h="2879">
                  <a:moveTo>
                    <a:pt x="951" y="1"/>
                  </a:moveTo>
                  <a:cubicBezTo>
                    <a:pt x="783" y="1"/>
                    <a:pt x="647" y="136"/>
                    <a:pt x="647" y="303"/>
                  </a:cubicBezTo>
                  <a:lnTo>
                    <a:pt x="647" y="647"/>
                  </a:lnTo>
                  <a:lnTo>
                    <a:pt x="303" y="647"/>
                  </a:lnTo>
                  <a:cubicBezTo>
                    <a:pt x="136" y="647"/>
                    <a:pt x="0" y="783"/>
                    <a:pt x="0" y="952"/>
                  </a:cubicBezTo>
                  <a:cubicBezTo>
                    <a:pt x="0" y="1119"/>
                    <a:pt x="136" y="1254"/>
                    <a:pt x="303" y="1254"/>
                  </a:cubicBezTo>
                  <a:lnTo>
                    <a:pt x="647" y="1254"/>
                  </a:lnTo>
                  <a:lnTo>
                    <a:pt x="647" y="2574"/>
                  </a:lnTo>
                  <a:cubicBezTo>
                    <a:pt x="647" y="2743"/>
                    <a:pt x="783" y="2878"/>
                    <a:pt x="951" y="2878"/>
                  </a:cubicBezTo>
                  <a:cubicBezTo>
                    <a:pt x="1118" y="2878"/>
                    <a:pt x="1254" y="2743"/>
                    <a:pt x="1254" y="2574"/>
                  </a:cubicBezTo>
                  <a:lnTo>
                    <a:pt x="1254" y="1254"/>
                  </a:lnTo>
                  <a:lnTo>
                    <a:pt x="1601" y="1254"/>
                  </a:lnTo>
                  <a:cubicBezTo>
                    <a:pt x="1768" y="1254"/>
                    <a:pt x="1904" y="1119"/>
                    <a:pt x="1904" y="952"/>
                  </a:cubicBezTo>
                  <a:cubicBezTo>
                    <a:pt x="1904" y="783"/>
                    <a:pt x="1768" y="647"/>
                    <a:pt x="1601" y="647"/>
                  </a:cubicBezTo>
                  <a:lnTo>
                    <a:pt x="1254" y="647"/>
                  </a:lnTo>
                  <a:lnTo>
                    <a:pt x="1254" y="303"/>
                  </a:lnTo>
                  <a:cubicBezTo>
                    <a:pt x="1254" y="136"/>
                    <a:pt x="1118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74" name="Google Shape;3015;p55"/>
          <p:cNvGrpSpPr/>
          <p:nvPr/>
        </p:nvGrpSpPr>
        <p:grpSpPr>
          <a:xfrm>
            <a:off x="7744320" y="171360"/>
            <a:ext cx="511920" cy="685440"/>
            <a:chOff x="7744320" y="171360"/>
            <a:chExt cx="511920" cy="685440"/>
          </a:xfrm>
        </p:grpSpPr>
        <p:sp>
          <p:nvSpPr>
            <p:cNvPr id="2475" name="Google Shape;3016;p55"/>
            <p:cNvSpPr/>
            <p:nvPr/>
          </p:nvSpPr>
          <p:spPr>
            <a:xfrm>
              <a:off x="7744320" y="17136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6" name="Google Shape;3017;p55"/>
            <p:cNvSpPr/>
            <p:nvPr/>
          </p:nvSpPr>
          <p:spPr>
            <a:xfrm>
              <a:off x="792612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7" name="Google Shape;3018;p55"/>
            <p:cNvSpPr/>
            <p:nvPr/>
          </p:nvSpPr>
          <p:spPr>
            <a:xfrm>
              <a:off x="8054640" y="4298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8" name="Google Shape;3019;p55"/>
            <p:cNvSpPr/>
            <p:nvPr/>
          </p:nvSpPr>
          <p:spPr>
            <a:xfrm>
              <a:off x="7957440" y="50508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79" name="Google Shape;3020;p55"/>
            <p:cNvSpPr/>
            <p:nvPr/>
          </p:nvSpPr>
          <p:spPr>
            <a:xfrm>
              <a:off x="791568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0" name="Google Shape;3021;p55"/>
            <p:cNvSpPr/>
            <p:nvPr/>
          </p:nvSpPr>
          <p:spPr>
            <a:xfrm>
              <a:off x="8043840" y="39672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1" name="Google Shape;3022;p55"/>
            <p:cNvSpPr/>
            <p:nvPr/>
          </p:nvSpPr>
          <p:spPr>
            <a:xfrm>
              <a:off x="7787160" y="76176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2" name="Google Shape;3023;p55"/>
            <p:cNvSpPr/>
            <p:nvPr/>
          </p:nvSpPr>
          <p:spPr>
            <a:xfrm>
              <a:off x="8108280" y="81540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83" name="Google Shape;3024;p55"/>
          <p:cNvGrpSpPr/>
          <p:nvPr/>
        </p:nvGrpSpPr>
        <p:grpSpPr>
          <a:xfrm>
            <a:off x="7711560" y="1028520"/>
            <a:ext cx="578160" cy="685440"/>
            <a:chOff x="7711560" y="1028520"/>
            <a:chExt cx="578160" cy="685440"/>
          </a:xfrm>
        </p:grpSpPr>
        <p:sp>
          <p:nvSpPr>
            <p:cNvPr id="2484" name="Google Shape;3025;p55"/>
            <p:cNvSpPr/>
            <p:nvPr/>
          </p:nvSpPr>
          <p:spPr>
            <a:xfrm>
              <a:off x="7711560" y="1028520"/>
              <a:ext cx="578160" cy="68544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7478" h="20720">
                  <a:moveTo>
                    <a:pt x="8739" y="607"/>
                  </a:moveTo>
                  <a:cubicBezTo>
                    <a:pt x="10660" y="607"/>
                    <a:pt x="12372" y="1820"/>
                    <a:pt x="13023" y="3598"/>
                  </a:cubicBezTo>
                  <a:cubicBezTo>
                    <a:pt x="11735" y="3368"/>
                    <a:pt x="10267" y="3244"/>
                    <a:pt x="8739" y="3244"/>
                  </a:cubicBezTo>
                  <a:cubicBezTo>
                    <a:pt x="7212" y="3244"/>
                    <a:pt x="5746" y="3366"/>
                    <a:pt x="4455" y="3598"/>
                  </a:cubicBezTo>
                  <a:cubicBezTo>
                    <a:pt x="5109" y="1820"/>
                    <a:pt x="6820" y="607"/>
                    <a:pt x="8739" y="607"/>
                  </a:cubicBezTo>
                  <a:close/>
                  <a:moveTo>
                    <a:pt x="8742" y="3853"/>
                  </a:moveTo>
                  <a:cubicBezTo>
                    <a:pt x="10964" y="3853"/>
                    <a:pt x="13051" y="4119"/>
                    <a:pt x="14616" y="4599"/>
                  </a:cubicBezTo>
                  <a:cubicBezTo>
                    <a:pt x="16028" y="5033"/>
                    <a:pt x="16872" y="5611"/>
                    <a:pt x="16872" y="6143"/>
                  </a:cubicBezTo>
                  <a:cubicBezTo>
                    <a:pt x="16872" y="6624"/>
                    <a:pt x="16087" y="7352"/>
                    <a:pt x="13912" y="7882"/>
                  </a:cubicBezTo>
                  <a:lnTo>
                    <a:pt x="13912" y="6143"/>
                  </a:lnTo>
                  <a:cubicBezTo>
                    <a:pt x="13912" y="5633"/>
                    <a:pt x="13356" y="5224"/>
                    <a:pt x="12262" y="4933"/>
                  </a:cubicBezTo>
                  <a:cubicBezTo>
                    <a:pt x="11317" y="4682"/>
                    <a:pt x="10067" y="4543"/>
                    <a:pt x="8743" y="4543"/>
                  </a:cubicBezTo>
                  <a:cubicBezTo>
                    <a:pt x="7418" y="4543"/>
                    <a:pt x="6168" y="4683"/>
                    <a:pt x="5224" y="4933"/>
                  </a:cubicBezTo>
                  <a:cubicBezTo>
                    <a:pt x="4130" y="5226"/>
                    <a:pt x="3575" y="5633"/>
                    <a:pt x="3575" y="6143"/>
                  </a:cubicBezTo>
                  <a:lnTo>
                    <a:pt x="3575" y="7882"/>
                  </a:lnTo>
                  <a:cubicBezTo>
                    <a:pt x="1393" y="7352"/>
                    <a:pt x="610" y="6624"/>
                    <a:pt x="610" y="6143"/>
                  </a:cubicBezTo>
                  <a:cubicBezTo>
                    <a:pt x="610" y="5611"/>
                    <a:pt x="1453" y="5033"/>
                    <a:pt x="2866" y="4599"/>
                  </a:cubicBezTo>
                  <a:cubicBezTo>
                    <a:pt x="4430" y="4118"/>
                    <a:pt x="6517" y="3853"/>
                    <a:pt x="8742" y="3853"/>
                  </a:cubicBezTo>
                  <a:close/>
                  <a:moveTo>
                    <a:pt x="8742" y="5150"/>
                  </a:moveTo>
                  <a:cubicBezTo>
                    <a:pt x="10016" y="5150"/>
                    <a:pt x="11210" y="5282"/>
                    <a:pt x="12102" y="5520"/>
                  </a:cubicBezTo>
                  <a:cubicBezTo>
                    <a:pt x="13083" y="5781"/>
                    <a:pt x="13302" y="6067"/>
                    <a:pt x="13302" y="6146"/>
                  </a:cubicBezTo>
                  <a:lnTo>
                    <a:pt x="13302" y="8091"/>
                  </a:lnTo>
                  <a:cubicBezTo>
                    <a:pt x="13302" y="9175"/>
                    <a:pt x="12919" y="10217"/>
                    <a:pt x="12221" y="11040"/>
                  </a:cubicBezTo>
                  <a:cubicBezTo>
                    <a:pt x="12142" y="11033"/>
                    <a:pt x="12064" y="11030"/>
                    <a:pt x="11985" y="11030"/>
                  </a:cubicBezTo>
                  <a:lnTo>
                    <a:pt x="10414" y="11030"/>
                  </a:lnTo>
                  <a:cubicBezTo>
                    <a:pt x="10400" y="11004"/>
                    <a:pt x="10384" y="10980"/>
                    <a:pt x="10367" y="10954"/>
                  </a:cubicBezTo>
                  <a:cubicBezTo>
                    <a:pt x="11722" y="10326"/>
                    <a:pt x="12614" y="8956"/>
                    <a:pt x="12614" y="7441"/>
                  </a:cubicBezTo>
                  <a:lnTo>
                    <a:pt x="12614" y="6627"/>
                  </a:lnTo>
                  <a:cubicBezTo>
                    <a:pt x="12614" y="6460"/>
                    <a:pt x="12478" y="6324"/>
                    <a:pt x="12309" y="6324"/>
                  </a:cubicBezTo>
                  <a:cubicBezTo>
                    <a:pt x="12142" y="6324"/>
                    <a:pt x="12007" y="6460"/>
                    <a:pt x="12007" y="6627"/>
                  </a:cubicBezTo>
                  <a:lnTo>
                    <a:pt x="12007" y="7441"/>
                  </a:lnTo>
                  <a:cubicBezTo>
                    <a:pt x="12007" y="8783"/>
                    <a:pt x="11181" y="9989"/>
                    <a:pt x="9942" y="10477"/>
                  </a:cubicBezTo>
                  <a:cubicBezTo>
                    <a:pt x="9610" y="10216"/>
                    <a:pt x="9195" y="10056"/>
                    <a:pt x="8742" y="10056"/>
                  </a:cubicBezTo>
                  <a:cubicBezTo>
                    <a:pt x="8288" y="10056"/>
                    <a:pt x="7872" y="10213"/>
                    <a:pt x="7542" y="10477"/>
                  </a:cubicBezTo>
                  <a:cubicBezTo>
                    <a:pt x="6300" y="9989"/>
                    <a:pt x="5476" y="8789"/>
                    <a:pt x="5476" y="7441"/>
                  </a:cubicBezTo>
                  <a:lnTo>
                    <a:pt x="5476" y="5496"/>
                  </a:lnTo>
                  <a:cubicBezTo>
                    <a:pt x="6358" y="5272"/>
                    <a:pt x="7514" y="5150"/>
                    <a:pt x="8742" y="5150"/>
                  </a:cubicBezTo>
                  <a:close/>
                  <a:moveTo>
                    <a:pt x="4869" y="5679"/>
                  </a:moveTo>
                  <a:lnTo>
                    <a:pt x="4869" y="7439"/>
                  </a:lnTo>
                  <a:cubicBezTo>
                    <a:pt x="4869" y="8962"/>
                    <a:pt x="5757" y="10326"/>
                    <a:pt x="7115" y="10954"/>
                  </a:cubicBezTo>
                  <a:cubicBezTo>
                    <a:pt x="6925" y="11251"/>
                    <a:pt x="6817" y="11604"/>
                    <a:pt x="6817" y="11981"/>
                  </a:cubicBezTo>
                  <a:cubicBezTo>
                    <a:pt x="6817" y="12067"/>
                    <a:pt x="6824" y="12151"/>
                    <a:pt x="6835" y="12232"/>
                  </a:cubicBezTo>
                  <a:cubicBezTo>
                    <a:pt x="6145" y="11915"/>
                    <a:pt x="5538" y="11425"/>
                    <a:pt x="5083" y="10817"/>
                  </a:cubicBezTo>
                  <a:cubicBezTo>
                    <a:pt x="4490" y="10024"/>
                    <a:pt x="4179" y="9082"/>
                    <a:pt x="4179" y="8089"/>
                  </a:cubicBezTo>
                  <a:lnTo>
                    <a:pt x="4179" y="6143"/>
                  </a:lnTo>
                  <a:cubicBezTo>
                    <a:pt x="4179" y="6081"/>
                    <a:pt x="4317" y="5888"/>
                    <a:pt x="4869" y="5679"/>
                  </a:cubicBezTo>
                  <a:close/>
                  <a:moveTo>
                    <a:pt x="8744" y="10666"/>
                  </a:moveTo>
                  <a:cubicBezTo>
                    <a:pt x="9470" y="10666"/>
                    <a:pt x="10059" y="11256"/>
                    <a:pt x="10059" y="11982"/>
                  </a:cubicBezTo>
                  <a:cubicBezTo>
                    <a:pt x="10059" y="12709"/>
                    <a:pt x="9467" y="13302"/>
                    <a:pt x="8739" y="13302"/>
                  </a:cubicBezTo>
                  <a:cubicBezTo>
                    <a:pt x="8013" y="13302"/>
                    <a:pt x="7419" y="12711"/>
                    <a:pt x="7419" y="11982"/>
                  </a:cubicBezTo>
                  <a:cubicBezTo>
                    <a:pt x="7419" y="11254"/>
                    <a:pt x="8011" y="10666"/>
                    <a:pt x="8739" y="10666"/>
                  </a:cubicBezTo>
                  <a:cubicBezTo>
                    <a:pt x="8741" y="10666"/>
                    <a:pt x="8742" y="10666"/>
                    <a:pt x="8744" y="10666"/>
                  </a:cubicBezTo>
                  <a:close/>
                  <a:moveTo>
                    <a:pt x="11990" y="11640"/>
                  </a:moveTo>
                  <a:cubicBezTo>
                    <a:pt x="13430" y="11640"/>
                    <a:pt x="14600" y="12812"/>
                    <a:pt x="14600" y="14253"/>
                  </a:cubicBezTo>
                  <a:lnTo>
                    <a:pt x="14600" y="15317"/>
                  </a:lnTo>
                  <a:lnTo>
                    <a:pt x="11795" y="14493"/>
                  </a:lnTo>
                  <a:cubicBezTo>
                    <a:pt x="11512" y="14410"/>
                    <a:pt x="11315" y="14145"/>
                    <a:pt x="11315" y="13850"/>
                  </a:cubicBezTo>
                  <a:lnTo>
                    <a:pt x="11315" y="12936"/>
                  </a:lnTo>
                  <a:lnTo>
                    <a:pt x="11985" y="12936"/>
                  </a:lnTo>
                  <a:cubicBezTo>
                    <a:pt x="12608" y="12936"/>
                    <a:pt x="13152" y="13381"/>
                    <a:pt x="13278" y="13990"/>
                  </a:cubicBezTo>
                  <a:cubicBezTo>
                    <a:pt x="13306" y="14133"/>
                    <a:pt x="13435" y="14233"/>
                    <a:pt x="13573" y="14233"/>
                  </a:cubicBezTo>
                  <a:cubicBezTo>
                    <a:pt x="13593" y="14233"/>
                    <a:pt x="13615" y="14232"/>
                    <a:pt x="13635" y="14229"/>
                  </a:cubicBezTo>
                  <a:cubicBezTo>
                    <a:pt x="13799" y="14195"/>
                    <a:pt x="13905" y="14033"/>
                    <a:pt x="13872" y="13869"/>
                  </a:cubicBezTo>
                  <a:cubicBezTo>
                    <a:pt x="13690" y="12976"/>
                    <a:pt x="12898" y="12329"/>
                    <a:pt x="11985" y="12329"/>
                  </a:cubicBezTo>
                  <a:lnTo>
                    <a:pt x="10636" y="12329"/>
                  </a:lnTo>
                  <a:cubicBezTo>
                    <a:pt x="10656" y="12217"/>
                    <a:pt x="10666" y="12102"/>
                    <a:pt x="10666" y="11984"/>
                  </a:cubicBezTo>
                  <a:cubicBezTo>
                    <a:pt x="10666" y="11867"/>
                    <a:pt x="10656" y="11751"/>
                    <a:pt x="10636" y="11640"/>
                  </a:cubicBezTo>
                  <a:lnTo>
                    <a:pt x="11985" y="11640"/>
                  </a:lnTo>
                  <a:cubicBezTo>
                    <a:pt x="11987" y="11640"/>
                    <a:pt x="11989" y="11640"/>
                    <a:pt x="11990" y="11640"/>
                  </a:cubicBezTo>
                  <a:close/>
                  <a:moveTo>
                    <a:pt x="4869" y="15364"/>
                  </a:moveTo>
                  <a:lnTo>
                    <a:pt x="4869" y="17014"/>
                  </a:lnTo>
                  <a:cubicBezTo>
                    <a:pt x="4869" y="17452"/>
                    <a:pt x="4697" y="17865"/>
                    <a:pt x="4387" y="18175"/>
                  </a:cubicBezTo>
                  <a:lnTo>
                    <a:pt x="4177" y="18385"/>
                  </a:lnTo>
                  <a:lnTo>
                    <a:pt x="4177" y="15567"/>
                  </a:lnTo>
                  <a:lnTo>
                    <a:pt x="4869" y="15364"/>
                  </a:lnTo>
                  <a:close/>
                  <a:moveTo>
                    <a:pt x="12612" y="15364"/>
                  </a:moveTo>
                  <a:lnTo>
                    <a:pt x="13302" y="15567"/>
                  </a:lnTo>
                  <a:lnTo>
                    <a:pt x="13302" y="18386"/>
                  </a:lnTo>
                  <a:lnTo>
                    <a:pt x="13093" y="18175"/>
                  </a:lnTo>
                  <a:cubicBezTo>
                    <a:pt x="12784" y="17865"/>
                    <a:pt x="12612" y="17452"/>
                    <a:pt x="12612" y="17014"/>
                  </a:cubicBezTo>
                  <a:lnTo>
                    <a:pt x="12612" y="15364"/>
                  </a:lnTo>
                  <a:close/>
                  <a:moveTo>
                    <a:pt x="6774" y="12868"/>
                  </a:moveTo>
                  <a:cubicBezTo>
                    <a:pt x="6881" y="12912"/>
                    <a:pt x="6991" y="12954"/>
                    <a:pt x="7102" y="12991"/>
                  </a:cubicBezTo>
                  <a:cubicBezTo>
                    <a:pt x="7442" y="13539"/>
                    <a:pt x="8051" y="13905"/>
                    <a:pt x="8742" y="13905"/>
                  </a:cubicBezTo>
                  <a:cubicBezTo>
                    <a:pt x="9457" y="13905"/>
                    <a:pt x="10081" y="13512"/>
                    <a:pt x="10414" y="12932"/>
                  </a:cubicBezTo>
                  <a:lnTo>
                    <a:pt x="10708" y="12932"/>
                  </a:lnTo>
                  <a:lnTo>
                    <a:pt x="10708" y="13846"/>
                  </a:lnTo>
                  <a:cubicBezTo>
                    <a:pt x="10708" y="14409"/>
                    <a:pt x="11085" y="14912"/>
                    <a:pt x="11627" y="15071"/>
                  </a:cubicBezTo>
                  <a:lnTo>
                    <a:pt x="12007" y="15183"/>
                  </a:lnTo>
                  <a:lnTo>
                    <a:pt x="12007" y="17011"/>
                  </a:lnTo>
                  <a:cubicBezTo>
                    <a:pt x="12007" y="17612"/>
                    <a:pt x="12241" y="18178"/>
                    <a:pt x="12665" y="18602"/>
                  </a:cubicBezTo>
                  <a:lnTo>
                    <a:pt x="12874" y="18810"/>
                  </a:lnTo>
                  <a:lnTo>
                    <a:pt x="4609" y="18810"/>
                  </a:lnTo>
                  <a:lnTo>
                    <a:pt x="4817" y="18602"/>
                  </a:lnTo>
                  <a:cubicBezTo>
                    <a:pt x="5243" y="18178"/>
                    <a:pt x="5476" y="17611"/>
                    <a:pt x="5476" y="17011"/>
                  </a:cubicBezTo>
                  <a:lnTo>
                    <a:pt x="5476" y="15186"/>
                  </a:lnTo>
                  <a:lnTo>
                    <a:pt x="5856" y="15073"/>
                  </a:lnTo>
                  <a:cubicBezTo>
                    <a:pt x="6395" y="14914"/>
                    <a:pt x="6774" y="14410"/>
                    <a:pt x="6774" y="13848"/>
                  </a:cubicBezTo>
                  <a:lnTo>
                    <a:pt x="6774" y="12868"/>
                  </a:lnTo>
                  <a:close/>
                  <a:moveTo>
                    <a:pt x="3573" y="15746"/>
                  </a:moveTo>
                  <a:lnTo>
                    <a:pt x="3573" y="18815"/>
                  </a:lnTo>
                  <a:lnTo>
                    <a:pt x="1261" y="18815"/>
                  </a:lnTo>
                  <a:lnTo>
                    <a:pt x="1261" y="17656"/>
                  </a:lnTo>
                  <a:lnTo>
                    <a:pt x="1260" y="17656"/>
                  </a:lnTo>
                  <a:cubicBezTo>
                    <a:pt x="1260" y="16931"/>
                    <a:pt x="1742" y="16283"/>
                    <a:pt x="2439" y="16080"/>
                  </a:cubicBezTo>
                  <a:lnTo>
                    <a:pt x="3573" y="15746"/>
                  </a:lnTo>
                  <a:close/>
                  <a:moveTo>
                    <a:pt x="13909" y="15746"/>
                  </a:moveTo>
                  <a:lnTo>
                    <a:pt x="15043" y="16080"/>
                  </a:lnTo>
                  <a:cubicBezTo>
                    <a:pt x="15737" y="16283"/>
                    <a:pt x="16221" y="16931"/>
                    <a:pt x="16221" y="17656"/>
                  </a:cubicBezTo>
                  <a:lnTo>
                    <a:pt x="16221" y="18815"/>
                  </a:lnTo>
                  <a:lnTo>
                    <a:pt x="13909" y="18815"/>
                  </a:lnTo>
                  <a:lnTo>
                    <a:pt x="13909" y="15746"/>
                  </a:lnTo>
                  <a:close/>
                  <a:moveTo>
                    <a:pt x="8739" y="0"/>
                  </a:moveTo>
                  <a:cubicBezTo>
                    <a:pt x="6443" y="0"/>
                    <a:pt x="4409" y="1533"/>
                    <a:pt x="3773" y="3733"/>
                  </a:cubicBezTo>
                  <a:cubicBezTo>
                    <a:pt x="3391" y="3818"/>
                    <a:pt x="3026" y="3912"/>
                    <a:pt x="2686" y="4018"/>
                  </a:cubicBezTo>
                  <a:cubicBezTo>
                    <a:pt x="928" y="4557"/>
                    <a:pt x="0" y="5293"/>
                    <a:pt x="0" y="6143"/>
                  </a:cubicBezTo>
                  <a:cubicBezTo>
                    <a:pt x="0" y="7135"/>
                    <a:pt x="1271" y="7974"/>
                    <a:pt x="3586" y="8509"/>
                  </a:cubicBezTo>
                  <a:cubicBezTo>
                    <a:pt x="3662" y="9477"/>
                    <a:pt x="4009" y="10394"/>
                    <a:pt x="4594" y="11180"/>
                  </a:cubicBezTo>
                  <a:cubicBezTo>
                    <a:pt x="5016" y="11744"/>
                    <a:pt x="5554" y="12218"/>
                    <a:pt x="6164" y="12568"/>
                  </a:cubicBezTo>
                  <a:lnTo>
                    <a:pt x="6164" y="13846"/>
                  </a:lnTo>
                  <a:cubicBezTo>
                    <a:pt x="6164" y="14140"/>
                    <a:pt x="5966" y="14405"/>
                    <a:pt x="5681" y="14489"/>
                  </a:cubicBezTo>
                  <a:lnTo>
                    <a:pt x="2262" y="15494"/>
                  </a:lnTo>
                  <a:cubicBezTo>
                    <a:pt x="1311" y="15774"/>
                    <a:pt x="647" y="16661"/>
                    <a:pt x="647" y="17652"/>
                  </a:cubicBezTo>
                  <a:lnTo>
                    <a:pt x="647" y="20416"/>
                  </a:lnTo>
                  <a:cubicBezTo>
                    <a:pt x="647" y="20584"/>
                    <a:pt x="783" y="20720"/>
                    <a:pt x="951" y="20720"/>
                  </a:cubicBezTo>
                  <a:cubicBezTo>
                    <a:pt x="1118" y="20720"/>
                    <a:pt x="1254" y="20584"/>
                    <a:pt x="1254" y="20416"/>
                  </a:cubicBezTo>
                  <a:lnTo>
                    <a:pt x="1254" y="19422"/>
                  </a:lnTo>
                  <a:lnTo>
                    <a:pt x="16218" y="19422"/>
                  </a:lnTo>
                  <a:lnTo>
                    <a:pt x="16218" y="20416"/>
                  </a:lnTo>
                  <a:cubicBezTo>
                    <a:pt x="16218" y="20584"/>
                    <a:pt x="16354" y="20720"/>
                    <a:pt x="16521" y="20720"/>
                  </a:cubicBezTo>
                  <a:cubicBezTo>
                    <a:pt x="16690" y="20720"/>
                    <a:pt x="16825" y="20584"/>
                    <a:pt x="16825" y="20416"/>
                  </a:cubicBezTo>
                  <a:lnTo>
                    <a:pt x="16825" y="17656"/>
                  </a:lnTo>
                  <a:cubicBezTo>
                    <a:pt x="16825" y="16665"/>
                    <a:pt x="16161" y="15778"/>
                    <a:pt x="15211" y="15497"/>
                  </a:cubicBezTo>
                  <a:lnTo>
                    <a:pt x="15204" y="15496"/>
                  </a:lnTo>
                  <a:lnTo>
                    <a:pt x="15204" y="14253"/>
                  </a:lnTo>
                  <a:cubicBezTo>
                    <a:pt x="15204" y="12792"/>
                    <a:pt x="14227" y="11557"/>
                    <a:pt x="12894" y="11163"/>
                  </a:cubicBezTo>
                  <a:cubicBezTo>
                    <a:pt x="13466" y="10389"/>
                    <a:pt x="13812" y="9470"/>
                    <a:pt x="13888" y="8511"/>
                  </a:cubicBezTo>
                  <a:cubicBezTo>
                    <a:pt x="16207" y="7974"/>
                    <a:pt x="17478" y="7135"/>
                    <a:pt x="17478" y="6143"/>
                  </a:cubicBezTo>
                  <a:cubicBezTo>
                    <a:pt x="17478" y="5293"/>
                    <a:pt x="16550" y="4557"/>
                    <a:pt x="14793" y="4018"/>
                  </a:cubicBezTo>
                  <a:cubicBezTo>
                    <a:pt x="14454" y="3913"/>
                    <a:pt x="14089" y="3819"/>
                    <a:pt x="13706" y="3733"/>
                  </a:cubicBezTo>
                  <a:cubicBezTo>
                    <a:pt x="13071" y="1533"/>
                    <a:pt x="11038" y="0"/>
                    <a:pt x="87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5" name="Google Shape;3026;p55"/>
            <p:cNvSpPr/>
            <p:nvPr/>
          </p:nvSpPr>
          <p:spPr>
            <a:xfrm>
              <a:off x="7990560" y="158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628"/>
                  </a:lnTo>
                  <a:cubicBezTo>
                    <a:pt x="0" y="797"/>
                    <a:pt x="136" y="933"/>
                    <a:pt x="303" y="933"/>
                  </a:cubicBezTo>
                  <a:cubicBezTo>
                    <a:pt x="472" y="933"/>
                    <a:pt x="607" y="797"/>
                    <a:pt x="607" y="628"/>
                  </a:cubicBezTo>
                  <a:lnTo>
                    <a:pt x="607" y="304"/>
                  </a:lnTo>
                  <a:cubicBezTo>
                    <a:pt x="607" y="136"/>
                    <a:pt x="472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6" name="Google Shape;3027;p55"/>
            <p:cNvSpPr/>
            <p:nvPr/>
          </p:nvSpPr>
          <p:spPr>
            <a:xfrm>
              <a:off x="7990560" y="152244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2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87" name="Google Shape;3028;p55"/>
          <p:cNvGrpSpPr/>
          <p:nvPr/>
        </p:nvGrpSpPr>
        <p:grpSpPr>
          <a:xfrm>
            <a:off x="874800" y="3600360"/>
            <a:ext cx="536760" cy="685440"/>
            <a:chOff x="874800" y="3600360"/>
            <a:chExt cx="536760" cy="685440"/>
          </a:xfrm>
        </p:grpSpPr>
        <p:sp>
          <p:nvSpPr>
            <p:cNvPr id="2488" name="Google Shape;3029;p55"/>
            <p:cNvSpPr/>
            <p:nvPr/>
          </p:nvSpPr>
          <p:spPr>
            <a:xfrm>
              <a:off x="1068840" y="38581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4" y="0"/>
                  </a:moveTo>
                  <a:cubicBezTo>
                    <a:pt x="137" y="0"/>
                    <a:pt x="1" y="136"/>
                    <a:pt x="1" y="303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4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3"/>
                  </a:lnTo>
                  <a:cubicBezTo>
                    <a:pt x="608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89" name="Google Shape;3030;p55"/>
            <p:cNvSpPr/>
            <p:nvPr/>
          </p:nvSpPr>
          <p:spPr>
            <a:xfrm>
              <a:off x="1198080" y="385812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3" y="0"/>
                  </a:moveTo>
                  <a:cubicBezTo>
                    <a:pt x="136" y="0"/>
                    <a:pt x="0" y="136"/>
                    <a:pt x="0" y="303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1" y="932"/>
                    <a:pt x="607" y="796"/>
                    <a:pt x="607" y="629"/>
                  </a:cubicBezTo>
                  <a:lnTo>
                    <a:pt x="607" y="303"/>
                  </a:lnTo>
                  <a:cubicBezTo>
                    <a:pt x="607" y="136"/>
                    <a:pt x="471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0" name="Google Shape;3031;p55"/>
            <p:cNvSpPr/>
            <p:nvPr/>
          </p:nvSpPr>
          <p:spPr>
            <a:xfrm>
              <a:off x="1099800" y="3933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8" h="933">
                  <a:moveTo>
                    <a:pt x="336" y="1"/>
                  </a:moveTo>
                  <a:cubicBezTo>
                    <a:pt x="257" y="1"/>
                    <a:pt x="178" y="31"/>
                    <a:pt x="119" y="91"/>
                  </a:cubicBezTo>
                  <a:cubicBezTo>
                    <a:pt x="1" y="211"/>
                    <a:pt x="4" y="403"/>
                    <a:pt x="122" y="520"/>
                  </a:cubicBezTo>
                  <a:cubicBezTo>
                    <a:pt x="383" y="780"/>
                    <a:pt x="828" y="932"/>
                    <a:pt x="1310" y="932"/>
                  </a:cubicBezTo>
                  <a:cubicBezTo>
                    <a:pt x="1792" y="932"/>
                    <a:pt x="2234" y="777"/>
                    <a:pt x="2497" y="520"/>
                  </a:cubicBezTo>
                  <a:cubicBezTo>
                    <a:pt x="2617" y="403"/>
                    <a:pt x="2617" y="211"/>
                    <a:pt x="2499" y="91"/>
                  </a:cubicBezTo>
                  <a:cubicBezTo>
                    <a:pt x="2439" y="31"/>
                    <a:pt x="2361" y="1"/>
                    <a:pt x="2282" y="1"/>
                  </a:cubicBezTo>
                  <a:cubicBezTo>
                    <a:pt x="2205" y="1"/>
                    <a:pt x="2129" y="30"/>
                    <a:pt x="2070" y="88"/>
                  </a:cubicBezTo>
                  <a:cubicBezTo>
                    <a:pt x="1960" y="197"/>
                    <a:pt x="1693" y="325"/>
                    <a:pt x="1310" y="325"/>
                  </a:cubicBezTo>
                  <a:cubicBezTo>
                    <a:pt x="926" y="325"/>
                    <a:pt x="660" y="197"/>
                    <a:pt x="549" y="88"/>
                  </a:cubicBezTo>
                  <a:cubicBezTo>
                    <a:pt x="490" y="30"/>
                    <a:pt x="413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1" name="Google Shape;3032;p55"/>
            <p:cNvSpPr/>
            <p:nvPr/>
          </p:nvSpPr>
          <p:spPr>
            <a:xfrm>
              <a:off x="1058040" y="382572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5" y="0"/>
                  </a:moveTo>
                  <a:cubicBezTo>
                    <a:pt x="136" y="0"/>
                    <a:pt x="1" y="136"/>
                    <a:pt x="1" y="305"/>
                  </a:cubicBezTo>
                  <a:cubicBezTo>
                    <a:pt x="1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2" name="Google Shape;3033;p55"/>
            <p:cNvSpPr/>
            <p:nvPr/>
          </p:nvSpPr>
          <p:spPr>
            <a:xfrm>
              <a:off x="1186920" y="3825720"/>
              <a:ext cx="41400" cy="19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5" y="0"/>
                  </a:moveTo>
                  <a:cubicBezTo>
                    <a:pt x="136" y="0"/>
                    <a:pt x="0" y="136"/>
                    <a:pt x="0" y="305"/>
                  </a:cubicBezTo>
                  <a:cubicBezTo>
                    <a:pt x="0" y="472"/>
                    <a:pt x="136" y="607"/>
                    <a:pt x="305" y="607"/>
                  </a:cubicBezTo>
                  <a:lnTo>
                    <a:pt x="953" y="607"/>
                  </a:lnTo>
                  <a:cubicBezTo>
                    <a:pt x="1120" y="607"/>
                    <a:pt x="1256" y="472"/>
                    <a:pt x="1256" y="305"/>
                  </a:cubicBezTo>
                  <a:cubicBezTo>
                    <a:pt x="1256" y="136"/>
                    <a:pt x="112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3" name="Google Shape;3034;p55"/>
            <p:cNvSpPr/>
            <p:nvPr/>
          </p:nvSpPr>
          <p:spPr>
            <a:xfrm>
              <a:off x="874800" y="3600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1" h="20722">
                  <a:moveTo>
                    <a:pt x="8412" y="609"/>
                  </a:moveTo>
                  <a:cubicBezTo>
                    <a:pt x="8424" y="609"/>
                    <a:pt x="8434" y="619"/>
                    <a:pt x="8434" y="629"/>
                  </a:cubicBezTo>
                  <a:lnTo>
                    <a:pt x="8434" y="1602"/>
                  </a:lnTo>
                  <a:cubicBezTo>
                    <a:pt x="8434" y="1770"/>
                    <a:pt x="8570" y="1906"/>
                    <a:pt x="8738" y="1906"/>
                  </a:cubicBezTo>
                  <a:cubicBezTo>
                    <a:pt x="8905" y="1906"/>
                    <a:pt x="9041" y="1770"/>
                    <a:pt x="9041" y="1602"/>
                  </a:cubicBezTo>
                  <a:lnTo>
                    <a:pt x="9041" y="1258"/>
                  </a:lnTo>
                  <a:lnTo>
                    <a:pt x="9062" y="1258"/>
                  </a:lnTo>
                  <a:cubicBezTo>
                    <a:pt x="9519" y="1258"/>
                    <a:pt x="9962" y="1342"/>
                    <a:pt x="10380" y="1507"/>
                  </a:cubicBezTo>
                  <a:lnTo>
                    <a:pt x="10380" y="1927"/>
                  </a:lnTo>
                  <a:cubicBezTo>
                    <a:pt x="10380" y="2094"/>
                    <a:pt x="10516" y="2230"/>
                    <a:pt x="10683" y="2230"/>
                  </a:cubicBezTo>
                  <a:cubicBezTo>
                    <a:pt x="10852" y="2230"/>
                    <a:pt x="10987" y="2094"/>
                    <a:pt x="10987" y="1927"/>
                  </a:cubicBezTo>
                  <a:lnTo>
                    <a:pt x="10987" y="1278"/>
                  </a:lnTo>
                  <a:cubicBezTo>
                    <a:pt x="10987" y="1265"/>
                    <a:pt x="10996" y="1256"/>
                    <a:pt x="11009" y="1256"/>
                  </a:cubicBezTo>
                  <a:lnTo>
                    <a:pt x="11333" y="1256"/>
                  </a:lnTo>
                  <a:cubicBezTo>
                    <a:pt x="11524" y="1256"/>
                    <a:pt x="11680" y="1412"/>
                    <a:pt x="11680" y="1600"/>
                  </a:cubicBezTo>
                  <a:lnTo>
                    <a:pt x="11680" y="2270"/>
                  </a:lnTo>
                  <a:cubicBezTo>
                    <a:pt x="11680" y="2343"/>
                    <a:pt x="11706" y="2414"/>
                    <a:pt x="11754" y="2470"/>
                  </a:cubicBezTo>
                  <a:cubicBezTo>
                    <a:pt x="12333" y="3126"/>
                    <a:pt x="12651" y="3968"/>
                    <a:pt x="12651" y="4844"/>
                  </a:cubicBezTo>
                  <a:lnTo>
                    <a:pt x="12651" y="5001"/>
                  </a:lnTo>
                  <a:cubicBezTo>
                    <a:pt x="11389" y="4497"/>
                    <a:pt x="9792" y="4215"/>
                    <a:pt x="8088" y="4215"/>
                  </a:cubicBezTo>
                  <a:cubicBezTo>
                    <a:pt x="7293" y="4215"/>
                    <a:pt x="6513" y="4277"/>
                    <a:pt x="5769" y="4399"/>
                  </a:cubicBezTo>
                  <a:cubicBezTo>
                    <a:pt x="5603" y="4427"/>
                    <a:pt x="5490" y="4582"/>
                    <a:pt x="5519" y="4748"/>
                  </a:cubicBezTo>
                  <a:cubicBezTo>
                    <a:pt x="5543" y="4895"/>
                    <a:pt x="5670" y="5002"/>
                    <a:pt x="5816" y="5002"/>
                  </a:cubicBezTo>
                  <a:cubicBezTo>
                    <a:pt x="5833" y="5002"/>
                    <a:pt x="5850" y="5001"/>
                    <a:pt x="5868" y="4998"/>
                  </a:cubicBezTo>
                  <a:cubicBezTo>
                    <a:pt x="6579" y="4881"/>
                    <a:pt x="7326" y="4822"/>
                    <a:pt x="8088" y="4822"/>
                  </a:cubicBezTo>
                  <a:cubicBezTo>
                    <a:pt x="9634" y="4822"/>
                    <a:pt x="11119" y="5072"/>
                    <a:pt x="12289" y="5513"/>
                  </a:cubicBezTo>
                  <a:lnTo>
                    <a:pt x="3884" y="5513"/>
                  </a:lnTo>
                  <a:cubicBezTo>
                    <a:pt x="4111" y="5428"/>
                    <a:pt x="4349" y="5349"/>
                    <a:pt x="4604" y="5278"/>
                  </a:cubicBezTo>
                  <a:cubicBezTo>
                    <a:pt x="4764" y="5232"/>
                    <a:pt x="4858" y="5064"/>
                    <a:pt x="4812" y="4904"/>
                  </a:cubicBezTo>
                  <a:cubicBezTo>
                    <a:pt x="4773" y="4770"/>
                    <a:pt x="4651" y="4682"/>
                    <a:pt x="4519" y="4682"/>
                  </a:cubicBezTo>
                  <a:cubicBezTo>
                    <a:pt x="4492" y="4682"/>
                    <a:pt x="4464" y="4686"/>
                    <a:pt x="4437" y="4694"/>
                  </a:cubicBezTo>
                  <a:cubicBezTo>
                    <a:pt x="4114" y="4785"/>
                    <a:pt x="3811" y="4889"/>
                    <a:pt x="3527" y="5002"/>
                  </a:cubicBezTo>
                  <a:lnTo>
                    <a:pt x="3527" y="4848"/>
                  </a:lnTo>
                  <a:cubicBezTo>
                    <a:pt x="3527" y="3972"/>
                    <a:pt x="3847" y="3128"/>
                    <a:pt x="4422" y="2473"/>
                  </a:cubicBezTo>
                  <a:cubicBezTo>
                    <a:pt x="4472" y="2419"/>
                    <a:pt x="4499" y="2347"/>
                    <a:pt x="4499" y="2273"/>
                  </a:cubicBezTo>
                  <a:lnTo>
                    <a:pt x="4499" y="1603"/>
                  </a:lnTo>
                  <a:cubicBezTo>
                    <a:pt x="4499" y="1413"/>
                    <a:pt x="4655" y="1259"/>
                    <a:pt x="4844" y="1259"/>
                  </a:cubicBezTo>
                  <a:lnTo>
                    <a:pt x="5169" y="1259"/>
                  </a:lnTo>
                  <a:cubicBezTo>
                    <a:pt x="5179" y="1259"/>
                    <a:pt x="5191" y="1269"/>
                    <a:pt x="5191" y="1280"/>
                  </a:cubicBezTo>
                  <a:lnTo>
                    <a:pt x="5191" y="1930"/>
                  </a:lnTo>
                  <a:cubicBezTo>
                    <a:pt x="5191" y="2099"/>
                    <a:pt x="5326" y="2234"/>
                    <a:pt x="5493" y="2234"/>
                  </a:cubicBezTo>
                  <a:cubicBezTo>
                    <a:pt x="5662" y="2234"/>
                    <a:pt x="5798" y="2099"/>
                    <a:pt x="5798" y="1930"/>
                  </a:cubicBezTo>
                  <a:lnTo>
                    <a:pt x="5798" y="1512"/>
                  </a:lnTo>
                  <a:cubicBezTo>
                    <a:pt x="6217" y="1345"/>
                    <a:pt x="6660" y="1262"/>
                    <a:pt x="7114" y="1262"/>
                  </a:cubicBezTo>
                  <a:lnTo>
                    <a:pt x="7136" y="1262"/>
                  </a:lnTo>
                  <a:lnTo>
                    <a:pt x="7136" y="1606"/>
                  </a:lnTo>
                  <a:cubicBezTo>
                    <a:pt x="7136" y="1773"/>
                    <a:pt x="7271" y="1909"/>
                    <a:pt x="7440" y="1909"/>
                  </a:cubicBezTo>
                  <a:cubicBezTo>
                    <a:pt x="7607" y="1909"/>
                    <a:pt x="7743" y="1773"/>
                    <a:pt x="7743" y="1606"/>
                  </a:cubicBezTo>
                  <a:lnTo>
                    <a:pt x="7743" y="629"/>
                  </a:lnTo>
                  <a:cubicBezTo>
                    <a:pt x="7743" y="619"/>
                    <a:pt x="7753" y="609"/>
                    <a:pt x="7764" y="609"/>
                  </a:cubicBezTo>
                  <a:close/>
                  <a:moveTo>
                    <a:pt x="12653" y="6125"/>
                  </a:moveTo>
                  <a:lnTo>
                    <a:pt x="12653" y="7463"/>
                  </a:lnTo>
                  <a:lnTo>
                    <a:pt x="12306" y="7463"/>
                  </a:lnTo>
                  <a:cubicBezTo>
                    <a:pt x="12116" y="7463"/>
                    <a:pt x="11961" y="7307"/>
                    <a:pt x="11961" y="7119"/>
                  </a:cubicBezTo>
                  <a:lnTo>
                    <a:pt x="11961" y="6125"/>
                  </a:lnTo>
                  <a:close/>
                  <a:moveTo>
                    <a:pt x="4218" y="6126"/>
                  </a:moveTo>
                  <a:lnTo>
                    <a:pt x="4218" y="7119"/>
                  </a:lnTo>
                  <a:cubicBezTo>
                    <a:pt x="4218" y="7212"/>
                    <a:pt x="4182" y="7297"/>
                    <a:pt x="4115" y="7363"/>
                  </a:cubicBezTo>
                  <a:cubicBezTo>
                    <a:pt x="4049" y="7427"/>
                    <a:pt x="3964" y="7464"/>
                    <a:pt x="3871" y="7464"/>
                  </a:cubicBezTo>
                  <a:lnTo>
                    <a:pt x="3525" y="7464"/>
                  </a:lnTo>
                  <a:lnTo>
                    <a:pt x="3525" y="6126"/>
                  </a:lnTo>
                  <a:close/>
                  <a:moveTo>
                    <a:pt x="11354" y="6126"/>
                  </a:moveTo>
                  <a:lnTo>
                    <a:pt x="11354" y="7120"/>
                  </a:lnTo>
                  <a:cubicBezTo>
                    <a:pt x="11354" y="7646"/>
                    <a:pt x="11782" y="8074"/>
                    <a:pt x="12306" y="8074"/>
                  </a:cubicBezTo>
                  <a:lnTo>
                    <a:pt x="12793" y="8074"/>
                  </a:lnTo>
                  <a:cubicBezTo>
                    <a:pt x="12935" y="8074"/>
                    <a:pt x="13074" y="8134"/>
                    <a:pt x="13170" y="8240"/>
                  </a:cubicBezTo>
                  <a:cubicBezTo>
                    <a:pt x="13268" y="8347"/>
                    <a:pt x="13313" y="8488"/>
                    <a:pt x="13298" y="8633"/>
                  </a:cubicBezTo>
                  <a:cubicBezTo>
                    <a:pt x="13274" y="8888"/>
                    <a:pt x="13031" y="9088"/>
                    <a:pt x="12747" y="9088"/>
                  </a:cubicBezTo>
                  <a:lnTo>
                    <a:pt x="12610" y="9088"/>
                  </a:lnTo>
                  <a:lnTo>
                    <a:pt x="12610" y="9070"/>
                  </a:lnTo>
                  <a:cubicBezTo>
                    <a:pt x="12610" y="8902"/>
                    <a:pt x="12474" y="8767"/>
                    <a:pt x="12306" y="8767"/>
                  </a:cubicBezTo>
                  <a:cubicBezTo>
                    <a:pt x="12139" y="8767"/>
                    <a:pt x="12003" y="8902"/>
                    <a:pt x="12003" y="9070"/>
                  </a:cubicBezTo>
                  <a:cubicBezTo>
                    <a:pt x="12000" y="11226"/>
                    <a:pt x="10246" y="12980"/>
                    <a:pt x="8090" y="12980"/>
                  </a:cubicBezTo>
                  <a:cubicBezTo>
                    <a:pt x="5932" y="12977"/>
                    <a:pt x="4175" y="11223"/>
                    <a:pt x="4175" y="9064"/>
                  </a:cubicBezTo>
                  <a:cubicBezTo>
                    <a:pt x="4175" y="8897"/>
                    <a:pt x="4039" y="8761"/>
                    <a:pt x="3871" y="8761"/>
                  </a:cubicBezTo>
                  <a:cubicBezTo>
                    <a:pt x="3704" y="8761"/>
                    <a:pt x="3568" y="8897"/>
                    <a:pt x="3568" y="9064"/>
                  </a:cubicBezTo>
                  <a:lnTo>
                    <a:pt x="3568" y="9085"/>
                  </a:lnTo>
                  <a:lnTo>
                    <a:pt x="3385" y="9085"/>
                  </a:lnTo>
                  <a:cubicBezTo>
                    <a:pt x="3243" y="9085"/>
                    <a:pt x="3105" y="9025"/>
                    <a:pt x="3008" y="8918"/>
                  </a:cubicBezTo>
                  <a:cubicBezTo>
                    <a:pt x="2910" y="8811"/>
                    <a:pt x="2866" y="8671"/>
                    <a:pt x="2880" y="8525"/>
                  </a:cubicBezTo>
                  <a:cubicBezTo>
                    <a:pt x="2906" y="8270"/>
                    <a:pt x="3148" y="8071"/>
                    <a:pt x="3431" y="8071"/>
                  </a:cubicBezTo>
                  <a:lnTo>
                    <a:pt x="3872" y="8071"/>
                  </a:lnTo>
                  <a:cubicBezTo>
                    <a:pt x="4127" y="8071"/>
                    <a:pt x="4365" y="7971"/>
                    <a:pt x="4545" y="7793"/>
                  </a:cubicBezTo>
                  <a:cubicBezTo>
                    <a:pt x="4726" y="7613"/>
                    <a:pt x="4825" y="7374"/>
                    <a:pt x="4825" y="7120"/>
                  </a:cubicBezTo>
                  <a:lnTo>
                    <a:pt x="4825" y="6126"/>
                  </a:lnTo>
                  <a:close/>
                  <a:moveTo>
                    <a:pt x="10055" y="13134"/>
                  </a:moveTo>
                  <a:lnTo>
                    <a:pt x="10055" y="14175"/>
                  </a:lnTo>
                  <a:cubicBezTo>
                    <a:pt x="10055" y="14554"/>
                    <a:pt x="10226" y="14905"/>
                    <a:pt x="10503" y="15143"/>
                  </a:cubicBezTo>
                  <a:cubicBezTo>
                    <a:pt x="9798" y="15632"/>
                    <a:pt x="8954" y="15898"/>
                    <a:pt x="8090" y="15898"/>
                  </a:cubicBezTo>
                  <a:cubicBezTo>
                    <a:pt x="7224" y="15896"/>
                    <a:pt x="6379" y="15630"/>
                    <a:pt x="5675" y="15143"/>
                  </a:cubicBezTo>
                  <a:cubicBezTo>
                    <a:pt x="5949" y="14905"/>
                    <a:pt x="6120" y="14554"/>
                    <a:pt x="6120" y="14175"/>
                  </a:cubicBezTo>
                  <a:lnTo>
                    <a:pt x="6120" y="13134"/>
                  </a:lnTo>
                  <a:cubicBezTo>
                    <a:pt x="6714" y="13424"/>
                    <a:pt x="7383" y="13587"/>
                    <a:pt x="8088" y="13587"/>
                  </a:cubicBezTo>
                  <a:cubicBezTo>
                    <a:pt x="8792" y="13587"/>
                    <a:pt x="9459" y="13424"/>
                    <a:pt x="10055" y="13134"/>
                  </a:cubicBezTo>
                  <a:close/>
                  <a:moveTo>
                    <a:pt x="7764" y="1"/>
                  </a:moveTo>
                  <a:cubicBezTo>
                    <a:pt x="7418" y="1"/>
                    <a:pt x="7136" y="284"/>
                    <a:pt x="7136" y="629"/>
                  </a:cubicBezTo>
                  <a:lnTo>
                    <a:pt x="7136" y="651"/>
                  </a:lnTo>
                  <a:lnTo>
                    <a:pt x="7114" y="651"/>
                  </a:lnTo>
                  <a:cubicBezTo>
                    <a:pt x="6616" y="651"/>
                    <a:pt x="6133" y="736"/>
                    <a:pt x="5672" y="906"/>
                  </a:cubicBezTo>
                  <a:cubicBezTo>
                    <a:pt x="5558" y="752"/>
                    <a:pt x="5373" y="651"/>
                    <a:pt x="5169" y="651"/>
                  </a:cubicBezTo>
                  <a:lnTo>
                    <a:pt x="4844" y="651"/>
                  </a:lnTo>
                  <a:cubicBezTo>
                    <a:pt x="4319" y="651"/>
                    <a:pt x="3892" y="1078"/>
                    <a:pt x="3892" y="1602"/>
                  </a:cubicBezTo>
                  <a:lnTo>
                    <a:pt x="3892" y="2159"/>
                  </a:lnTo>
                  <a:cubicBezTo>
                    <a:pt x="3264" y="2913"/>
                    <a:pt x="2920" y="3863"/>
                    <a:pt x="2920" y="4847"/>
                  </a:cubicBezTo>
                  <a:lnTo>
                    <a:pt x="2920" y="5276"/>
                  </a:lnTo>
                  <a:cubicBezTo>
                    <a:pt x="2741" y="5365"/>
                    <a:pt x="2571" y="5462"/>
                    <a:pt x="2413" y="5562"/>
                  </a:cubicBezTo>
                  <a:cubicBezTo>
                    <a:pt x="2299" y="5635"/>
                    <a:pt x="2244" y="5772"/>
                    <a:pt x="2284" y="5903"/>
                  </a:cubicBezTo>
                  <a:cubicBezTo>
                    <a:pt x="2321" y="6033"/>
                    <a:pt x="2441" y="6122"/>
                    <a:pt x="2574" y="6122"/>
                  </a:cubicBezTo>
                  <a:lnTo>
                    <a:pt x="2920" y="6122"/>
                  </a:lnTo>
                  <a:lnTo>
                    <a:pt x="2920" y="7577"/>
                  </a:lnTo>
                  <a:cubicBezTo>
                    <a:pt x="2571" y="7743"/>
                    <a:pt x="2316" y="8074"/>
                    <a:pt x="2277" y="8461"/>
                  </a:cubicBezTo>
                  <a:cubicBezTo>
                    <a:pt x="2244" y="8775"/>
                    <a:pt x="2349" y="9090"/>
                    <a:pt x="2558" y="9321"/>
                  </a:cubicBezTo>
                  <a:cubicBezTo>
                    <a:pt x="2770" y="9555"/>
                    <a:pt x="3071" y="9688"/>
                    <a:pt x="3385" y="9688"/>
                  </a:cubicBezTo>
                  <a:lnTo>
                    <a:pt x="3612" y="9688"/>
                  </a:lnTo>
                  <a:cubicBezTo>
                    <a:pt x="3791" y="10963"/>
                    <a:pt x="4502" y="12070"/>
                    <a:pt x="5515" y="12774"/>
                  </a:cubicBezTo>
                  <a:lnTo>
                    <a:pt x="5515" y="14169"/>
                  </a:lnTo>
                  <a:cubicBezTo>
                    <a:pt x="5515" y="14465"/>
                    <a:pt x="5316" y="14729"/>
                    <a:pt x="5035" y="14812"/>
                  </a:cubicBezTo>
                  <a:lnTo>
                    <a:pt x="1616" y="15818"/>
                  </a:lnTo>
                  <a:cubicBezTo>
                    <a:pt x="666" y="16097"/>
                    <a:pt x="1" y="16986"/>
                    <a:pt x="1" y="17976"/>
                  </a:cubicBezTo>
                  <a:lnTo>
                    <a:pt x="1" y="20413"/>
                  </a:lnTo>
                  <a:cubicBezTo>
                    <a:pt x="1" y="20580"/>
                    <a:pt x="136" y="20716"/>
                    <a:pt x="303" y="20716"/>
                  </a:cubicBezTo>
                  <a:cubicBezTo>
                    <a:pt x="472" y="20716"/>
                    <a:pt x="608" y="20580"/>
                    <a:pt x="608" y="20413"/>
                  </a:cubicBezTo>
                  <a:lnTo>
                    <a:pt x="608" y="17981"/>
                  </a:lnTo>
                  <a:cubicBezTo>
                    <a:pt x="608" y="17257"/>
                    <a:pt x="1092" y="16609"/>
                    <a:pt x="1786" y="16405"/>
                  </a:cubicBezTo>
                  <a:lnTo>
                    <a:pt x="2920" y="16072"/>
                  </a:lnTo>
                  <a:lnTo>
                    <a:pt x="2920" y="20416"/>
                  </a:lnTo>
                  <a:cubicBezTo>
                    <a:pt x="2920" y="20585"/>
                    <a:pt x="3055" y="20720"/>
                    <a:pt x="3223" y="20720"/>
                  </a:cubicBezTo>
                  <a:cubicBezTo>
                    <a:pt x="3391" y="20720"/>
                    <a:pt x="3527" y="20585"/>
                    <a:pt x="3527" y="20416"/>
                  </a:cubicBezTo>
                  <a:lnTo>
                    <a:pt x="3527" y="15893"/>
                  </a:lnTo>
                  <a:lnTo>
                    <a:pt x="4217" y="15689"/>
                  </a:lnTo>
                  <a:lnTo>
                    <a:pt x="4217" y="18145"/>
                  </a:lnTo>
                  <a:cubicBezTo>
                    <a:pt x="4217" y="18671"/>
                    <a:pt x="4644" y="19099"/>
                    <a:pt x="5169" y="19099"/>
                  </a:cubicBezTo>
                  <a:lnTo>
                    <a:pt x="11007" y="19099"/>
                  </a:lnTo>
                  <a:cubicBezTo>
                    <a:pt x="11533" y="19099"/>
                    <a:pt x="11961" y="18672"/>
                    <a:pt x="11961" y="18145"/>
                  </a:cubicBezTo>
                  <a:lnTo>
                    <a:pt x="11961" y="16847"/>
                  </a:lnTo>
                  <a:cubicBezTo>
                    <a:pt x="11961" y="16680"/>
                    <a:pt x="11826" y="16545"/>
                    <a:pt x="11657" y="16545"/>
                  </a:cubicBezTo>
                  <a:cubicBezTo>
                    <a:pt x="11490" y="16545"/>
                    <a:pt x="11354" y="16680"/>
                    <a:pt x="11354" y="16847"/>
                  </a:cubicBezTo>
                  <a:lnTo>
                    <a:pt x="11354" y="18145"/>
                  </a:lnTo>
                  <a:cubicBezTo>
                    <a:pt x="11354" y="18337"/>
                    <a:pt x="11199" y="18493"/>
                    <a:pt x="11007" y="18493"/>
                  </a:cubicBezTo>
                  <a:lnTo>
                    <a:pt x="5169" y="18493"/>
                  </a:lnTo>
                  <a:cubicBezTo>
                    <a:pt x="4978" y="18493"/>
                    <a:pt x="4824" y="18337"/>
                    <a:pt x="4824" y="18145"/>
                  </a:cubicBezTo>
                  <a:lnTo>
                    <a:pt x="4824" y="15511"/>
                  </a:lnTo>
                  <a:lnTo>
                    <a:pt x="5062" y="15441"/>
                  </a:lnTo>
                  <a:cubicBezTo>
                    <a:pt x="5919" y="16126"/>
                    <a:pt x="6990" y="16503"/>
                    <a:pt x="8090" y="16503"/>
                  </a:cubicBezTo>
                  <a:cubicBezTo>
                    <a:pt x="9189" y="16503"/>
                    <a:pt x="10261" y="16126"/>
                    <a:pt x="11117" y="15441"/>
                  </a:cubicBezTo>
                  <a:lnTo>
                    <a:pt x="12653" y="15893"/>
                  </a:lnTo>
                  <a:lnTo>
                    <a:pt x="12653" y="20416"/>
                  </a:lnTo>
                  <a:cubicBezTo>
                    <a:pt x="12653" y="20585"/>
                    <a:pt x="12788" y="20720"/>
                    <a:pt x="12955" y="20720"/>
                  </a:cubicBezTo>
                  <a:cubicBezTo>
                    <a:pt x="13124" y="20720"/>
                    <a:pt x="13260" y="20585"/>
                    <a:pt x="13260" y="20416"/>
                  </a:cubicBezTo>
                  <a:lnTo>
                    <a:pt x="13260" y="16072"/>
                  </a:lnTo>
                  <a:lnTo>
                    <a:pt x="14392" y="16405"/>
                  </a:lnTo>
                  <a:cubicBezTo>
                    <a:pt x="15088" y="16609"/>
                    <a:pt x="15573" y="17256"/>
                    <a:pt x="15573" y="17981"/>
                  </a:cubicBezTo>
                  <a:lnTo>
                    <a:pt x="15573" y="20418"/>
                  </a:lnTo>
                  <a:cubicBezTo>
                    <a:pt x="15573" y="20586"/>
                    <a:pt x="15709" y="20722"/>
                    <a:pt x="15876" y="20722"/>
                  </a:cubicBezTo>
                  <a:cubicBezTo>
                    <a:pt x="16045" y="20722"/>
                    <a:pt x="16180" y="20586"/>
                    <a:pt x="16180" y="20418"/>
                  </a:cubicBezTo>
                  <a:lnTo>
                    <a:pt x="16180" y="17981"/>
                  </a:lnTo>
                  <a:cubicBezTo>
                    <a:pt x="16176" y="16990"/>
                    <a:pt x="15512" y="16103"/>
                    <a:pt x="14562" y="15823"/>
                  </a:cubicBezTo>
                  <a:lnTo>
                    <a:pt x="11145" y="14818"/>
                  </a:lnTo>
                  <a:cubicBezTo>
                    <a:pt x="10860" y="14734"/>
                    <a:pt x="10663" y="14469"/>
                    <a:pt x="10663" y="14175"/>
                  </a:cubicBezTo>
                  <a:lnTo>
                    <a:pt x="10663" y="12777"/>
                  </a:lnTo>
                  <a:cubicBezTo>
                    <a:pt x="11676" y="12074"/>
                    <a:pt x="12388" y="10968"/>
                    <a:pt x="12567" y="9691"/>
                  </a:cubicBezTo>
                  <a:lnTo>
                    <a:pt x="12747" y="9691"/>
                  </a:lnTo>
                  <a:cubicBezTo>
                    <a:pt x="13338" y="9691"/>
                    <a:pt x="13845" y="9252"/>
                    <a:pt x="13902" y="8691"/>
                  </a:cubicBezTo>
                  <a:cubicBezTo>
                    <a:pt x="13934" y="8377"/>
                    <a:pt x="13831" y="8063"/>
                    <a:pt x="13620" y="7828"/>
                  </a:cubicBezTo>
                  <a:cubicBezTo>
                    <a:pt x="13518" y="7717"/>
                    <a:pt x="13395" y="7627"/>
                    <a:pt x="13260" y="7564"/>
                  </a:cubicBezTo>
                  <a:lnTo>
                    <a:pt x="13260" y="6122"/>
                  </a:lnTo>
                  <a:lnTo>
                    <a:pt x="13604" y="6122"/>
                  </a:lnTo>
                  <a:cubicBezTo>
                    <a:pt x="13740" y="6122"/>
                    <a:pt x="13858" y="6033"/>
                    <a:pt x="13895" y="5903"/>
                  </a:cubicBezTo>
                  <a:cubicBezTo>
                    <a:pt x="13932" y="5772"/>
                    <a:pt x="13881" y="5635"/>
                    <a:pt x="13767" y="5562"/>
                  </a:cubicBezTo>
                  <a:cubicBezTo>
                    <a:pt x="13608" y="5462"/>
                    <a:pt x="13438" y="5365"/>
                    <a:pt x="13260" y="5276"/>
                  </a:cubicBezTo>
                  <a:lnTo>
                    <a:pt x="13260" y="4847"/>
                  </a:lnTo>
                  <a:cubicBezTo>
                    <a:pt x="13260" y="3863"/>
                    <a:pt x="12915" y="2913"/>
                    <a:pt x="12287" y="2159"/>
                  </a:cubicBezTo>
                  <a:lnTo>
                    <a:pt x="12287" y="1602"/>
                  </a:lnTo>
                  <a:cubicBezTo>
                    <a:pt x="12287" y="1078"/>
                    <a:pt x="11859" y="651"/>
                    <a:pt x="11333" y="651"/>
                  </a:cubicBezTo>
                  <a:lnTo>
                    <a:pt x="11009" y="651"/>
                  </a:lnTo>
                  <a:cubicBezTo>
                    <a:pt x="10803" y="651"/>
                    <a:pt x="10619" y="751"/>
                    <a:pt x="10505" y="906"/>
                  </a:cubicBezTo>
                  <a:cubicBezTo>
                    <a:pt x="10045" y="736"/>
                    <a:pt x="9561" y="651"/>
                    <a:pt x="9062" y="651"/>
                  </a:cubicBezTo>
                  <a:lnTo>
                    <a:pt x="9041" y="651"/>
                  </a:lnTo>
                  <a:lnTo>
                    <a:pt x="9041" y="629"/>
                  </a:lnTo>
                  <a:cubicBezTo>
                    <a:pt x="9041" y="284"/>
                    <a:pt x="8760" y="1"/>
                    <a:pt x="84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494" name="Google Shape;3035;p55"/>
          <p:cNvGrpSpPr/>
          <p:nvPr/>
        </p:nvGrpSpPr>
        <p:grpSpPr>
          <a:xfrm>
            <a:off x="2601360" y="4457520"/>
            <a:ext cx="511920" cy="685800"/>
            <a:chOff x="2601360" y="4457520"/>
            <a:chExt cx="511920" cy="685800"/>
          </a:xfrm>
        </p:grpSpPr>
        <p:sp>
          <p:nvSpPr>
            <p:cNvPr id="2495" name="Google Shape;3036;p55"/>
            <p:cNvSpPr/>
            <p:nvPr/>
          </p:nvSpPr>
          <p:spPr>
            <a:xfrm>
              <a:off x="2601360" y="4457520"/>
              <a:ext cx="511920" cy="685440"/>
            </a:xfrm>
            <a:custGeom>
              <a:avLst/>
              <a:gdLst>
                <a:gd name="textAreaLeft" fmla="*/ 0 w 511920"/>
                <a:gd name="textAreaRight" fmla="*/ 512280 w 511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5531" h="20721">
                  <a:moveTo>
                    <a:pt x="8092" y="608"/>
                  </a:moveTo>
                  <a:cubicBezTo>
                    <a:pt x="8105" y="608"/>
                    <a:pt x="8114" y="616"/>
                    <a:pt x="8114" y="629"/>
                  </a:cubicBezTo>
                  <a:lnTo>
                    <a:pt x="8114" y="1602"/>
                  </a:lnTo>
                  <a:cubicBezTo>
                    <a:pt x="8114" y="1769"/>
                    <a:pt x="8249" y="1904"/>
                    <a:pt x="8418" y="1904"/>
                  </a:cubicBezTo>
                  <a:cubicBezTo>
                    <a:pt x="8585" y="1904"/>
                    <a:pt x="8721" y="1769"/>
                    <a:pt x="8721" y="1602"/>
                  </a:cubicBezTo>
                  <a:lnTo>
                    <a:pt x="8721" y="1255"/>
                  </a:lnTo>
                  <a:lnTo>
                    <a:pt x="8742" y="1255"/>
                  </a:lnTo>
                  <a:cubicBezTo>
                    <a:pt x="9199" y="1255"/>
                    <a:pt x="9642" y="1339"/>
                    <a:pt x="10062" y="1504"/>
                  </a:cubicBezTo>
                  <a:lnTo>
                    <a:pt x="10062" y="1924"/>
                  </a:lnTo>
                  <a:cubicBezTo>
                    <a:pt x="10062" y="2093"/>
                    <a:pt x="10197" y="2227"/>
                    <a:pt x="10365" y="2227"/>
                  </a:cubicBezTo>
                  <a:cubicBezTo>
                    <a:pt x="10533" y="2227"/>
                    <a:pt x="10669" y="2093"/>
                    <a:pt x="10669" y="1924"/>
                  </a:cubicBezTo>
                  <a:lnTo>
                    <a:pt x="10669" y="1275"/>
                  </a:lnTo>
                  <a:cubicBezTo>
                    <a:pt x="10669" y="1262"/>
                    <a:pt x="10677" y="1253"/>
                    <a:pt x="10690" y="1253"/>
                  </a:cubicBezTo>
                  <a:lnTo>
                    <a:pt x="11014" y="1253"/>
                  </a:lnTo>
                  <a:cubicBezTo>
                    <a:pt x="11206" y="1253"/>
                    <a:pt x="11360" y="1409"/>
                    <a:pt x="11360" y="1600"/>
                  </a:cubicBezTo>
                  <a:lnTo>
                    <a:pt x="11360" y="2269"/>
                  </a:lnTo>
                  <a:cubicBezTo>
                    <a:pt x="11360" y="2343"/>
                    <a:pt x="11386" y="2414"/>
                    <a:pt x="11434" y="2468"/>
                  </a:cubicBezTo>
                  <a:cubicBezTo>
                    <a:pt x="12013" y="3124"/>
                    <a:pt x="12331" y="3967"/>
                    <a:pt x="12331" y="4843"/>
                  </a:cubicBezTo>
                  <a:lnTo>
                    <a:pt x="12331" y="5001"/>
                  </a:lnTo>
                  <a:cubicBezTo>
                    <a:pt x="11069" y="4495"/>
                    <a:pt x="9472" y="4215"/>
                    <a:pt x="7770" y="4215"/>
                  </a:cubicBezTo>
                  <a:cubicBezTo>
                    <a:pt x="6976" y="4215"/>
                    <a:pt x="6193" y="4278"/>
                    <a:pt x="5449" y="4399"/>
                  </a:cubicBezTo>
                  <a:cubicBezTo>
                    <a:pt x="5283" y="4425"/>
                    <a:pt x="5172" y="4581"/>
                    <a:pt x="5199" y="4746"/>
                  </a:cubicBezTo>
                  <a:cubicBezTo>
                    <a:pt x="5223" y="4896"/>
                    <a:pt x="5349" y="5001"/>
                    <a:pt x="5495" y="5001"/>
                  </a:cubicBezTo>
                  <a:cubicBezTo>
                    <a:pt x="5512" y="5001"/>
                    <a:pt x="5530" y="4999"/>
                    <a:pt x="5547" y="4996"/>
                  </a:cubicBezTo>
                  <a:cubicBezTo>
                    <a:pt x="6259" y="4881"/>
                    <a:pt x="7005" y="4822"/>
                    <a:pt x="7768" y="4822"/>
                  </a:cubicBezTo>
                  <a:cubicBezTo>
                    <a:pt x="9312" y="4822"/>
                    <a:pt x="10799" y="5072"/>
                    <a:pt x="11968" y="5512"/>
                  </a:cubicBezTo>
                  <a:lnTo>
                    <a:pt x="3562" y="5512"/>
                  </a:lnTo>
                  <a:cubicBezTo>
                    <a:pt x="3788" y="5426"/>
                    <a:pt x="4028" y="5349"/>
                    <a:pt x="4279" y="5278"/>
                  </a:cubicBezTo>
                  <a:cubicBezTo>
                    <a:pt x="4441" y="5231"/>
                    <a:pt x="4535" y="5063"/>
                    <a:pt x="4488" y="4902"/>
                  </a:cubicBezTo>
                  <a:cubicBezTo>
                    <a:pt x="4450" y="4768"/>
                    <a:pt x="4329" y="4681"/>
                    <a:pt x="4198" y="4681"/>
                  </a:cubicBezTo>
                  <a:cubicBezTo>
                    <a:pt x="4170" y="4681"/>
                    <a:pt x="4142" y="4685"/>
                    <a:pt x="4113" y="4694"/>
                  </a:cubicBezTo>
                  <a:cubicBezTo>
                    <a:pt x="3792" y="4785"/>
                    <a:pt x="3487" y="4888"/>
                    <a:pt x="3202" y="5001"/>
                  </a:cubicBezTo>
                  <a:lnTo>
                    <a:pt x="3202" y="4843"/>
                  </a:lnTo>
                  <a:cubicBezTo>
                    <a:pt x="3202" y="3968"/>
                    <a:pt x="3522" y="3125"/>
                    <a:pt x="4101" y="2468"/>
                  </a:cubicBezTo>
                  <a:cubicBezTo>
                    <a:pt x="4149" y="2414"/>
                    <a:pt x="4176" y="2343"/>
                    <a:pt x="4176" y="2269"/>
                  </a:cubicBezTo>
                  <a:lnTo>
                    <a:pt x="4176" y="1600"/>
                  </a:lnTo>
                  <a:cubicBezTo>
                    <a:pt x="4176" y="1409"/>
                    <a:pt x="4331" y="1253"/>
                    <a:pt x="4522" y="1253"/>
                  </a:cubicBezTo>
                  <a:lnTo>
                    <a:pt x="4848" y="1253"/>
                  </a:lnTo>
                  <a:cubicBezTo>
                    <a:pt x="4859" y="1253"/>
                    <a:pt x="4869" y="1262"/>
                    <a:pt x="4869" y="1275"/>
                  </a:cubicBezTo>
                  <a:lnTo>
                    <a:pt x="4869" y="1924"/>
                  </a:lnTo>
                  <a:cubicBezTo>
                    <a:pt x="4869" y="2093"/>
                    <a:pt x="5005" y="2227"/>
                    <a:pt x="5172" y="2227"/>
                  </a:cubicBezTo>
                  <a:cubicBezTo>
                    <a:pt x="5340" y="2227"/>
                    <a:pt x="5476" y="2093"/>
                    <a:pt x="5476" y="1924"/>
                  </a:cubicBezTo>
                  <a:lnTo>
                    <a:pt x="5476" y="1504"/>
                  </a:lnTo>
                  <a:cubicBezTo>
                    <a:pt x="5894" y="1339"/>
                    <a:pt x="6337" y="1255"/>
                    <a:pt x="6794" y="1255"/>
                  </a:cubicBezTo>
                  <a:lnTo>
                    <a:pt x="6816" y="1255"/>
                  </a:lnTo>
                  <a:lnTo>
                    <a:pt x="6816" y="1602"/>
                  </a:lnTo>
                  <a:cubicBezTo>
                    <a:pt x="6816" y="1769"/>
                    <a:pt x="6951" y="1904"/>
                    <a:pt x="7120" y="1904"/>
                  </a:cubicBezTo>
                  <a:cubicBezTo>
                    <a:pt x="7287" y="1904"/>
                    <a:pt x="7423" y="1769"/>
                    <a:pt x="7423" y="1602"/>
                  </a:cubicBezTo>
                  <a:lnTo>
                    <a:pt x="7423" y="629"/>
                  </a:lnTo>
                  <a:cubicBezTo>
                    <a:pt x="7423" y="618"/>
                    <a:pt x="7433" y="608"/>
                    <a:pt x="7444" y="608"/>
                  </a:cubicBezTo>
                  <a:close/>
                  <a:moveTo>
                    <a:pt x="3894" y="6122"/>
                  </a:moveTo>
                  <a:lnTo>
                    <a:pt x="3894" y="6791"/>
                  </a:lnTo>
                  <a:cubicBezTo>
                    <a:pt x="3894" y="7160"/>
                    <a:pt x="3594" y="7460"/>
                    <a:pt x="3224" y="7460"/>
                  </a:cubicBezTo>
                  <a:lnTo>
                    <a:pt x="3202" y="7460"/>
                  </a:lnTo>
                  <a:lnTo>
                    <a:pt x="3202" y="6122"/>
                  </a:lnTo>
                  <a:close/>
                  <a:moveTo>
                    <a:pt x="12327" y="6122"/>
                  </a:moveTo>
                  <a:lnTo>
                    <a:pt x="12327" y="7460"/>
                  </a:lnTo>
                  <a:lnTo>
                    <a:pt x="12305" y="7460"/>
                  </a:lnTo>
                  <a:cubicBezTo>
                    <a:pt x="11935" y="7460"/>
                    <a:pt x="11636" y="7160"/>
                    <a:pt x="11636" y="6791"/>
                  </a:cubicBezTo>
                  <a:lnTo>
                    <a:pt x="11636" y="6122"/>
                  </a:lnTo>
                  <a:close/>
                  <a:moveTo>
                    <a:pt x="11031" y="6122"/>
                  </a:moveTo>
                  <a:lnTo>
                    <a:pt x="11031" y="6791"/>
                  </a:lnTo>
                  <a:cubicBezTo>
                    <a:pt x="11031" y="7494"/>
                    <a:pt x="11604" y="8067"/>
                    <a:pt x="12307" y="8067"/>
                  </a:cubicBezTo>
                  <a:lnTo>
                    <a:pt x="12424" y="8067"/>
                  </a:lnTo>
                  <a:cubicBezTo>
                    <a:pt x="12707" y="8067"/>
                    <a:pt x="12949" y="8267"/>
                    <a:pt x="12975" y="8521"/>
                  </a:cubicBezTo>
                  <a:cubicBezTo>
                    <a:pt x="12989" y="8667"/>
                    <a:pt x="12945" y="8807"/>
                    <a:pt x="12847" y="8914"/>
                  </a:cubicBezTo>
                  <a:cubicBezTo>
                    <a:pt x="12750" y="9021"/>
                    <a:pt x="12612" y="9081"/>
                    <a:pt x="12470" y="9081"/>
                  </a:cubicBezTo>
                  <a:lnTo>
                    <a:pt x="11967" y="9081"/>
                  </a:lnTo>
                  <a:cubicBezTo>
                    <a:pt x="11807" y="9081"/>
                    <a:pt x="11676" y="9204"/>
                    <a:pt x="11663" y="9361"/>
                  </a:cubicBezTo>
                  <a:cubicBezTo>
                    <a:pt x="11588" y="10343"/>
                    <a:pt x="11149" y="11253"/>
                    <a:pt x="10429" y="11924"/>
                  </a:cubicBezTo>
                  <a:cubicBezTo>
                    <a:pt x="9705" y="12601"/>
                    <a:pt x="8758" y="12973"/>
                    <a:pt x="7765" y="12973"/>
                  </a:cubicBezTo>
                  <a:cubicBezTo>
                    <a:pt x="6773" y="12973"/>
                    <a:pt x="5827" y="12600"/>
                    <a:pt x="5102" y="11924"/>
                  </a:cubicBezTo>
                  <a:cubicBezTo>
                    <a:pt x="4381" y="11252"/>
                    <a:pt x="3942" y="10342"/>
                    <a:pt x="3869" y="9361"/>
                  </a:cubicBezTo>
                  <a:cubicBezTo>
                    <a:pt x="3856" y="9202"/>
                    <a:pt x="3724" y="9081"/>
                    <a:pt x="3566" y="9081"/>
                  </a:cubicBezTo>
                  <a:lnTo>
                    <a:pt x="3064" y="9081"/>
                  </a:lnTo>
                  <a:cubicBezTo>
                    <a:pt x="2921" y="9081"/>
                    <a:pt x="2784" y="9021"/>
                    <a:pt x="2687" y="8914"/>
                  </a:cubicBezTo>
                  <a:cubicBezTo>
                    <a:pt x="2588" y="8807"/>
                    <a:pt x="2543" y="8667"/>
                    <a:pt x="2557" y="8521"/>
                  </a:cubicBezTo>
                  <a:cubicBezTo>
                    <a:pt x="2581" y="8265"/>
                    <a:pt x="2824" y="8067"/>
                    <a:pt x="3108" y="8067"/>
                  </a:cubicBezTo>
                  <a:lnTo>
                    <a:pt x="3224" y="8067"/>
                  </a:lnTo>
                  <a:cubicBezTo>
                    <a:pt x="3928" y="8067"/>
                    <a:pt x="4501" y="7494"/>
                    <a:pt x="4501" y="6791"/>
                  </a:cubicBezTo>
                  <a:lnTo>
                    <a:pt x="4501" y="6122"/>
                  </a:lnTo>
                  <a:close/>
                  <a:moveTo>
                    <a:pt x="3294" y="9688"/>
                  </a:moveTo>
                  <a:cubicBezTo>
                    <a:pt x="3437" y="10715"/>
                    <a:pt x="3926" y="11657"/>
                    <a:pt x="4690" y="12370"/>
                  </a:cubicBezTo>
                  <a:cubicBezTo>
                    <a:pt x="4943" y="12607"/>
                    <a:pt x="5222" y="12811"/>
                    <a:pt x="5516" y="12983"/>
                  </a:cubicBezTo>
                  <a:lnTo>
                    <a:pt x="5516" y="13828"/>
                  </a:lnTo>
                  <a:lnTo>
                    <a:pt x="5292" y="13704"/>
                  </a:lnTo>
                  <a:cubicBezTo>
                    <a:pt x="5198" y="13650"/>
                    <a:pt x="5091" y="13623"/>
                    <a:pt x="4984" y="13623"/>
                  </a:cubicBezTo>
                  <a:cubicBezTo>
                    <a:pt x="4922" y="13623"/>
                    <a:pt x="4860" y="13633"/>
                    <a:pt x="4800" y="13651"/>
                  </a:cubicBezTo>
                  <a:cubicBezTo>
                    <a:pt x="4716" y="13678"/>
                    <a:pt x="4640" y="13721"/>
                    <a:pt x="4573" y="13778"/>
                  </a:cubicBezTo>
                  <a:cubicBezTo>
                    <a:pt x="4213" y="13434"/>
                    <a:pt x="4179" y="12961"/>
                    <a:pt x="4178" y="12940"/>
                  </a:cubicBezTo>
                  <a:cubicBezTo>
                    <a:pt x="4172" y="12848"/>
                    <a:pt x="4126" y="12764"/>
                    <a:pt x="4055" y="12711"/>
                  </a:cubicBezTo>
                  <a:cubicBezTo>
                    <a:pt x="4000" y="12671"/>
                    <a:pt x="3936" y="12650"/>
                    <a:pt x="3870" y="12650"/>
                  </a:cubicBezTo>
                  <a:cubicBezTo>
                    <a:pt x="3846" y="12650"/>
                    <a:pt x="3823" y="12653"/>
                    <a:pt x="3799" y="12658"/>
                  </a:cubicBezTo>
                  <a:cubicBezTo>
                    <a:pt x="3685" y="12687"/>
                    <a:pt x="3574" y="12701"/>
                    <a:pt x="3465" y="12701"/>
                  </a:cubicBezTo>
                  <a:cubicBezTo>
                    <a:pt x="3141" y="12701"/>
                    <a:pt x="2840" y="12574"/>
                    <a:pt x="2570" y="12321"/>
                  </a:cubicBezTo>
                  <a:cubicBezTo>
                    <a:pt x="2438" y="12200"/>
                    <a:pt x="2421" y="12000"/>
                    <a:pt x="2527" y="11864"/>
                  </a:cubicBezTo>
                  <a:cubicBezTo>
                    <a:pt x="2787" y="11534"/>
                    <a:pt x="3101" y="10892"/>
                    <a:pt x="3184" y="9688"/>
                  </a:cubicBezTo>
                  <a:close/>
                  <a:moveTo>
                    <a:pt x="12347" y="9688"/>
                  </a:moveTo>
                  <a:cubicBezTo>
                    <a:pt x="12428" y="10892"/>
                    <a:pt x="12742" y="11534"/>
                    <a:pt x="13004" y="11864"/>
                  </a:cubicBezTo>
                  <a:cubicBezTo>
                    <a:pt x="13111" y="11999"/>
                    <a:pt x="13091" y="12200"/>
                    <a:pt x="12961" y="12321"/>
                  </a:cubicBezTo>
                  <a:cubicBezTo>
                    <a:pt x="12690" y="12574"/>
                    <a:pt x="12390" y="12701"/>
                    <a:pt x="12065" y="12701"/>
                  </a:cubicBezTo>
                  <a:cubicBezTo>
                    <a:pt x="11957" y="12701"/>
                    <a:pt x="11845" y="12687"/>
                    <a:pt x="11731" y="12658"/>
                  </a:cubicBezTo>
                  <a:cubicBezTo>
                    <a:pt x="11708" y="12653"/>
                    <a:pt x="11684" y="12650"/>
                    <a:pt x="11660" y="12650"/>
                  </a:cubicBezTo>
                  <a:cubicBezTo>
                    <a:pt x="11595" y="12650"/>
                    <a:pt x="11531" y="12671"/>
                    <a:pt x="11477" y="12710"/>
                  </a:cubicBezTo>
                  <a:cubicBezTo>
                    <a:pt x="11404" y="12764"/>
                    <a:pt x="11360" y="12848"/>
                    <a:pt x="11354" y="12937"/>
                  </a:cubicBezTo>
                  <a:cubicBezTo>
                    <a:pt x="11353" y="12960"/>
                    <a:pt x="11320" y="13434"/>
                    <a:pt x="10957" y="13778"/>
                  </a:cubicBezTo>
                  <a:cubicBezTo>
                    <a:pt x="10892" y="13721"/>
                    <a:pt x="10814" y="13678"/>
                    <a:pt x="10730" y="13651"/>
                  </a:cubicBezTo>
                  <a:cubicBezTo>
                    <a:pt x="10671" y="13632"/>
                    <a:pt x="10609" y="13623"/>
                    <a:pt x="10547" y="13623"/>
                  </a:cubicBezTo>
                  <a:cubicBezTo>
                    <a:pt x="10441" y="13623"/>
                    <a:pt x="10335" y="13650"/>
                    <a:pt x="10240" y="13702"/>
                  </a:cubicBezTo>
                  <a:lnTo>
                    <a:pt x="10013" y="13828"/>
                  </a:lnTo>
                  <a:lnTo>
                    <a:pt x="10013" y="12981"/>
                  </a:lnTo>
                  <a:cubicBezTo>
                    <a:pt x="10309" y="12813"/>
                    <a:pt x="10586" y="12607"/>
                    <a:pt x="10842" y="12370"/>
                  </a:cubicBezTo>
                  <a:cubicBezTo>
                    <a:pt x="11606" y="11657"/>
                    <a:pt x="12094" y="10715"/>
                    <a:pt x="12237" y="9688"/>
                  </a:cubicBezTo>
                  <a:close/>
                  <a:moveTo>
                    <a:pt x="9406" y="13274"/>
                  </a:moveTo>
                  <a:lnTo>
                    <a:pt x="9406" y="14166"/>
                  </a:lnTo>
                  <a:lnTo>
                    <a:pt x="7764" y="15079"/>
                  </a:lnTo>
                  <a:lnTo>
                    <a:pt x="7257" y="14798"/>
                  </a:lnTo>
                  <a:cubicBezTo>
                    <a:pt x="7210" y="14771"/>
                    <a:pt x="7160" y="14759"/>
                    <a:pt x="7110" y="14759"/>
                  </a:cubicBezTo>
                  <a:cubicBezTo>
                    <a:pt x="7003" y="14759"/>
                    <a:pt x="6900" y="14816"/>
                    <a:pt x="6844" y="14915"/>
                  </a:cubicBezTo>
                  <a:cubicBezTo>
                    <a:pt x="6764" y="15062"/>
                    <a:pt x="6818" y="15246"/>
                    <a:pt x="6964" y="15328"/>
                  </a:cubicBezTo>
                  <a:lnTo>
                    <a:pt x="7235" y="15479"/>
                  </a:lnTo>
                  <a:lnTo>
                    <a:pt x="5594" y="16886"/>
                  </a:lnTo>
                  <a:cubicBezTo>
                    <a:pt x="5593" y="16888"/>
                    <a:pt x="5589" y="16892"/>
                    <a:pt x="5581" y="16892"/>
                  </a:cubicBezTo>
                  <a:cubicBezTo>
                    <a:pt x="5580" y="16892"/>
                    <a:pt x="5579" y="16892"/>
                    <a:pt x="5577" y="16891"/>
                  </a:cubicBezTo>
                  <a:cubicBezTo>
                    <a:pt x="5569" y="16890"/>
                    <a:pt x="5564" y="16884"/>
                    <a:pt x="5563" y="16881"/>
                  </a:cubicBezTo>
                  <a:lnTo>
                    <a:pt x="4540" y="15092"/>
                  </a:lnTo>
                  <a:lnTo>
                    <a:pt x="4965" y="14244"/>
                  </a:lnTo>
                  <a:cubicBezTo>
                    <a:pt x="4966" y="14242"/>
                    <a:pt x="4969" y="14235"/>
                    <a:pt x="4978" y="14234"/>
                  </a:cubicBezTo>
                  <a:cubicBezTo>
                    <a:pt x="4980" y="14233"/>
                    <a:pt x="4982" y="14232"/>
                    <a:pt x="4984" y="14232"/>
                  </a:cubicBezTo>
                  <a:cubicBezTo>
                    <a:pt x="4989" y="14232"/>
                    <a:pt x="4992" y="14234"/>
                    <a:pt x="4993" y="14235"/>
                  </a:cubicBezTo>
                  <a:lnTo>
                    <a:pt x="5876" y="14723"/>
                  </a:lnTo>
                  <a:cubicBezTo>
                    <a:pt x="5923" y="14750"/>
                    <a:pt x="5973" y="14763"/>
                    <a:pt x="6024" y="14763"/>
                  </a:cubicBezTo>
                  <a:cubicBezTo>
                    <a:pt x="6130" y="14763"/>
                    <a:pt x="6233" y="14706"/>
                    <a:pt x="6287" y="14606"/>
                  </a:cubicBezTo>
                  <a:cubicBezTo>
                    <a:pt x="6370" y="14459"/>
                    <a:pt x="6316" y="14276"/>
                    <a:pt x="6170" y="14194"/>
                  </a:cubicBezTo>
                  <a:lnTo>
                    <a:pt x="6121" y="14166"/>
                  </a:lnTo>
                  <a:lnTo>
                    <a:pt x="6121" y="13274"/>
                  </a:lnTo>
                  <a:cubicBezTo>
                    <a:pt x="6640" y="13477"/>
                    <a:pt x="7194" y="13584"/>
                    <a:pt x="7764" y="13584"/>
                  </a:cubicBezTo>
                  <a:cubicBezTo>
                    <a:pt x="8334" y="13584"/>
                    <a:pt x="8889" y="13478"/>
                    <a:pt x="9406" y="13274"/>
                  </a:cubicBezTo>
                  <a:close/>
                  <a:moveTo>
                    <a:pt x="10544" y="14230"/>
                  </a:moveTo>
                  <a:cubicBezTo>
                    <a:pt x="10546" y="14230"/>
                    <a:pt x="10548" y="14230"/>
                    <a:pt x="10550" y="14231"/>
                  </a:cubicBezTo>
                  <a:cubicBezTo>
                    <a:pt x="10560" y="14234"/>
                    <a:pt x="10563" y="14241"/>
                    <a:pt x="10563" y="14242"/>
                  </a:cubicBezTo>
                  <a:lnTo>
                    <a:pt x="10989" y="15090"/>
                  </a:lnTo>
                  <a:lnTo>
                    <a:pt x="9967" y="16881"/>
                  </a:lnTo>
                  <a:cubicBezTo>
                    <a:pt x="9965" y="16883"/>
                    <a:pt x="9962" y="16890"/>
                    <a:pt x="9953" y="16891"/>
                  </a:cubicBezTo>
                  <a:cubicBezTo>
                    <a:pt x="9951" y="16892"/>
                    <a:pt x="9950" y="16892"/>
                    <a:pt x="9948" y="16892"/>
                  </a:cubicBezTo>
                  <a:cubicBezTo>
                    <a:pt x="9942" y="16892"/>
                    <a:pt x="9938" y="16889"/>
                    <a:pt x="9935" y="16886"/>
                  </a:cubicBezTo>
                  <a:lnTo>
                    <a:pt x="8292" y="15479"/>
                  </a:lnTo>
                  <a:lnTo>
                    <a:pt x="10534" y="14234"/>
                  </a:lnTo>
                  <a:cubicBezTo>
                    <a:pt x="10536" y="14231"/>
                    <a:pt x="10539" y="14230"/>
                    <a:pt x="10544" y="14230"/>
                  </a:cubicBezTo>
                  <a:close/>
                  <a:moveTo>
                    <a:pt x="7441" y="1"/>
                  </a:moveTo>
                  <a:cubicBezTo>
                    <a:pt x="7094" y="1"/>
                    <a:pt x="6813" y="282"/>
                    <a:pt x="6813" y="629"/>
                  </a:cubicBezTo>
                  <a:lnTo>
                    <a:pt x="6813" y="650"/>
                  </a:lnTo>
                  <a:lnTo>
                    <a:pt x="6791" y="650"/>
                  </a:lnTo>
                  <a:cubicBezTo>
                    <a:pt x="6293" y="650"/>
                    <a:pt x="5809" y="736"/>
                    <a:pt x="5349" y="905"/>
                  </a:cubicBezTo>
                  <a:cubicBezTo>
                    <a:pt x="5235" y="752"/>
                    <a:pt x="5050" y="650"/>
                    <a:pt x="4845" y="650"/>
                  </a:cubicBezTo>
                  <a:lnTo>
                    <a:pt x="4521" y="650"/>
                  </a:lnTo>
                  <a:cubicBezTo>
                    <a:pt x="3995" y="650"/>
                    <a:pt x="3566" y="1076"/>
                    <a:pt x="3566" y="1603"/>
                  </a:cubicBezTo>
                  <a:lnTo>
                    <a:pt x="3566" y="2160"/>
                  </a:lnTo>
                  <a:cubicBezTo>
                    <a:pt x="2938" y="2914"/>
                    <a:pt x="2594" y="3864"/>
                    <a:pt x="2594" y="4846"/>
                  </a:cubicBezTo>
                  <a:lnTo>
                    <a:pt x="2594" y="5278"/>
                  </a:lnTo>
                  <a:cubicBezTo>
                    <a:pt x="2415" y="5366"/>
                    <a:pt x="2245" y="5463"/>
                    <a:pt x="2087" y="5563"/>
                  </a:cubicBezTo>
                  <a:cubicBezTo>
                    <a:pt x="1973" y="5636"/>
                    <a:pt x="1921" y="5773"/>
                    <a:pt x="1958" y="5903"/>
                  </a:cubicBezTo>
                  <a:cubicBezTo>
                    <a:pt x="1996" y="6035"/>
                    <a:pt x="2114" y="6123"/>
                    <a:pt x="2250" y="6123"/>
                  </a:cubicBezTo>
                  <a:lnTo>
                    <a:pt x="2594" y="6123"/>
                  </a:lnTo>
                  <a:lnTo>
                    <a:pt x="2594" y="7578"/>
                  </a:lnTo>
                  <a:cubicBezTo>
                    <a:pt x="2244" y="7744"/>
                    <a:pt x="1990" y="8074"/>
                    <a:pt x="1951" y="8462"/>
                  </a:cubicBezTo>
                  <a:cubicBezTo>
                    <a:pt x="1918" y="8777"/>
                    <a:pt x="2023" y="9091"/>
                    <a:pt x="2233" y="9322"/>
                  </a:cubicBezTo>
                  <a:cubicBezTo>
                    <a:pt x="2331" y="9431"/>
                    <a:pt x="2450" y="9519"/>
                    <a:pt x="2580" y="9579"/>
                  </a:cubicBezTo>
                  <a:cubicBezTo>
                    <a:pt x="2517" y="10672"/>
                    <a:pt x="2258" y="11220"/>
                    <a:pt x="2047" y="11490"/>
                  </a:cubicBezTo>
                  <a:cubicBezTo>
                    <a:pt x="1750" y="11870"/>
                    <a:pt x="1796" y="12428"/>
                    <a:pt x="2153" y="12764"/>
                  </a:cubicBezTo>
                  <a:cubicBezTo>
                    <a:pt x="2539" y="13127"/>
                    <a:pt x="2986" y="13311"/>
                    <a:pt x="3463" y="13311"/>
                  </a:cubicBezTo>
                  <a:cubicBezTo>
                    <a:pt x="3517" y="13311"/>
                    <a:pt x="3571" y="13308"/>
                    <a:pt x="3625" y="13304"/>
                  </a:cubicBezTo>
                  <a:cubicBezTo>
                    <a:pt x="3701" y="13587"/>
                    <a:pt x="3871" y="13994"/>
                    <a:pt x="4252" y="14308"/>
                  </a:cubicBezTo>
                  <a:lnTo>
                    <a:pt x="3949" y="14913"/>
                  </a:lnTo>
                  <a:lnTo>
                    <a:pt x="1501" y="15777"/>
                  </a:lnTo>
                  <a:cubicBezTo>
                    <a:pt x="603" y="16096"/>
                    <a:pt x="0" y="16947"/>
                    <a:pt x="0" y="17900"/>
                  </a:cubicBezTo>
                  <a:lnTo>
                    <a:pt x="0" y="20415"/>
                  </a:lnTo>
                  <a:cubicBezTo>
                    <a:pt x="0" y="20583"/>
                    <a:pt x="136" y="20719"/>
                    <a:pt x="303" y="20719"/>
                  </a:cubicBezTo>
                  <a:cubicBezTo>
                    <a:pt x="472" y="20719"/>
                    <a:pt x="607" y="20583"/>
                    <a:pt x="607" y="20415"/>
                  </a:cubicBezTo>
                  <a:lnTo>
                    <a:pt x="607" y="17900"/>
                  </a:lnTo>
                  <a:cubicBezTo>
                    <a:pt x="607" y="17206"/>
                    <a:pt x="1049" y="16583"/>
                    <a:pt x="1703" y="16350"/>
                  </a:cubicBezTo>
                  <a:lnTo>
                    <a:pt x="3965" y="15552"/>
                  </a:lnTo>
                  <a:lnTo>
                    <a:pt x="5200" y="20489"/>
                  </a:lnTo>
                  <a:cubicBezTo>
                    <a:pt x="5235" y="20626"/>
                    <a:pt x="5359" y="20719"/>
                    <a:pt x="5495" y="20719"/>
                  </a:cubicBezTo>
                  <a:cubicBezTo>
                    <a:pt x="5519" y="20719"/>
                    <a:pt x="5544" y="20717"/>
                    <a:pt x="5569" y="20710"/>
                  </a:cubicBezTo>
                  <a:cubicBezTo>
                    <a:pt x="5730" y="20669"/>
                    <a:pt x="5829" y="20505"/>
                    <a:pt x="5790" y="20342"/>
                  </a:cubicBezTo>
                  <a:lnTo>
                    <a:pt x="4970" y="17066"/>
                  </a:lnTo>
                  <a:lnTo>
                    <a:pt x="5036" y="17183"/>
                  </a:lnTo>
                  <a:cubicBezTo>
                    <a:pt x="5129" y="17344"/>
                    <a:pt x="5290" y="17457"/>
                    <a:pt x="5473" y="17490"/>
                  </a:cubicBezTo>
                  <a:cubicBezTo>
                    <a:pt x="5509" y="17497"/>
                    <a:pt x="5544" y="17498"/>
                    <a:pt x="5580" y="17498"/>
                  </a:cubicBezTo>
                  <a:cubicBezTo>
                    <a:pt x="5729" y="17498"/>
                    <a:pt x="5873" y="17444"/>
                    <a:pt x="5990" y="17347"/>
                  </a:cubicBezTo>
                  <a:lnTo>
                    <a:pt x="7461" y="16086"/>
                  </a:lnTo>
                  <a:lnTo>
                    <a:pt x="7461" y="18794"/>
                  </a:lnTo>
                  <a:cubicBezTo>
                    <a:pt x="7461" y="18962"/>
                    <a:pt x="7597" y="19098"/>
                    <a:pt x="7764" y="19098"/>
                  </a:cubicBezTo>
                  <a:cubicBezTo>
                    <a:pt x="7932" y="19098"/>
                    <a:pt x="8068" y="18962"/>
                    <a:pt x="8068" y="18794"/>
                  </a:cubicBezTo>
                  <a:lnTo>
                    <a:pt x="8068" y="16086"/>
                  </a:lnTo>
                  <a:lnTo>
                    <a:pt x="9540" y="17348"/>
                  </a:lnTo>
                  <a:cubicBezTo>
                    <a:pt x="9655" y="17447"/>
                    <a:pt x="9799" y="17500"/>
                    <a:pt x="9947" y="17500"/>
                  </a:cubicBezTo>
                  <a:cubicBezTo>
                    <a:pt x="9983" y="17500"/>
                    <a:pt x="10019" y="17498"/>
                    <a:pt x="10055" y="17491"/>
                  </a:cubicBezTo>
                  <a:cubicBezTo>
                    <a:pt x="10240" y="17458"/>
                    <a:pt x="10399" y="17347"/>
                    <a:pt x="10492" y="17184"/>
                  </a:cubicBezTo>
                  <a:lnTo>
                    <a:pt x="10557" y="17068"/>
                  </a:lnTo>
                  <a:lnTo>
                    <a:pt x="9739" y="20343"/>
                  </a:lnTo>
                  <a:cubicBezTo>
                    <a:pt x="9698" y="20506"/>
                    <a:pt x="9798" y="20670"/>
                    <a:pt x="9960" y="20712"/>
                  </a:cubicBezTo>
                  <a:cubicBezTo>
                    <a:pt x="9985" y="20719"/>
                    <a:pt x="10010" y="20720"/>
                    <a:pt x="10035" y="20720"/>
                  </a:cubicBezTo>
                  <a:cubicBezTo>
                    <a:pt x="10170" y="20720"/>
                    <a:pt x="10293" y="20629"/>
                    <a:pt x="10329" y="20490"/>
                  </a:cubicBezTo>
                  <a:lnTo>
                    <a:pt x="11563" y="15555"/>
                  </a:lnTo>
                  <a:lnTo>
                    <a:pt x="13825" y="16352"/>
                  </a:lnTo>
                  <a:cubicBezTo>
                    <a:pt x="14480" y="16583"/>
                    <a:pt x="14920" y="17206"/>
                    <a:pt x="14920" y="17901"/>
                  </a:cubicBezTo>
                  <a:lnTo>
                    <a:pt x="14920" y="20417"/>
                  </a:lnTo>
                  <a:cubicBezTo>
                    <a:pt x="14920" y="20585"/>
                    <a:pt x="15056" y="20720"/>
                    <a:pt x="15225" y="20720"/>
                  </a:cubicBezTo>
                  <a:cubicBezTo>
                    <a:pt x="15392" y="20720"/>
                    <a:pt x="15527" y="20585"/>
                    <a:pt x="15527" y="20417"/>
                  </a:cubicBezTo>
                  <a:lnTo>
                    <a:pt x="15527" y="17901"/>
                  </a:lnTo>
                  <a:cubicBezTo>
                    <a:pt x="15530" y="16947"/>
                    <a:pt x="14926" y="16093"/>
                    <a:pt x="14028" y="15777"/>
                  </a:cubicBezTo>
                  <a:lnTo>
                    <a:pt x="11578" y="14913"/>
                  </a:lnTo>
                  <a:lnTo>
                    <a:pt x="11277" y="14308"/>
                  </a:lnTo>
                  <a:cubicBezTo>
                    <a:pt x="11661" y="13994"/>
                    <a:pt x="11830" y="13587"/>
                    <a:pt x="11904" y="13304"/>
                  </a:cubicBezTo>
                  <a:cubicBezTo>
                    <a:pt x="11958" y="13308"/>
                    <a:pt x="12012" y="13311"/>
                    <a:pt x="12066" y="13311"/>
                  </a:cubicBezTo>
                  <a:cubicBezTo>
                    <a:pt x="12543" y="13311"/>
                    <a:pt x="12990" y="13127"/>
                    <a:pt x="13377" y="12764"/>
                  </a:cubicBezTo>
                  <a:cubicBezTo>
                    <a:pt x="13735" y="12428"/>
                    <a:pt x="13779" y="11870"/>
                    <a:pt x="13482" y="11490"/>
                  </a:cubicBezTo>
                  <a:cubicBezTo>
                    <a:pt x="13269" y="11220"/>
                    <a:pt x="13012" y="10672"/>
                    <a:pt x="12948" y="9579"/>
                  </a:cubicBezTo>
                  <a:cubicBezTo>
                    <a:pt x="13078" y="9516"/>
                    <a:pt x="13197" y="9429"/>
                    <a:pt x="13295" y="9322"/>
                  </a:cubicBezTo>
                  <a:cubicBezTo>
                    <a:pt x="13505" y="9091"/>
                    <a:pt x="13608" y="8777"/>
                    <a:pt x="13576" y="8462"/>
                  </a:cubicBezTo>
                  <a:cubicBezTo>
                    <a:pt x="13536" y="8073"/>
                    <a:pt x="13282" y="7744"/>
                    <a:pt x="12934" y="7578"/>
                  </a:cubicBezTo>
                  <a:lnTo>
                    <a:pt x="12934" y="6123"/>
                  </a:lnTo>
                  <a:lnTo>
                    <a:pt x="13278" y="6123"/>
                  </a:lnTo>
                  <a:cubicBezTo>
                    <a:pt x="13414" y="6123"/>
                    <a:pt x="13532" y="6035"/>
                    <a:pt x="13569" y="5903"/>
                  </a:cubicBezTo>
                  <a:cubicBezTo>
                    <a:pt x="13606" y="5773"/>
                    <a:pt x="13554" y="5635"/>
                    <a:pt x="13441" y="5563"/>
                  </a:cubicBezTo>
                  <a:cubicBezTo>
                    <a:pt x="13282" y="5463"/>
                    <a:pt x="13112" y="5366"/>
                    <a:pt x="12934" y="5278"/>
                  </a:cubicBezTo>
                  <a:lnTo>
                    <a:pt x="12934" y="4846"/>
                  </a:lnTo>
                  <a:cubicBezTo>
                    <a:pt x="12934" y="3864"/>
                    <a:pt x="12590" y="2914"/>
                    <a:pt x="11961" y="2160"/>
                  </a:cubicBezTo>
                  <a:lnTo>
                    <a:pt x="11961" y="1603"/>
                  </a:lnTo>
                  <a:cubicBezTo>
                    <a:pt x="11961" y="1079"/>
                    <a:pt x="11534" y="650"/>
                    <a:pt x="11009" y="650"/>
                  </a:cubicBezTo>
                  <a:lnTo>
                    <a:pt x="10684" y="650"/>
                  </a:lnTo>
                  <a:cubicBezTo>
                    <a:pt x="10477" y="650"/>
                    <a:pt x="10295" y="750"/>
                    <a:pt x="10180" y="905"/>
                  </a:cubicBezTo>
                  <a:cubicBezTo>
                    <a:pt x="9720" y="736"/>
                    <a:pt x="9236" y="650"/>
                    <a:pt x="8738" y="650"/>
                  </a:cubicBezTo>
                  <a:lnTo>
                    <a:pt x="8716" y="650"/>
                  </a:lnTo>
                  <a:lnTo>
                    <a:pt x="8716" y="629"/>
                  </a:lnTo>
                  <a:cubicBezTo>
                    <a:pt x="8716" y="282"/>
                    <a:pt x="8435" y="1"/>
                    <a:pt x="808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6" name="Google Shape;3037;p55"/>
            <p:cNvSpPr/>
            <p:nvPr/>
          </p:nvSpPr>
          <p:spPr>
            <a:xfrm>
              <a:off x="2783520" y="47163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628"/>
                  </a:lnTo>
                  <a:cubicBezTo>
                    <a:pt x="0" y="796"/>
                    <a:pt x="136" y="932"/>
                    <a:pt x="305" y="932"/>
                  </a:cubicBezTo>
                  <a:cubicBezTo>
                    <a:pt x="472" y="932"/>
                    <a:pt x="607" y="796"/>
                    <a:pt x="607" y="628"/>
                  </a:cubicBezTo>
                  <a:lnTo>
                    <a:pt x="607" y="303"/>
                  </a:lnTo>
                  <a:cubicBezTo>
                    <a:pt x="607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7" name="Google Shape;3038;p55"/>
            <p:cNvSpPr/>
            <p:nvPr/>
          </p:nvSpPr>
          <p:spPr>
            <a:xfrm>
              <a:off x="2911680" y="471636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2">
                  <a:moveTo>
                    <a:pt x="305" y="1"/>
                  </a:moveTo>
                  <a:cubicBezTo>
                    <a:pt x="136" y="1"/>
                    <a:pt x="1" y="136"/>
                    <a:pt x="1" y="303"/>
                  </a:cubicBezTo>
                  <a:lnTo>
                    <a:pt x="1" y="628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8"/>
                  </a:cubicBezTo>
                  <a:lnTo>
                    <a:pt x="608" y="303"/>
                  </a:lnTo>
                  <a:cubicBezTo>
                    <a:pt x="608" y="136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8" name="Google Shape;3039;p55"/>
            <p:cNvSpPr/>
            <p:nvPr/>
          </p:nvSpPr>
          <p:spPr>
            <a:xfrm>
              <a:off x="2814480" y="4791240"/>
              <a:ext cx="86040" cy="3060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5" h="932">
                  <a:moveTo>
                    <a:pt x="335" y="0"/>
                  </a:moveTo>
                  <a:cubicBezTo>
                    <a:pt x="257" y="0"/>
                    <a:pt x="178" y="30"/>
                    <a:pt x="119" y="90"/>
                  </a:cubicBezTo>
                  <a:cubicBezTo>
                    <a:pt x="1" y="210"/>
                    <a:pt x="3" y="402"/>
                    <a:pt x="122" y="519"/>
                  </a:cubicBezTo>
                  <a:cubicBezTo>
                    <a:pt x="383" y="779"/>
                    <a:pt x="826" y="932"/>
                    <a:pt x="1307" y="932"/>
                  </a:cubicBezTo>
                  <a:cubicBezTo>
                    <a:pt x="1790" y="932"/>
                    <a:pt x="2233" y="779"/>
                    <a:pt x="2493" y="519"/>
                  </a:cubicBezTo>
                  <a:cubicBezTo>
                    <a:pt x="2613" y="402"/>
                    <a:pt x="2614" y="209"/>
                    <a:pt x="2497" y="90"/>
                  </a:cubicBezTo>
                  <a:cubicBezTo>
                    <a:pt x="2437" y="30"/>
                    <a:pt x="2358" y="0"/>
                    <a:pt x="2279" y="0"/>
                  </a:cubicBezTo>
                  <a:cubicBezTo>
                    <a:pt x="2203" y="0"/>
                    <a:pt x="2126" y="29"/>
                    <a:pt x="2068" y="87"/>
                  </a:cubicBezTo>
                  <a:cubicBezTo>
                    <a:pt x="1957" y="196"/>
                    <a:pt x="1691" y="325"/>
                    <a:pt x="1307" y="325"/>
                  </a:cubicBezTo>
                  <a:cubicBezTo>
                    <a:pt x="925" y="325"/>
                    <a:pt x="657" y="196"/>
                    <a:pt x="547" y="87"/>
                  </a:cubicBezTo>
                  <a:cubicBezTo>
                    <a:pt x="488" y="29"/>
                    <a:pt x="41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99" name="Google Shape;3040;p55"/>
            <p:cNvSpPr/>
            <p:nvPr/>
          </p:nvSpPr>
          <p:spPr>
            <a:xfrm>
              <a:off x="2772720" y="4682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7" h="608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4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0" name="Google Shape;3041;p55"/>
            <p:cNvSpPr/>
            <p:nvPr/>
          </p:nvSpPr>
          <p:spPr>
            <a:xfrm>
              <a:off x="2901240" y="4682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6" h="608">
                  <a:moveTo>
                    <a:pt x="303" y="0"/>
                  </a:moveTo>
                  <a:cubicBezTo>
                    <a:pt x="136" y="0"/>
                    <a:pt x="0" y="136"/>
                    <a:pt x="0" y="304"/>
                  </a:cubicBezTo>
                  <a:cubicBezTo>
                    <a:pt x="0" y="471"/>
                    <a:pt x="136" y="607"/>
                    <a:pt x="303" y="607"/>
                  </a:cubicBezTo>
                  <a:lnTo>
                    <a:pt x="952" y="607"/>
                  </a:lnTo>
                  <a:cubicBezTo>
                    <a:pt x="1120" y="607"/>
                    <a:pt x="1256" y="471"/>
                    <a:pt x="1256" y="304"/>
                  </a:cubicBezTo>
                  <a:cubicBezTo>
                    <a:pt x="1256" y="136"/>
                    <a:pt x="1120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1" name="Google Shape;3042;p55"/>
            <p:cNvSpPr/>
            <p:nvPr/>
          </p:nvSpPr>
          <p:spPr>
            <a:xfrm>
              <a:off x="2644200" y="5048280"/>
              <a:ext cx="105480" cy="950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204" h="2880">
                  <a:moveTo>
                    <a:pt x="954" y="0"/>
                  </a:moveTo>
                  <a:cubicBezTo>
                    <a:pt x="787" y="0"/>
                    <a:pt x="651" y="136"/>
                    <a:pt x="651" y="304"/>
                  </a:cubicBezTo>
                  <a:lnTo>
                    <a:pt x="651" y="1622"/>
                  </a:lnTo>
                  <a:lnTo>
                    <a:pt x="630" y="1622"/>
                  </a:lnTo>
                  <a:cubicBezTo>
                    <a:pt x="283" y="1622"/>
                    <a:pt x="0" y="1905"/>
                    <a:pt x="0" y="2251"/>
                  </a:cubicBezTo>
                  <a:lnTo>
                    <a:pt x="0" y="2576"/>
                  </a:lnTo>
                  <a:cubicBezTo>
                    <a:pt x="0" y="2744"/>
                    <a:pt x="137" y="2879"/>
                    <a:pt x="304" y="2879"/>
                  </a:cubicBezTo>
                  <a:cubicBezTo>
                    <a:pt x="471" y="2879"/>
                    <a:pt x="607" y="2744"/>
                    <a:pt x="607" y="2576"/>
                  </a:cubicBezTo>
                  <a:lnTo>
                    <a:pt x="607" y="2249"/>
                  </a:lnTo>
                  <a:cubicBezTo>
                    <a:pt x="607" y="2238"/>
                    <a:pt x="617" y="2228"/>
                    <a:pt x="630" y="2228"/>
                  </a:cubicBezTo>
                  <a:lnTo>
                    <a:pt x="2575" y="2228"/>
                  </a:lnTo>
                  <a:cubicBezTo>
                    <a:pt x="2587" y="2228"/>
                    <a:pt x="2597" y="2237"/>
                    <a:pt x="2597" y="2249"/>
                  </a:cubicBezTo>
                  <a:lnTo>
                    <a:pt x="2597" y="2575"/>
                  </a:lnTo>
                  <a:cubicBezTo>
                    <a:pt x="2597" y="2742"/>
                    <a:pt x="2732" y="2878"/>
                    <a:pt x="2901" y="2878"/>
                  </a:cubicBezTo>
                  <a:cubicBezTo>
                    <a:pt x="3068" y="2878"/>
                    <a:pt x="3204" y="2742"/>
                    <a:pt x="3204" y="2575"/>
                  </a:cubicBezTo>
                  <a:lnTo>
                    <a:pt x="3204" y="2249"/>
                  </a:lnTo>
                  <a:cubicBezTo>
                    <a:pt x="3204" y="1904"/>
                    <a:pt x="2922" y="1621"/>
                    <a:pt x="2575" y="1621"/>
                  </a:cubicBezTo>
                  <a:lnTo>
                    <a:pt x="2554" y="1621"/>
                  </a:lnTo>
                  <a:lnTo>
                    <a:pt x="2554" y="951"/>
                  </a:lnTo>
                  <a:cubicBezTo>
                    <a:pt x="2554" y="784"/>
                    <a:pt x="2418" y="648"/>
                    <a:pt x="2249" y="648"/>
                  </a:cubicBezTo>
                  <a:cubicBezTo>
                    <a:pt x="2082" y="648"/>
                    <a:pt x="1947" y="784"/>
                    <a:pt x="1947" y="951"/>
                  </a:cubicBezTo>
                  <a:lnTo>
                    <a:pt x="1947" y="1621"/>
                  </a:lnTo>
                  <a:lnTo>
                    <a:pt x="1258" y="1621"/>
                  </a:lnTo>
                  <a:lnTo>
                    <a:pt x="1258" y="304"/>
                  </a:lnTo>
                  <a:cubicBezTo>
                    <a:pt x="1258" y="136"/>
                    <a:pt x="1123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2" name="Google Shape;3043;p55"/>
            <p:cNvSpPr/>
            <p:nvPr/>
          </p:nvSpPr>
          <p:spPr>
            <a:xfrm>
              <a:off x="2965320" y="5101920"/>
              <a:ext cx="105480" cy="4140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204" h="1257">
                  <a:moveTo>
                    <a:pt x="629" y="0"/>
                  </a:moveTo>
                  <a:cubicBezTo>
                    <a:pt x="283" y="0"/>
                    <a:pt x="1" y="283"/>
                    <a:pt x="1" y="628"/>
                  </a:cubicBezTo>
                  <a:lnTo>
                    <a:pt x="1" y="954"/>
                  </a:lnTo>
                  <a:cubicBezTo>
                    <a:pt x="1" y="1121"/>
                    <a:pt x="136" y="1257"/>
                    <a:pt x="305" y="1257"/>
                  </a:cubicBezTo>
                  <a:cubicBezTo>
                    <a:pt x="472" y="1257"/>
                    <a:pt x="608" y="1121"/>
                    <a:pt x="608" y="954"/>
                  </a:cubicBezTo>
                  <a:lnTo>
                    <a:pt x="608" y="628"/>
                  </a:lnTo>
                  <a:cubicBezTo>
                    <a:pt x="608" y="617"/>
                    <a:pt x="618" y="607"/>
                    <a:pt x="629" y="607"/>
                  </a:cubicBezTo>
                  <a:lnTo>
                    <a:pt x="2576" y="607"/>
                  </a:lnTo>
                  <a:cubicBezTo>
                    <a:pt x="2586" y="607"/>
                    <a:pt x="2597" y="616"/>
                    <a:pt x="2597" y="628"/>
                  </a:cubicBezTo>
                  <a:lnTo>
                    <a:pt x="2597" y="954"/>
                  </a:lnTo>
                  <a:cubicBezTo>
                    <a:pt x="2597" y="1121"/>
                    <a:pt x="2733" y="1257"/>
                    <a:pt x="2900" y="1257"/>
                  </a:cubicBezTo>
                  <a:cubicBezTo>
                    <a:pt x="3068" y="1257"/>
                    <a:pt x="3204" y="1121"/>
                    <a:pt x="3204" y="954"/>
                  </a:cubicBezTo>
                  <a:lnTo>
                    <a:pt x="3204" y="628"/>
                  </a:lnTo>
                  <a:cubicBezTo>
                    <a:pt x="3204" y="283"/>
                    <a:pt x="2921" y="0"/>
                    <a:pt x="25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503" name="Google Shape;3044;p55"/>
          <p:cNvGrpSpPr/>
          <p:nvPr/>
        </p:nvGrpSpPr>
        <p:grpSpPr>
          <a:xfrm>
            <a:off x="3446280" y="4457520"/>
            <a:ext cx="536760" cy="685440"/>
            <a:chOff x="3446280" y="4457520"/>
            <a:chExt cx="536760" cy="685440"/>
          </a:xfrm>
        </p:grpSpPr>
        <p:sp>
          <p:nvSpPr>
            <p:cNvPr id="2504" name="Google Shape;3045;p55"/>
            <p:cNvSpPr/>
            <p:nvPr/>
          </p:nvSpPr>
          <p:spPr>
            <a:xfrm>
              <a:off x="363996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5" name="Google Shape;3046;p55"/>
            <p:cNvSpPr/>
            <p:nvPr/>
          </p:nvSpPr>
          <p:spPr>
            <a:xfrm>
              <a:off x="376920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3" y="1"/>
                  </a:moveTo>
                  <a:cubicBezTo>
                    <a:pt x="136" y="1"/>
                    <a:pt x="0" y="137"/>
                    <a:pt x="0" y="304"/>
                  </a:cubicBezTo>
                  <a:lnTo>
                    <a:pt x="0" y="629"/>
                  </a:lnTo>
                  <a:cubicBezTo>
                    <a:pt x="0" y="796"/>
                    <a:pt x="136" y="932"/>
                    <a:pt x="303" y="932"/>
                  </a:cubicBezTo>
                  <a:cubicBezTo>
                    <a:pt x="472" y="932"/>
                    <a:pt x="607" y="796"/>
                    <a:pt x="607" y="629"/>
                  </a:cubicBezTo>
                  <a:lnTo>
                    <a:pt x="607" y="304"/>
                  </a:lnTo>
                  <a:cubicBezTo>
                    <a:pt x="607" y="137"/>
                    <a:pt x="47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6" name="Google Shape;3047;p55"/>
            <p:cNvSpPr/>
            <p:nvPr/>
          </p:nvSpPr>
          <p:spPr>
            <a:xfrm>
              <a:off x="3683160" y="4822560"/>
              <a:ext cx="63000" cy="1980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906" h="608">
                  <a:moveTo>
                    <a:pt x="305" y="1"/>
                  </a:moveTo>
                  <a:cubicBezTo>
                    <a:pt x="137" y="1"/>
                    <a:pt x="1" y="136"/>
                    <a:pt x="1" y="304"/>
                  </a:cubicBezTo>
                  <a:cubicBezTo>
                    <a:pt x="1" y="472"/>
                    <a:pt x="137" y="608"/>
                    <a:pt x="305" y="608"/>
                  </a:cubicBezTo>
                  <a:lnTo>
                    <a:pt x="1602" y="608"/>
                  </a:lnTo>
                  <a:cubicBezTo>
                    <a:pt x="1770" y="608"/>
                    <a:pt x="1906" y="472"/>
                    <a:pt x="1906" y="304"/>
                  </a:cubicBezTo>
                  <a:cubicBezTo>
                    <a:pt x="1906" y="136"/>
                    <a:pt x="1770" y="1"/>
                    <a:pt x="160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7" name="Google Shape;3048;p55"/>
            <p:cNvSpPr/>
            <p:nvPr/>
          </p:nvSpPr>
          <p:spPr>
            <a:xfrm>
              <a:off x="344628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6" h="20727">
                  <a:moveTo>
                    <a:pt x="8086" y="1909"/>
                  </a:moveTo>
                  <a:cubicBezTo>
                    <a:pt x="8635" y="1909"/>
                    <a:pt x="9082" y="2356"/>
                    <a:pt x="9082" y="2903"/>
                  </a:cubicBezTo>
                  <a:cubicBezTo>
                    <a:pt x="9082" y="3451"/>
                    <a:pt x="8635" y="3897"/>
                    <a:pt x="8086" y="3897"/>
                  </a:cubicBezTo>
                  <a:cubicBezTo>
                    <a:pt x="8086" y="3897"/>
                    <a:pt x="8085" y="3897"/>
                    <a:pt x="8084" y="3897"/>
                  </a:cubicBezTo>
                  <a:cubicBezTo>
                    <a:pt x="7538" y="3897"/>
                    <a:pt x="7092" y="3450"/>
                    <a:pt x="7092" y="2903"/>
                  </a:cubicBezTo>
                  <a:cubicBezTo>
                    <a:pt x="7092" y="2356"/>
                    <a:pt x="7539" y="1909"/>
                    <a:pt x="8086" y="1909"/>
                  </a:cubicBezTo>
                  <a:close/>
                  <a:moveTo>
                    <a:pt x="8088" y="609"/>
                  </a:moveTo>
                  <a:cubicBezTo>
                    <a:pt x="9435" y="609"/>
                    <a:pt x="10730" y="916"/>
                    <a:pt x="11830" y="1500"/>
                  </a:cubicBezTo>
                  <a:cubicBezTo>
                    <a:pt x="12891" y="2063"/>
                    <a:pt x="13698" y="2839"/>
                    <a:pt x="14165" y="3746"/>
                  </a:cubicBezTo>
                  <a:cubicBezTo>
                    <a:pt x="14323" y="4055"/>
                    <a:pt x="14309" y="4420"/>
                    <a:pt x="14126" y="4715"/>
                  </a:cubicBezTo>
                  <a:cubicBezTo>
                    <a:pt x="13945" y="5014"/>
                    <a:pt x="13626" y="5194"/>
                    <a:pt x="13276" y="5194"/>
                  </a:cubicBezTo>
                  <a:lnTo>
                    <a:pt x="13258" y="5194"/>
                  </a:lnTo>
                  <a:lnTo>
                    <a:pt x="13258" y="4851"/>
                  </a:lnTo>
                  <a:cubicBezTo>
                    <a:pt x="13258" y="4327"/>
                    <a:pt x="12831" y="3898"/>
                    <a:pt x="12304" y="3898"/>
                  </a:cubicBezTo>
                  <a:lnTo>
                    <a:pt x="9340" y="3898"/>
                  </a:lnTo>
                  <a:cubicBezTo>
                    <a:pt x="9556" y="3624"/>
                    <a:pt x="9687" y="3280"/>
                    <a:pt x="9687" y="2903"/>
                  </a:cubicBezTo>
                  <a:cubicBezTo>
                    <a:pt x="9687" y="2022"/>
                    <a:pt x="8969" y="1302"/>
                    <a:pt x="8085" y="1302"/>
                  </a:cubicBezTo>
                  <a:cubicBezTo>
                    <a:pt x="7204" y="1302"/>
                    <a:pt x="6484" y="2020"/>
                    <a:pt x="6484" y="2903"/>
                  </a:cubicBezTo>
                  <a:cubicBezTo>
                    <a:pt x="6484" y="3279"/>
                    <a:pt x="6614" y="3624"/>
                    <a:pt x="6833" y="3898"/>
                  </a:cubicBezTo>
                  <a:lnTo>
                    <a:pt x="3869" y="3898"/>
                  </a:lnTo>
                  <a:cubicBezTo>
                    <a:pt x="3344" y="3898"/>
                    <a:pt x="2915" y="4327"/>
                    <a:pt x="2915" y="4851"/>
                  </a:cubicBezTo>
                  <a:lnTo>
                    <a:pt x="2915" y="5197"/>
                  </a:lnTo>
                  <a:lnTo>
                    <a:pt x="2898" y="5197"/>
                  </a:lnTo>
                  <a:lnTo>
                    <a:pt x="2898" y="5195"/>
                  </a:lnTo>
                  <a:cubicBezTo>
                    <a:pt x="2548" y="5195"/>
                    <a:pt x="2230" y="5017"/>
                    <a:pt x="2047" y="4717"/>
                  </a:cubicBezTo>
                  <a:cubicBezTo>
                    <a:pt x="1864" y="4420"/>
                    <a:pt x="1851" y="4057"/>
                    <a:pt x="2011" y="3746"/>
                  </a:cubicBezTo>
                  <a:cubicBezTo>
                    <a:pt x="2475" y="2839"/>
                    <a:pt x="3284" y="2065"/>
                    <a:pt x="4346" y="1500"/>
                  </a:cubicBezTo>
                  <a:cubicBezTo>
                    <a:pt x="5446" y="918"/>
                    <a:pt x="6740" y="609"/>
                    <a:pt x="8088" y="609"/>
                  </a:cubicBezTo>
                  <a:close/>
                  <a:moveTo>
                    <a:pt x="12304" y="4505"/>
                  </a:moveTo>
                  <a:cubicBezTo>
                    <a:pt x="12495" y="4505"/>
                    <a:pt x="12651" y="4660"/>
                    <a:pt x="12651" y="4851"/>
                  </a:cubicBezTo>
                  <a:lnTo>
                    <a:pt x="12651" y="5845"/>
                  </a:lnTo>
                  <a:lnTo>
                    <a:pt x="11008" y="5845"/>
                  </a:lnTo>
                  <a:cubicBezTo>
                    <a:pt x="10840" y="5845"/>
                    <a:pt x="10704" y="5981"/>
                    <a:pt x="10704" y="6149"/>
                  </a:cubicBezTo>
                  <a:cubicBezTo>
                    <a:pt x="10704" y="6316"/>
                    <a:pt x="10840" y="6452"/>
                    <a:pt x="11008" y="6452"/>
                  </a:cubicBezTo>
                  <a:lnTo>
                    <a:pt x="12488" y="6452"/>
                  </a:lnTo>
                  <a:cubicBezTo>
                    <a:pt x="12258" y="6676"/>
                    <a:pt x="11824" y="6877"/>
                    <a:pt x="11433" y="7007"/>
                  </a:cubicBezTo>
                  <a:cubicBezTo>
                    <a:pt x="10544" y="7304"/>
                    <a:pt x="9356" y="7466"/>
                    <a:pt x="8088" y="7466"/>
                  </a:cubicBezTo>
                  <a:cubicBezTo>
                    <a:pt x="6818" y="7466"/>
                    <a:pt x="5630" y="7303"/>
                    <a:pt x="4742" y="7007"/>
                  </a:cubicBezTo>
                  <a:cubicBezTo>
                    <a:pt x="4353" y="6877"/>
                    <a:pt x="3918" y="6676"/>
                    <a:pt x="3686" y="6452"/>
                  </a:cubicBezTo>
                  <a:lnTo>
                    <a:pt x="9709" y="6452"/>
                  </a:lnTo>
                  <a:cubicBezTo>
                    <a:pt x="9876" y="6452"/>
                    <a:pt x="10012" y="6316"/>
                    <a:pt x="10012" y="6149"/>
                  </a:cubicBezTo>
                  <a:cubicBezTo>
                    <a:pt x="10012" y="5981"/>
                    <a:pt x="9876" y="5845"/>
                    <a:pt x="9709" y="5845"/>
                  </a:cubicBezTo>
                  <a:lnTo>
                    <a:pt x="3525" y="5845"/>
                  </a:lnTo>
                  <a:lnTo>
                    <a:pt x="3525" y="4851"/>
                  </a:lnTo>
                  <a:cubicBezTo>
                    <a:pt x="3525" y="4660"/>
                    <a:pt x="3679" y="4505"/>
                    <a:pt x="3871" y="4505"/>
                  </a:cubicBezTo>
                  <a:close/>
                  <a:moveTo>
                    <a:pt x="12648" y="7099"/>
                  </a:moveTo>
                  <a:lnTo>
                    <a:pt x="12648" y="8114"/>
                  </a:lnTo>
                  <a:lnTo>
                    <a:pt x="12304" y="8114"/>
                  </a:lnTo>
                  <a:cubicBezTo>
                    <a:pt x="12115" y="8114"/>
                    <a:pt x="11960" y="7959"/>
                    <a:pt x="11960" y="7769"/>
                  </a:cubicBezTo>
                  <a:lnTo>
                    <a:pt x="11960" y="7459"/>
                  </a:lnTo>
                  <a:lnTo>
                    <a:pt x="11958" y="7459"/>
                  </a:lnTo>
                  <a:cubicBezTo>
                    <a:pt x="12244" y="7343"/>
                    <a:pt x="12469" y="7222"/>
                    <a:pt x="12648" y="7099"/>
                  </a:cubicBezTo>
                  <a:close/>
                  <a:moveTo>
                    <a:pt x="3523" y="7100"/>
                  </a:moveTo>
                  <a:cubicBezTo>
                    <a:pt x="3702" y="7222"/>
                    <a:pt x="3928" y="7344"/>
                    <a:pt x="4215" y="7459"/>
                  </a:cubicBezTo>
                  <a:lnTo>
                    <a:pt x="4215" y="7770"/>
                  </a:lnTo>
                  <a:cubicBezTo>
                    <a:pt x="4215" y="7961"/>
                    <a:pt x="4060" y="8116"/>
                    <a:pt x="3871" y="8116"/>
                  </a:cubicBezTo>
                  <a:lnTo>
                    <a:pt x="3523" y="8116"/>
                  </a:lnTo>
                  <a:lnTo>
                    <a:pt x="3523" y="7100"/>
                  </a:lnTo>
                  <a:close/>
                  <a:moveTo>
                    <a:pt x="11353" y="7664"/>
                  </a:moveTo>
                  <a:lnTo>
                    <a:pt x="11353" y="7769"/>
                  </a:lnTo>
                  <a:cubicBezTo>
                    <a:pt x="11353" y="8293"/>
                    <a:pt x="11780" y="8721"/>
                    <a:pt x="12304" y="8721"/>
                  </a:cubicBezTo>
                  <a:lnTo>
                    <a:pt x="12791" y="8721"/>
                  </a:lnTo>
                  <a:cubicBezTo>
                    <a:pt x="12934" y="8721"/>
                    <a:pt x="13072" y="8783"/>
                    <a:pt x="13168" y="8890"/>
                  </a:cubicBezTo>
                  <a:cubicBezTo>
                    <a:pt x="13265" y="8997"/>
                    <a:pt x="13311" y="9137"/>
                    <a:pt x="13296" y="9284"/>
                  </a:cubicBezTo>
                  <a:cubicBezTo>
                    <a:pt x="13272" y="9537"/>
                    <a:pt x="13029" y="9737"/>
                    <a:pt x="12745" y="9737"/>
                  </a:cubicBezTo>
                  <a:lnTo>
                    <a:pt x="12608" y="9737"/>
                  </a:lnTo>
                  <a:lnTo>
                    <a:pt x="12608" y="9719"/>
                  </a:lnTo>
                  <a:cubicBezTo>
                    <a:pt x="12608" y="9551"/>
                    <a:pt x="12472" y="9415"/>
                    <a:pt x="12304" y="9415"/>
                  </a:cubicBezTo>
                  <a:cubicBezTo>
                    <a:pt x="12137" y="9415"/>
                    <a:pt x="12001" y="9551"/>
                    <a:pt x="12001" y="9719"/>
                  </a:cubicBezTo>
                  <a:cubicBezTo>
                    <a:pt x="11998" y="11876"/>
                    <a:pt x="10244" y="13628"/>
                    <a:pt x="8088" y="13628"/>
                  </a:cubicBezTo>
                  <a:cubicBezTo>
                    <a:pt x="5928" y="13628"/>
                    <a:pt x="4172" y="11873"/>
                    <a:pt x="4172" y="9715"/>
                  </a:cubicBezTo>
                  <a:cubicBezTo>
                    <a:pt x="4172" y="9548"/>
                    <a:pt x="4036" y="9412"/>
                    <a:pt x="3869" y="9412"/>
                  </a:cubicBezTo>
                  <a:cubicBezTo>
                    <a:pt x="3701" y="9412"/>
                    <a:pt x="3565" y="9548"/>
                    <a:pt x="3565" y="9715"/>
                  </a:cubicBezTo>
                  <a:lnTo>
                    <a:pt x="3565" y="9737"/>
                  </a:lnTo>
                  <a:lnTo>
                    <a:pt x="3384" y="9737"/>
                  </a:lnTo>
                  <a:cubicBezTo>
                    <a:pt x="3241" y="9737"/>
                    <a:pt x="3104" y="9677"/>
                    <a:pt x="3006" y="9570"/>
                  </a:cubicBezTo>
                  <a:cubicBezTo>
                    <a:pt x="2908" y="9462"/>
                    <a:pt x="2864" y="9321"/>
                    <a:pt x="2878" y="9175"/>
                  </a:cubicBezTo>
                  <a:cubicBezTo>
                    <a:pt x="2904" y="8921"/>
                    <a:pt x="3146" y="8721"/>
                    <a:pt x="3429" y="8721"/>
                  </a:cubicBezTo>
                  <a:lnTo>
                    <a:pt x="3871" y="8721"/>
                  </a:lnTo>
                  <a:cubicBezTo>
                    <a:pt x="4396" y="8721"/>
                    <a:pt x="4822" y="8294"/>
                    <a:pt x="4822" y="7769"/>
                  </a:cubicBezTo>
                  <a:lnTo>
                    <a:pt x="4822" y="7664"/>
                  </a:lnTo>
                  <a:cubicBezTo>
                    <a:pt x="5733" y="7927"/>
                    <a:pt x="6878" y="8071"/>
                    <a:pt x="8088" y="8071"/>
                  </a:cubicBezTo>
                  <a:cubicBezTo>
                    <a:pt x="9296" y="8071"/>
                    <a:pt x="10440" y="7929"/>
                    <a:pt x="11353" y="7664"/>
                  </a:cubicBezTo>
                  <a:close/>
                  <a:moveTo>
                    <a:pt x="6116" y="13784"/>
                  </a:moveTo>
                  <a:cubicBezTo>
                    <a:pt x="6713" y="14072"/>
                    <a:pt x="7379" y="14237"/>
                    <a:pt x="8086" y="14237"/>
                  </a:cubicBezTo>
                  <a:cubicBezTo>
                    <a:pt x="8791" y="14237"/>
                    <a:pt x="9456" y="14077"/>
                    <a:pt x="10052" y="13787"/>
                  </a:cubicBezTo>
                  <a:lnTo>
                    <a:pt x="10052" y="14440"/>
                  </a:lnTo>
                  <a:lnTo>
                    <a:pt x="8084" y="15532"/>
                  </a:lnTo>
                  <a:lnTo>
                    <a:pt x="7347" y="15121"/>
                  </a:lnTo>
                  <a:cubicBezTo>
                    <a:pt x="7300" y="15095"/>
                    <a:pt x="7249" y="15083"/>
                    <a:pt x="7199" y="15083"/>
                  </a:cubicBezTo>
                  <a:cubicBezTo>
                    <a:pt x="7093" y="15083"/>
                    <a:pt x="6989" y="15139"/>
                    <a:pt x="6934" y="15239"/>
                  </a:cubicBezTo>
                  <a:cubicBezTo>
                    <a:pt x="6852" y="15385"/>
                    <a:pt x="6905" y="15571"/>
                    <a:pt x="7051" y="15652"/>
                  </a:cubicBezTo>
                  <a:lnTo>
                    <a:pt x="7555" y="15932"/>
                  </a:lnTo>
                  <a:lnTo>
                    <a:pt x="5913" y="17340"/>
                  </a:lnTo>
                  <a:cubicBezTo>
                    <a:pt x="5911" y="17341"/>
                    <a:pt x="5907" y="17346"/>
                    <a:pt x="5899" y="17346"/>
                  </a:cubicBezTo>
                  <a:cubicBezTo>
                    <a:pt x="5898" y="17346"/>
                    <a:pt x="5897" y="17346"/>
                    <a:pt x="5896" y="17346"/>
                  </a:cubicBezTo>
                  <a:cubicBezTo>
                    <a:pt x="5886" y="17344"/>
                    <a:pt x="5883" y="17339"/>
                    <a:pt x="5880" y="17334"/>
                  </a:cubicBezTo>
                  <a:lnTo>
                    <a:pt x="4857" y="15546"/>
                  </a:lnTo>
                  <a:lnTo>
                    <a:pt x="5283" y="14697"/>
                  </a:lnTo>
                  <a:cubicBezTo>
                    <a:pt x="5283" y="14694"/>
                    <a:pt x="5286" y="14688"/>
                    <a:pt x="5294" y="14685"/>
                  </a:cubicBezTo>
                  <a:cubicBezTo>
                    <a:pt x="5296" y="14685"/>
                    <a:pt x="5297" y="14685"/>
                    <a:pt x="5298" y="14685"/>
                  </a:cubicBezTo>
                  <a:cubicBezTo>
                    <a:pt x="5306" y="14685"/>
                    <a:pt x="5309" y="14688"/>
                    <a:pt x="5312" y="14688"/>
                  </a:cubicBezTo>
                  <a:lnTo>
                    <a:pt x="5976" y="15055"/>
                  </a:lnTo>
                  <a:cubicBezTo>
                    <a:pt x="6022" y="15081"/>
                    <a:pt x="6073" y="15094"/>
                    <a:pt x="6123" y="15094"/>
                  </a:cubicBezTo>
                  <a:cubicBezTo>
                    <a:pt x="6229" y="15094"/>
                    <a:pt x="6332" y="15037"/>
                    <a:pt x="6387" y="14938"/>
                  </a:cubicBezTo>
                  <a:cubicBezTo>
                    <a:pt x="6468" y="14791"/>
                    <a:pt x="6415" y="14607"/>
                    <a:pt x="6270" y="14525"/>
                  </a:cubicBezTo>
                  <a:lnTo>
                    <a:pt x="6116" y="14440"/>
                  </a:lnTo>
                  <a:lnTo>
                    <a:pt x="6116" y="13784"/>
                  </a:lnTo>
                  <a:close/>
                  <a:moveTo>
                    <a:pt x="10866" y="14685"/>
                  </a:moveTo>
                  <a:cubicBezTo>
                    <a:pt x="10868" y="14685"/>
                    <a:pt x="10869" y="14685"/>
                    <a:pt x="10870" y="14685"/>
                  </a:cubicBezTo>
                  <a:cubicBezTo>
                    <a:pt x="10880" y="14687"/>
                    <a:pt x="10883" y="14694"/>
                    <a:pt x="10883" y="14697"/>
                  </a:cubicBezTo>
                  <a:lnTo>
                    <a:pt x="11308" y="15546"/>
                  </a:lnTo>
                  <a:lnTo>
                    <a:pt x="10284" y="17334"/>
                  </a:lnTo>
                  <a:cubicBezTo>
                    <a:pt x="10283" y="17339"/>
                    <a:pt x="10280" y="17344"/>
                    <a:pt x="10270" y="17346"/>
                  </a:cubicBezTo>
                  <a:cubicBezTo>
                    <a:pt x="10269" y="17346"/>
                    <a:pt x="10267" y="17346"/>
                    <a:pt x="10266" y="17346"/>
                  </a:cubicBezTo>
                  <a:cubicBezTo>
                    <a:pt x="10260" y="17346"/>
                    <a:pt x="10255" y="17344"/>
                    <a:pt x="10253" y="17340"/>
                  </a:cubicBezTo>
                  <a:lnTo>
                    <a:pt x="8612" y="15933"/>
                  </a:lnTo>
                  <a:lnTo>
                    <a:pt x="10854" y="14688"/>
                  </a:lnTo>
                  <a:cubicBezTo>
                    <a:pt x="10855" y="14688"/>
                    <a:pt x="10860" y="14685"/>
                    <a:pt x="10866" y="14685"/>
                  </a:cubicBezTo>
                  <a:close/>
                  <a:moveTo>
                    <a:pt x="8082" y="16280"/>
                  </a:moveTo>
                  <a:lnTo>
                    <a:pt x="8741" y="16845"/>
                  </a:lnTo>
                  <a:lnTo>
                    <a:pt x="8595" y="17287"/>
                  </a:lnTo>
                  <a:cubicBezTo>
                    <a:pt x="8548" y="17427"/>
                    <a:pt x="8415" y="17523"/>
                    <a:pt x="8265" y="17523"/>
                  </a:cubicBezTo>
                  <a:lnTo>
                    <a:pt x="7904" y="17523"/>
                  </a:lnTo>
                  <a:cubicBezTo>
                    <a:pt x="7754" y="17523"/>
                    <a:pt x="7622" y="17427"/>
                    <a:pt x="7575" y="17287"/>
                  </a:cubicBezTo>
                  <a:lnTo>
                    <a:pt x="7427" y="16840"/>
                  </a:lnTo>
                  <a:lnTo>
                    <a:pt x="8082" y="16280"/>
                  </a:lnTo>
                  <a:close/>
                  <a:moveTo>
                    <a:pt x="8089" y="1"/>
                  </a:moveTo>
                  <a:cubicBezTo>
                    <a:pt x="6641" y="1"/>
                    <a:pt x="5250" y="332"/>
                    <a:pt x="4063" y="961"/>
                  </a:cubicBezTo>
                  <a:cubicBezTo>
                    <a:pt x="2891" y="1582"/>
                    <a:pt x="1997" y="2447"/>
                    <a:pt x="1473" y="3466"/>
                  </a:cubicBezTo>
                  <a:cubicBezTo>
                    <a:pt x="1216" y="3965"/>
                    <a:pt x="1240" y="4550"/>
                    <a:pt x="1533" y="5029"/>
                  </a:cubicBezTo>
                  <a:cubicBezTo>
                    <a:pt x="1827" y="5511"/>
                    <a:pt x="2337" y="5799"/>
                    <a:pt x="2901" y="5799"/>
                  </a:cubicBezTo>
                  <a:lnTo>
                    <a:pt x="2921" y="5799"/>
                  </a:lnTo>
                  <a:lnTo>
                    <a:pt x="2921" y="8227"/>
                  </a:lnTo>
                  <a:cubicBezTo>
                    <a:pt x="2571" y="8393"/>
                    <a:pt x="2318" y="8723"/>
                    <a:pt x="2278" y="9113"/>
                  </a:cubicBezTo>
                  <a:cubicBezTo>
                    <a:pt x="2247" y="9427"/>
                    <a:pt x="2350" y="9741"/>
                    <a:pt x="2561" y="9972"/>
                  </a:cubicBezTo>
                  <a:cubicBezTo>
                    <a:pt x="2771" y="10206"/>
                    <a:pt x="3072" y="10341"/>
                    <a:pt x="3386" y="10341"/>
                  </a:cubicBezTo>
                  <a:lnTo>
                    <a:pt x="3613" y="10341"/>
                  </a:lnTo>
                  <a:cubicBezTo>
                    <a:pt x="3792" y="11615"/>
                    <a:pt x="4503" y="12720"/>
                    <a:pt x="5513" y="13426"/>
                  </a:cubicBezTo>
                  <a:lnTo>
                    <a:pt x="5513" y="14111"/>
                  </a:lnTo>
                  <a:cubicBezTo>
                    <a:pt x="5445" y="14088"/>
                    <a:pt x="5374" y="14076"/>
                    <a:pt x="5303" y="14076"/>
                  </a:cubicBezTo>
                  <a:cubicBezTo>
                    <a:pt x="5242" y="14076"/>
                    <a:pt x="5180" y="14085"/>
                    <a:pt x="5120" y="14104"/>
                  </a:cubicBezTo>
                  <a:cubicBezTo>
                    <a:pt x="4957" y="14154"/>
                    <a:pt x="4820" y="14270"/>
                    <a:pt x="4743" y="14424"/>
                  </a:cubicBezTo>
                  <a:lnTo>
                    <a:pt x="4305" y="15301"/>
                  </a:lnTo>
                  <a:lnTo>
                    <a:pt x="1587" y="16139"/>
                  </a:lnTo>
                  <a:cubicBezTo>
                    <a:pt x="637" y="16432"/>
                    <a:pt x="0" y="17296"/>
                    <a:pt x="0" y="18290"/>
                  </a:cubicBezTo>
                  <a:lnTo>
                    <a:pt x="0" y="20421"/>
                  </a:lnTo>
                  <a:cubicBezTo>
                    <a:pt x="0" y="20589"/>
                    <a:pt x="136" y="20725"/>
                    <a:pt x="304" y="20725"/>
                  </a:cubicBezTo>
                  <a:cubicBezTo>
                    <a:pt x="471" y="20725"/>
                    <a:pt x="607" y="20589"/>
                    <a:pt x="607" y="20421"/>
                  </a:cubicBezTo>
                  <a:lnTo>
                    <a:pt x="607" y="18290"/>
                  </a:lnTo>
                  <a:cubicBezTo>
                    <a:pt x="607" y="17563"/>
                    <a:pt x="1073" y="16933"/>
                    <a:pt x="1765" y="16719"/>
                  </a:cubicBezTo>
                  <a:lnTo>
                    <a:pt x="4375" y="15915"/>
                  </a:lnTo>
                  <a:lnTo>
                    <a:pt x="5356" y="17634"/>
                  </a:lnTo>
                  <a:cubicBezTo>
                    <a:pt x="5449" y="17797"/>
                    <a:pt x="5607" y="17910"/>
                    <a:pt x="5793" y="17941"/>
                  </a:cubicBezTo>
                  <a:cubicBezTo>
                    <a:pt x="5829" y="17949"/>
                    <a:pt x="5864" y="17950"/>
                    <a:pt x="5900" y="17950"/>
                  </a:cubicBezTo>
                  <a:cubicBezTo>
                    <a:pt x="6048" y="17950"/>
                    <a:pt x="6193" y="17899"/>
                    <a:pt x="6307" y="17799"/>
                  </a:cubicBezTo>
                  <a:lnTo>
                    <a:pt x="6931" y="17264"/>
                  </a:lnTo>
                  <a:lnTo>
                    <a:pt x="7002" y="17477"/>
                  </a:lnTo>
                  <a:cubicBezTo>
                    <a:pt x="7055" y="17639"/>
                    <a:pt x="7148" y="17776"/>
                    <a:pt x="7268" y="17884"/>
                  </a:cubicBezTo>
                  <a:lnTo>
                    <a:pt x="6814" y="20366"/>
                  </a:lnTo>
                  <a:cubicBezTo>
                    <a:pt x="6784" y="20531"/>
                    <a:pt x="6892" y="20689"/>
                    <a:pt x="7060" y="20719"/>
                  </a:cubicBezTo>
                  <a:cubicBezTo>
                    <a:pt x="7077" y="20723"/>
                    <a:pt x="7097" y="20725"/>
                    <a:pt x="7114" y="20725"/>
                  </a:cubicBezTo>
                  <a:cubicBezTo>
                    <a:pt x="7257" y="20725"/>
                    <a:pt x="7385" y="20621"/>
                    <a:pt x="7412" y="20475"/>
                  </a:cubicBezTo>
                  <a:lnTo>
                    <a:pt x="7841" y="18126"/>
                  </a:lnTo>
                  <a:cubicBezTo>
                    <a:pt x="7862" y="18127"/>
                    <a:pt x="7884" y="18127"/>
                    <a:pt x="7905" y="18127"/>
                  </a:cubicBezTo>
                  <a:lnTo>
                    <a:pt x="8268" y="18127"/>
                  </a:lnTo>
                  <a:cubicBezTo>
                    <a:pt x="8289" y="18127"/>
                    <a:pt x="8312" y="18126"/>
                    <a:pt x="8333" y="18126"/>
                  </a:cubicBezTo>
                  <a:lnTo>
                    <a:pt x="8761" y="20473"/>
                  </a:lnTo>
                  <a:cubicBezTo>
                    <a:pt x="8788" y="20619"/>
                    <a:pt x="8916" y="20723"/>
                    <a:pt x="9059" y="20723"/>
                  </a:cubicBezTo>
                  <a:cubicBezTo>
                    <a:pt x="9076" y="20723"/>
                    <a:pt x="9096" y="20721"/>
                    <a:pt x="9113" y="20718"/>
                  </a:cubicBezTo>
                  <a:cubicBezTo>
                    <a:pt x="9278" y="20688"/>
                    <a:pt x="9389" y="20528"/>
                    <a:pt x="9359" y="20364"/>
                  </a:cubicBezTo>
                  <a:lnTo>
                    <a:pt x="8906" y="17881"/>
                  </a:lnTo>
                  <a:cubicBezTo>
                    <a:pt x="9025" y="17774"/>
                    <a:pt x="9118" y="17636"/>
                    <a:pt x="9170" y="17477"/>
                  </a:cubicBezTo>
                  <a:lnTo>
                    <a:pt x="9240" y="17270"/>
                  </a:lnTo>
                  <a:lnTo>
                    <a:pt x="9859" y="17800"/>
                  </a:lnTo>
                  <a:cubicBezTo>
                    <a:pt x="9973" y="17899"/>
                    <a:pt x="10117" y="17953"/>
                    <a:pt x="10266" y="17953"/>
                  </a:cubicBezTo>
                  <a:cubicBezTo>
                    <a:pt x="10301" y="17953"/>
                    <a:pt x="10337" y="17949"/>
                    <a:pt x="10374" y="17943"/>
                  </a:cubicBezTo>
                  <a:cubicBezTo>
                    <a:pt x="10560" y="17911"/>
                    <a:pt x="10719" y="17799"/>
                    <a:pt x="10811" y="17636"/>
                  </a:cubicBezTo>
                  <a:lnTo>
                    <a:pt x="11795" y="15915"/>
                  </a:lnTo>
                  <a:lnTo>
                    <a:pt x="14409" y="16720"/>
                  </a:lnTo>
                  <a:cubicBezTo>
                    <a:pt x="15103" y="16935"/>
                    <a:pt x="15569" y="17564"/>
                    <a:pt x="15569" y="18291"/>
                  </a:cubicBezTo>
                  <a:lnTo>
                    <a:pt x="15569" y="20423"/>
                  </a:lnTo>
                  <a:cubicBezTo>
                    <a:pt x="15569" y="20591"/>
                    <a:pt x="15704" y="20726"/>
                    <a:pt x="15873" y="20726"/>
                  </a:cubicBezTo>
                  <a:cubicBezTo>
                    <a:pt x="16040" y="20726"/>
                    <a:pt x="16176" y="20591"/>
                    <a:pt x="16176" y="20423"/>
                  </a:cubicBezTo>
                  <a:lnTo>
                    <a:pt x="16176" y="18291"/>
                  </a:lnTo>
                  <a:cubicBezTo>
                    <a:pt x="16176" y="17296"/>
                    <a:pt x="15537" y="16432"/>
                    <a:pt x="14587" y="16139"/>
                  </a:cubicBezTo>
                  <a:lnTo>
                    <a:pt x="11862" y="15299"/>
                  </a:lnTo>
                  <a:lnTo>
                    <a:pt x="11425" y="14424"/>
                  </a:lnTo>
                  <a:cubicBezTo>
                    <a:pt x="11351" y="14270"/>
                    <a:pt x="11213" y="14155"/>
                    <a:pt x="11051" y="14104"/>
                  </a:cubicBezTo>
                  <a:cubicBezTo>
                    <a:pt x="10991" y="14085"/>
                    <a:pt x="10929" y="14076"/>
                    <a:pt x="10868" y="14076"/>
                  </a:cubicBezTo>
                  <a:cubicBezTo>
                    <a:pt x="10797" y="14076"/>
                    <a:pt x="10726" y="14088"/>
                    <a:pt x="10659" y="14111"/>
                  </a:cubicBezTo>
                  <a:lnTo>
                    <a:pt x="10659" y="13428"/>
                  </a:lnTo>
                  <a:cubicBezTo>
                    <a:pt x="11673" y="12726"/>
                    <a:pt x="12387" y="11618"/>
                    <a:pt x="12565" y="10341"/>
                  </a:cubicBezTo>
                  <a:lnTo>
                    <a:pt x="12745" y="10341"/>
                  </a:lnTo>
                  <a:cubicBezTo>
                    <a:pt x="13336" y="10341"/>
                    <a:pt x="13845" y="9901"/>
                    <a:pt x="13900" y="9338"/>
                  </a:cubicBezTo>
                  <a:cubicBezTo>
                    <a:pt x="13932" y="9024"/>
                    <a:pt x="13829" y="8711"/>
                    <a:pt x="13618" y="8478"/>
                  </a:cubicBezTo>
                  <a:cubicBezTo>
                    <a:pt x="13516" y="8366"/>
                    <a:pt x="13393" y="8277"/>
                    <a:pt x="13258" y="8214"/>
                  </a:cubicBezTo>
                  <a:lnTo>
                    <a:pt x="13258" y="5799"/>
                  </a:lnTo>
                  <a:lnTo>
                    <a:pt x="13276" y="5799"/>
                  </a:lnTo>
                  <a:cubicBezTo>
                    <a:pt x="13839" y="5799"/>
                    <a:pt x="14352" y="5511"/>
                    <a:pt x="14646" y="5029"/>
                  </a:cubicBezTo>
                  <a:cubicBezTo>
                    <a:pt x="14939" y="4550"/>
                    <a:pt x="14960" y="3965"/>
                    <a:pt x="14705" y="3466"/>
                  </a:cubicBezTo>
                  <a:cubicBezTo>
                    <a:pt x="14183" y="2447"/>
                    <a:pt x="13288" y="1582"/>
                    <a:pt x="12115" y="961"/>
                  </a:cubicBezTo>
                  <a:cubicBezTo>
                    <a:pt x="10927" y="332"/>
                    <a:pt x="9537" y="1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8" name="Google Shape;3049;p55"/>
            <p:cNvSpPr/>
            <p:nvPr/>
          </p:nvSpPr>
          <p:spPr>
            <a:xfrm>
              <a:off x="3521520" y="5091120"/>
              <a:ext cx="116640" cy="518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528" h="1581">
                  <a:moveTo>
                    <a:pt x="628" y="1"/>
                  </a:moveTo>
                  <a:cubicBezTo>
                    <a:pt x="281" y="1"/>
                    <a:pt x="0" y="282"/>
                    <a:pt x="0" y="629"/>
                  </a:cubicBezTo>
                  <a:lnTo>
                    <a:pt x="0" y="1276"/>
                  </a:lnTo>
                  <a:cubicBezTo>
                    <a:pt x="0" y="1445"/>
                    <a:pt x="136" y="1580"/>
                    <a:pt x="303" y="1580"/>
                  </a:cubicBezTo>
                  <a:cubicBezTo>
                    <a:pt x="471" y="1580"/>
                    <a:pt x="607" y="1445"/>
                    <a:pt x="607" y="1276"/>
                  </a:cubicBezTo>
                  <a:lnTo>
                    <a:pt x="607" y="629"/>
                  </a:lnTo>
                  <a:cubicBezTo>
                    <a:pt x="607" y="618"/>
                    <a:pt x="616" y="608"/>
                    <a:pt x="628" y="608"/>
                  </a:cubicBezTo>
                  <a:lnTo>
                    <a:pt x="2898" y="608"/>
                  </a:lnTo>
                  <a:cubicBezTo>
                    <a:pt x="2909" y="608"/>
                    <a:pt x="2919" y="616"/>
                    <a:pt x="2919" y="629"/>
                  </a:cubicBezTo>
                  <a:lnTo>
                    <a:pt x="2919" y="1276"/>
                  </a:lnTo>
                  <a:cubicBezTo>
                    <a:pt x="2919" y="1445"/>
                    <a:pt x="3055" y="1580"/>
                    <a:pt x="3223" y="1580"/>
                  </a:cubicBezTo>
                  <a:cubicBezTo>
                    <a:pt x="3391" y="1580"/>
                    <a:pt x="3526" y="1445"/>
                    <a:pt x="3526" y="1276"/>
                  </a:cubicBezTo>
                  <a:lnTo>
                    <a:pt x="3526" y="629"/>
                  </a:lnTo>
                  <a:cubicBezTo>
                    <a:pt x="3528" y="282"/>
                    <a:pt x="3245" y="1"/>
                    <a:pt x="289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09" name="Google Shape;3050;p55"/>
            <p:cNvSpPr/>
            <p:nvPr/>
          </p:nvSpPr>
          <p:spPr>
            <a:xfrm>
              <a:off x="3790800" y="5091120"/>
              <a:ext cx="116640" cy="518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528" h="1581">
                  <a:moveTo>
                    <a:pt x="629" y="1"/>
                  </a:moveTo>
                  <a:cubicBezTo>
                    <a:pt x="283" y="1"/>
                    <a:pt x="0" y="282"/>
                    <a:pt x="0" y="629"/>
                  </a:cubicBezTo>
                  <a:lnTo>
                    <a:pt x="0" y="1276"/>
                  </a:lnTo>
                  <a:cubicBezTo>
                    <a:pt x="0" y="1445"/>
                    <a:pt x="136" y="1580"/>
                    <a:pt x="304" y="1580"/>
                  </a:cubicBezTo>
                  <a:cubicBezTo>
                    <a:pt x="471" y="1580"/>
                    <a:pt x="607" y="1445"/>
                    <a:pt x="607" y="1276"/>
                  </a:cubicBezTo>
                  <a:lnTo>
                    <a:pt x="607" y="629"/>
                  </a:lnTo>
                  <a:cubicBezTo>
                    <a:pt x="607" y="618"/>
                    <a:pt x="617" y="608"/>
                    <a:pt x="629" y="608"/>
                  </a:cubicBezTo>
                  <a:lnTo>
                    <a:pt x="2899" y="608"/>
                  </a:lnTo>
                  <a:cubicBezTo>
                    <a:pt x="2911" y="608"/>
                    <a:pt x="2921" y="616"/>
                    <a:pt x="2921" y="629"/>
                  </a:cubicBezTo>
                  <a:lnTo>
                    <a:pt x="2921" y="1276"/>
                  </a:lnTo>
                  <a:cubicBezTo>
                    <a:pt x="2921" y="1445"/>
                    <a:pt x="3056" y="1580"/>
                    <a:pt x="3225" y="1580"/>
                  </a:cubicBezTo>
                  <a:cubicBezTo>
                    <a:pt x="3392" y="1580"/>
                    <a:pt x="3528" y="1445"/>
                    <a:pt x="3528" y="1276"/>
                  </a:cubicBezTo>
                  <a:lnTo>
                    <a:pt x="3528" y="629"/>
                  </a:lnTo>
                  <a:cubicBezTo>
                    <a:pt x="3528" y="282"/>
                    <a:pt x="3246" y="1"/>
                    <a:pt x="28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510" name="Google Shape;3051;p55"/>
          <p:cNvSpPr/>
          <p:nvPr/>
        </p:nvSpPr>
        <p:spPr>
          <a:xfrm>
            <a:off x="6874920" y="4457880"/>
            <a:ext cx="536760" cy="685440"/>
          </a:xfrm>
          <a:custGeom>
            <a:avLst/>
            <a:gdLst>
              <a:gd name="textAreaLeft" fmla="*/ 0 w 536760"/>
              <a:gd name="textAreaRight" fmla="*/ 537120 w 5367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16181" h="20721">
                <a:moveTo>
                  <a:pt x="8735" y="608"/>
                </a:moveTo>
                <a:cubicBezTo>
                  <a:pt x="10893" y="608"/>
                  <a:pt x="12649" y="2364"/>
                  <a:pt x="12649" y="4521"/>
                </a:cubicBezTo>
                <a:lnTo>
                  <a:pt x="12649" y="4539"/>
                </a:lnTo>
                <a:lnTo>
                  <a:pt x="11332" y="4539"/>
                </a:lnTo>
                <a:cubicBezTo>
                  <a:pt x="11163" y="4539"/>
                  <a:pt x="11028" y="4675"/>
                  <a:pt x="11028" y="4843"/>
                </a:cubicBezTo>
                <a:cubicBezTo>
                  <a:pt x="11028" y="5011"/>
                  <a:pt x="11163" y="5146"/>
                  <a:pt x="11332" y="5146"/>
                </a:cubicBezTo>
                <a:lnTo>
                  <a:pt x="12649" y="5146"/>
                </a:lnTo>
                <a:lnTo>
                  <a:pt x="12649" y="7114"/>
                </a:lnTo>
                <a:cubicBezTo>
                  <a:pt x="12649" y="7350"/>
                  <a:pt x="12630" y="7581"/>
                  <a:pt x="12597" y="7807"/>
                </a:cubicBezTo>
                <a:lnTo>
                  <a:pt x="8557" y="8652"/>
                </a:lnTo>
                <a:cubicBezTo>
                  <a:pt x="8501" y="8664"/>
                  <a:pt x="8447" y="8672"/>
                  <a:pt x="8391" y="8680"/>
                </a:cubicBezTo>
                <a:lnTo>
                  <a:pt x="8391" y="5146"/>
                </a:lnTo>
                <a:lnTo>
                  <a:pt x="10034" y="5146"/>
                </a:lnTo>
                <a:cubicBezTo>
                  <a:pt x="10201" y="5146"/>
                  <a:pt x="10336" y="5011"/>
                  <a:pt x="10336" y="4843"/>
                </a:cubicBezTo>
                <a:cubicBezTo>
                  <a:pt x="10336" y="4675"/>
                  <a:pt x="10201" y="4539"/>
                  <a:pt x="10034" y="4539"/>
                </a:cubicBezTo>
                <a:lnTo>
                  <a:pt x="3524" y="4539"/>
                </a:lnTo>
                <a:lnTo>
                  <a:pt x="3524" y="4521"/>
                </a:lnTo>
                <a:cubicBezTo>
                  <a:pt x="3524" y="2361"/>
                  <a:pt x="5281" y="608"/>
                  <a:pt x="7437" y="608"/>
                </a:cubicBezTo>
                <a:close/>
                <a:moveTo>
                  <a:pt x="7783" y="5149"/>
                </a:moveTo>
                <a:lnTo>
                  <a:pt x="7783" y="8681"/>
                </a:lnTo>
                <a:lnTo>
                  <a:pt x="7783" y="8681"/>
                </a:lnTo>
                <a:cubicBezTo>
                  <a:pt x="7728" y="8674"/>
                  <a:pt x="7672" y="8665"/>
                  <a:pt x="7619" y="8654"/>
                </a:cubicBezTo>
                <a:lnTo>
                  <a:pt x="3577" y="7810"/>
                </a:lnTo>
                <a:cubicBezTo>
                  <a:pt x="3541" y="7583"/>
                  <a:pt x="3523" y="7351"/>
                  <a:pt x="3523" y="7116"/>
                </a:cubicBezTo>
                <a:lnTo>
                  <a:pt x="3523" y="5149"/>
                </a:lnTo>
                <a:close/>
                <a:moveTo>
                  <a:pt x="3728" y="8460"/>
                </a:moveTo>
                <a:lnTo>
                  <a:pt x="7494" y="9248"/>
                </a:lnTo>
                <a:cubicBezTo>
                  <a:pt x="7691" y="9288"/>
                  <a:pt x="7891" y="9309"/>
                  <a:pt x="8090" y="9309"/>
                </a:cubicBezTo>
                <a:cubicBezTo>
                  <a:pt x="8287" y="9309"/>
                  <a:pt x="8485" y="9291"/>
                  <a:pt x="8683" y="9248"/>
                </a:cubicBezTo>
                <a:lnTo>
                  <a:pt x="12449" y="8460"/>
                </a:lnTo>
                <a:lnTo>
                  <a:pt x="12449" y="8460"/>
                </a:lnTo>
                <a:cubicBezTo>
                  <a:pt x="12364" y="8729"/>
                  <a:pt x="12257" y="8987"/>
                  <a:pt x="12129" y="9231"/>
                </a:cubicBezTo>
                <a:lnTo>
                  <a:pt x="8823" y="9922"/>
                </a:lnTo>
                <a:cubicBezTo>
                  <a:pt x="8580" y="9973"/>
                  <a:pt x="8334" y="9998"/>
                  <a:pt x="8089" y="9998"/>
                </a:cubicBezTo>
                <a:cubicBezTo>
                  <a:pt x="7844" y="9998"/>
                  <a:pt x="7598" y="9973"/>
                  <a:pt x="7354" y="9922"/>
                </a:cubicBezTo>
                <a:lnTo>
                  <a:pt x="4050" y="9231"/>
                </a:lnTo>
                <a:cubicBezTo>
                  <a:pt x="3917" y="8987"/>
                  <a:pt x="3810" y="8728"/>
                  <a:pt x="3728" y="8460"/>
                </a:cubicBezTo>
                <a:close/>
                <a:moveTo>
                  <a:pt x="4515" y="9951"/>
                </a:moveTo>
                <a:lnTo>
                  <a:pt x="7227" y="10519"/>
                </a:lnTo>
                <a:cubicBezTo>
                  <a:pt x="7511" y="10579"/>
                  <a:pt x="7800" y="10608"/>
                  <a:pt x="8087" y="10608"/>
                </a:cubicBezTo>
                <a:cubicBezTo>
                  <a:pt x="8373" y="10608"/>
                  <a:pt x="8663" y="10578"/>
                  <a:pt x="8947" y="10519"/>
                </a:cubicBezTo>
                <a:lnTo>
                  <a:pt x="11660" y="9951"/>
                </a:lnTo>
                <a:lnTo>
                  <a:pt x="11660" y="9951"/>
                </a:lnTo>
                <a:cubicBezTo>
                  <a:pt x="10825" y="11002"/>
                  <a:pt x="9534" y="11679"/>
                  <a:pt x="8087" y="11679"/>
                </a:cubicBezTo>
                <a:cubicBezTo>
                  <a:pt x="6642" y="11677"/>
                  <a:pt x="5352" y="11002"/>
                  <a:pt x="4515" y="9951"/>
                </a:cubicBezTo>
                <a:close/>
                <a:moveTo>
                  <a:pt x="7439" y="1"/>
                </a:moveTo>
                <a:cubicBezTo>
                  <a:pt x="4946" y="1"/>
                  <a:pt x="2919" y="2029"/>
                  <a:pt x="2919" y="4521"/>
                </a:cubicBezTo>
                <a:lnTo>
                  <a:pt x="2919" y="7116"/>
                </a:lnTo>
                <a:cubicBezTo>
                  <a:pt x="2919" y="9029"/>
                  <a:pt x="3965" y="10705"/>
                  <a:pt x="5515" y="11597"/>
                </a:cubicBezTo>
                <a:lnTo>
                  <a:pt x="5515" y="12875"/>
                </a:lnTo>
                <a:cubicBezTo>
                  <a:pt x="5515" y="13170"/>
                  <a:pt x="5316" y="13434"/>
                  <a:pt x="5035" y="13518"/>
                </a:cubicBezTo>
                <a:lnTo>
                  <a:pt x="1616" y="14522"/>
                </a:lnTo>
                <a:cubicBezTo>
                  <a:pt x="666" y="14803"/>
                  <a:pt x="1" y="15690"/>
                  <a:pt x="1" y="16681"/>
                </a:cubicBezTo>
                <a:lnTo>
                  <a:pt x="1" y="20413"/>
                </a:lnTo>
                <a:cubicBezTo>
                  <a:pt x="1" y="20582"/>
                  <a:pt x="136" y="20717"/>
                  <a:pt x="304" y="20717"/>
                </a:cubicBezTo>
                <a:cubicBezTo>
                  <a:pt x="472" y="20717"/>
                  <a:pt x="608" y="20582"/>
                  <a:pt x="608" y="20413"/>
                </a:cubicBezTo>
                <a:lnTo>
                  <a:pt x="608" y="16681"/>
                </a:lnTo>
                <a:cubicBezTo>
                  <a:pt x="608" y="16382"/>
                  <a:pt x="691" y="16096"/>
                  <a:pt x="838" y="15847"/>
                </a:cubicBezTo>
                <a:lnTo>
                  <a:pt x="2122" y="16919"/>
                </a:lnTo>
                <a:cubicBezTo>
                  <a:pt x="2423" y="17168"/>
                  <a:pt x="2596" y="17540"/>
                  <a:pt x="2596" y="17931"/>
                </a:cubicBezTo>
                <a:lnTo>
                  <a:pt x="2596" y="20416"/>
                </a:lnTo>
                <a:cubicBezTo>
                  <a:pt x="2596" y="20583"/>
                  <a:pt x="2731" y="20719"/>
                  <a:pt x="2900" y="20719"/>
                </a:cubicBezTo>
                <a:cubicBezTo>
                  <a:pt x="3067" y="20719"/>
                  <a:pt x="3203" y="20583"/>
                  <a:pt x="3203" y="20416"/>
                </a:cubicBezTo>
                <a:lnTo>
                  <a:pt x="3203" y="17931"/>
                </a:lnTo>
                <a:cubicBezTo>
                  <a:pt x="3203" y="17357"/>
                  <a:pt x="2950" y="16819"/>
                  <a:pt x="2510" y="16453"/>
                </a:cubicBezTo>
                <a:lnTo>
                  <a:pt x="1238" y="15392"/>
                </a:lnTo>
                <a:cubicBezTo>
                  <a:pt x="1398" y="15265"/>
                  <a:pt x="1583" y="15168"/>
                  <a:pt x="1787" y="15106"/>
                </a:cubicBezTo>
                <a:lnTo>
                  <a:pt x="5206" y="14101"/>
                </a:lnTo>
                <a:cubicBezTo>
                  <a:pt x="5218" y="14098"/>
                  <a:pt x="5229" y="14092"/>
                  <a:pt x="5239" y="14089"/>
                </a:cubicBezTo>
                <a:cubicBezTo>
                  <a:pt x="5468" y="14301"/>
                  <a:pt x="5721" y="14486"/>
                  <a:pt x="5989" y="14643"/>
                </a:cubicBezTo>
                <a:cubicBezTo>
                  <a:pt x="6038" y="14671"/>
                  <a:pt x="6089" y="14685"/>
                  <a:pt x="6142" y="14685"/>
                </a:cubicBezTo>
                <a:cubicBezTo>
                  <a:pt x="6246" y="14685"/>
                  <a:pt x="6349" y="14632"/>
                  <a:pt x="6403" y="14534"/>
                </a:cubicBezTo>
                <a:cubicBezTo>
                  <a:pt x="6487" y="14389"/>
                  <a:pt x="6437" y="14204"/>
                  <a:pt x="6293" y="14119"/>
                </a:cubicBezTo>
                <a:cubicBezTo>
                  <a:pt x="6109" y="14012"/>
                  <a:pt x="5935" y="13889"/>
                  <a:pt x="5772" y="13751"/>
                </a:cubicBezTo>
                <a:cubicBezTo>
                  <a:pt x="5989" y="13520"/>
                  <a:pt x="6122" y="13208"/>
                  <a:pt x="6122" y="12877"/>
                </a:cubicBezTo>
                <a:lnTo>
                  <a:pt x="6122" y="11897"/>
                </a:lnTo>
                <a:cubicBezTo>
                  <a:pt x="6729" y="12147"/>
                  <a:pt x="7393" y="12286"/>
                  <a:pt x="8088" y="12286"/>
                </a:cubicBezTo>
                <a:cubicBezTo>
                  <a:pt x="8785" y="12286"/>
                  <a:pt x="9449" y="12147"/>
                  <a:pt x="10056" y="11897"/>
                </a:cubicBezTo>
                <a:lnTo>
                  <a:pt x="10056" y="12877"/>
                </a:lnTo>
                <a:cubicBezTo>
                  <a:pt x="10056" y="13208"/>
                  <a:pt x="10188" y="13520"/>
                  <a:pt x="10406" y="13751"/>
                </a:cubicBezTo>
                <a:cubicBezTo>
                  <a:pt x="9758" y="14301"/>
                  <a:pt x="8948" y="14599"/>
                  <a:pt x="8090" y="14599"/>
                </a:cubicBezTo>
                <a:cubicBezTo>
                  <a:pt x="7887" y="14599"/>
                  <a:pt x="7686" y="14583"/>
                  <a:pt x="7491" y="14549"/>
                </a:cubicBezTo>
                <a:cubicBezTo>
                  <a:pt x="7475" y="14546"/>
                  <a:pt x="7458" y="14545"/>
                  <a:pt x="7442" y="14545"/>
                </a:cubicBezTo>
                <a:cubicBezTo>
                  <a:pt x="7296" y="14545"/>
                  <a:pt x="7167" y="14650"/>
                  <a:pt x="7142" y="14799"/>
                </a:cubicBezTo>
                <a:cubicBezTo>
                  <a:pt x="7113" y="14965"/>
                  <a:pt x="7226" y="15120"/>
                  <a:pt x="7391" y="15149"/>
                </a:cubicBezTo>
                <a:cubicBezTo>
                  <a:pt x="7620" y="15189"/>
                  <a:pt x="7856" y="15206"/>
                  <a:pt x="8091" y="15206"/>
                </a:cubicBezTo>
                <a:cubicBezTo>
                  <a:pt x="9157" y="15206"/>
                  <a:pt x="10162" y="14812"/>
                  <a:pt x="10940" y="14091"/>
                </a:cubicBezTo>
                <a:cubicBezTo>
                  <a:pt x="10953" y="14094"/>
                  <a:pt x="10963" y="14099"/>
                  <a:pt x="10975" y="14104"/>
                </a:cubicBezTo>
                <a:lnTo>
                  <a:pt x="14392" y="15108"/>
                </a:lnTo>
                <a:cubicBezTo>
                  <a:pt x="14597" y="15169"/>
                  <a:pt x="14782" y="15268"/>
                  <a:pt x="14942" y="15393"/>
                </a:cubicBezTo>
                <a:lnTo>
                  <a:pt x="13670" y="16454"/>
                </a:lnTo>
                <a:cubicBezTo>
                  <a:pt x="13228" y="16820"/>
                  <a:pt x="12977" y="17361"/>
                  <a:pt x="12977" y="17933"/>
                </a:cubicBezTo>
                <a:lnTo>
                  <a:pt x="12977" y="20417"/>
                </a:lnTo>
                <a:cubicBezTo>
                  <a:pt x="12977" y="20585"/>
                  <a:pt x="13113" y="20720"/>
                  <a:pt x="13281" y="20720"/>
                </a:cubicBezTo>
                <a:cubicBezTo>
                  <a:pt x="13448" y="20720"/>
                  <a:pt x="13584" y="20585"/>
                  <a:pt x="13584" y="20417"/>
                </a:cubicBezTo>
                <a:lnTo>
                  <a:pt x="13584" y="17931"/>
                </a:lnTo>
                <a:cubicBezTo>
                  <a:pt x="13584" y="17538"/>
                  <a:pt x="13757" y="17170"/>
                  <a:pt x="14060" y="16919"/>
                </a:cubicBezTo>
                <a:lnTo>
                  <a:pt x="15342" y="15847"/>
                </a:lnTo>
                <a:cubicBezTo>
                  <a:pt x="15489" y="16096"/>
                  <a:pt x="15573" y="16382"/>
                  <a:pt x="15573" y="16681"/>
                </a:cubicBezTo>
                <a:lnTo>
                  <a:pt x="15573" y="20413"/>
                </a:lnTo>
                <a:cubicBezTo>
                  <a:pt x="15573" y="20582"/>
                  <a:pt x="15709" y="20717"/>
                  <a:pt x="15876" y="20717"/>
                </a:cubicBezTo>
                <a:cubicBezTo>
                  <a:pt x="16045" y="20717"/>
                  <a:pt x="16180" y="20582"/>
                  <a:pt x="16180" y="20413"/>
                </a:cubicBezTo>
                <a:lnTo>
                  <a:pt x="16180" y="16681"/>
                </a:lnTo>
                <a:cubicBezTo>
                  <a:pt x="16176" y="15690"/>
                  <a:pt x="15512" y="14803"/>
                  <a:pt x="14561" y="14522"/>
                </a:cubicBezTo>
                <a:lnTo>
                  <a:pt x="11142" y="13518"/>
                </a:lnTo>
                <a:cubicBezTo>
                  <a:pt x="10858" y="13434"/>
                  <a:pt x="10662" y="13170"/>
                  <a:pt x="10662" y="12875"/>
                </a:cubicBezTo>
                <a:lnTo>
                  <a:pt x="10662" y="11597"/>
                </a:lnTo>
                <a:cubicBezTo>
                  <a:pt x="12212" y="10702"/>
                  <a:pt x="13257" y="9028"/>
                  <a:pt x="13257" y="7116"/>
                </a:cubicBezTo>
                <a:lnTo>
                  <a:pt x="13257" y="4521"/>
                </a:lnTo>
                <a:cubicBezTo>
                  <a:pt x="13257" y="2029"/>
                  <a:pt x="11229" y="1"/>
                  <a:pt x="873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511" name="Google Shape;3052;p55"/>
          <p:cNvGrpSpPr/>
          <p:nvPr/>
        </p:nvGrpSpPr>
        <p:grpSpPr>
          <a:xfrm>
            <a:off x="7732080" y="4457520"/>
            <a:ext cx="536760" cy="685440"/>
            <a:chOff x="7732080" y="4457520"/>
            <a:chExt cx="536760" cy="685440"/>
          </a:xfrm>
        </p:grpSpPr>
        <p:sp>
          <p:nvSpPr>
            <p:cNvPr id="2512" name="Google Shape;3053;p55"/>
            <p:cNvSpPr/>
            <p:nvPr/>
          </p:nvSpPr>
          <p:spPr>
            <a:xfrm>
              <a:off x="792576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7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7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13" name="Google Shape;3054;p55"/>
            <p:cNvSpPr/>
            <p:nvPr/>
          </p:nvSpPr>
          <p:spPr>
            <a:xfrm>
              <a:off x="8055000" y="4736880"/>
              <a:ext cx="19800" cy="3060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608" h="933">
                  <a:moveTo>
                    <a:pt x="305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629"/>
                  </a:lnTo>
                  <a:cubicBezTo>
                    <a:pt x="1" y="796"/>
                    <a:pt x="136" y="932"/>
                    <a:pt x="305" y="932"/>
                  </a:cubicBezTo>
                  <a:cubicBezTo>
                    <a:pt x="472" y="932"/>
                    <a:pt x="608" y="796"/>
                    <a:pt x="608" y="629"/>
                  </a:cubicBezTo>
                  <a:lnTo>
                    <a:pt x="608" y="304"/>
                  </a:lnTo>
                  <a:cubicBezTo>
                    <a:pt x="608" y="137"/>
                    <a:pt x="472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14" name="Google Shape;3055;p55"/>
            <p:cNvSpPr/>
            <p:nvPr/>
          </p:nvSpPr>
          <p:spPr>
            <a:xfrm>
              <a:off x="7979040" y="4844880"/>
              <a:ext cx="41040" cy="198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250" h="608">
                  <a:moveTo>
                    <a:pt x="305" y="0"/>
                  </a:moveTo>
                  <a:cubicBezTo>
                    <a:pt x="137" y="0"/>
                    <a:pt x="0" y="136"/>
                    <a:pt x="0" y="305"/>
                  </a:cubicBezTo>
                  <a:cubicBezTo>
                    <a:pt x="0" y="472"/>
                    <a:pt x="137" y="607"/>
                    <a:pt x="305" y="607"/>
                  </a:cubicBezTo>
                  <a:lnTo>
                    <a:pt x="947" y="607"/>
                  </a:lnTo>
                  <a:cubicBezTo>
                    <a:pt x="1116" y="607"/>
                    <a:pt x="1250" y="472"/>
                    <a:pt x="1250" y="305"/>
                  </a:cubicBezTo>
                  <a:cubicBezTo>
                    <a:pt x="1250" y="136"/>
                    <a:pt x="1114" y="0"/>
                    <a:pt x="9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15" name="Google Shape;3056;p55"/>
            <p:cNvSpPr/>
            <p:nvPr/>
          </p:nvSpPr>
          <p:spPr>
            <a:xfrm>
              <a:off x="7923240" y="4802040"/>
              <a:ext cx="151920" cy="34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4586" h="1061">
                  <a:moveTo>
                    <a:pt x="347" y="0"/>
                  </a:moveTo>
                  <a:cubicBezTo>
                    <a:pt x="250" y="0"/>
                    <a:pt x="153" y="47"/>
                    <a:pt x="94" y="135"/>
                  </a:cubicBezTo>
                  <a:cubicBezTo>
                    <a:pt x="1" y="274"/>
                    <a:pt x="38" y="462"/>
                    <a:pt x="178" y="557"/>
                  </a:cubicBezTo>
                  <a:lnTo>
                    <a:pt x="612" y="845"/>
                  </a:lnTo>
                  <a:cubicBezTo>
                    <a:pt x="826" y="988"/>
                    <a:pt x="1072" y="1061"/>
                    <a:pt x="1321" y="1061"/>
                  </a:cubicBezTo>
                  <a:cubicBezTo>
                    <a:pt x="1566" y="1061"/>
                    <a:pt x="1813" y="989"/>
                    <a:pt x="2029" y="845"/>
                  </a:cubicBezTo>
                  <a:lnTo>
                    <a:pt x="2105" y="795"/>
                  </a:lnTo>
                  <a:cubicBezTo>
                    <a:pt x="2162" y="757"/>
                    <a:pt x="2229" y="737"/>
                    <a:pt x="2296" y="737"/>
                  </a:cubicBezTo>
                  <a:cubicBezTo>
                    <a:pt x="2362" y="737"/>
                    <a:pt x="2429" y="757"/>
                    <a:pt x="2486" y="795"/>
                  </a:cubicBezTo>
                  <a:lnTo>
                    <a:pt x="2560" y="845"/>
                  </a:lnTo>
                  <a:cubicBezTo>
                    <a:pt x="2775" y="989"/>
                    <a:pt x="3022" y="1060"/>
                    <a:pt x="3268" y="1060"/>
                  </a:cubicBezTo>
                  <a:cubicBezTo>
                    <a:pt x="3514" y="1060"/>
                    <a:pt x="3761" y="989"/>
                    <a:pt x="3976" y="845"/>
                  </a:cubicBezTo>
                  <a:lnTo>
                    <a:pt x="4408" y="557"/>
                  </a:lnTo>
                  <a:cubicBezTo>
                    <a:pt x="4548" y="464"/>
                    <a:pt x="4585" y="274"/>
                    <a:pt x="4493" y="135"/>
                  </a:cubicBezTo>
                  <a:cubicBezTo>
                    <a:pt x="4434" y="47"/>
                    <a:pt x="4338" y="0"/>
                    <a:pt x="4240" y="0"/>
                  </a:cubicBezTo>
                  <a:cubicBezTo>
                    <a:pt x="4182" y="0"/>
                    <a:pt x="4123" y="17"/>
                    <a:pt x="4071" y="51"/>
                  </a:cubicBezTo>
                  <a:lnTo>
                    <a:pt x="3637" y="340"/>
                  </a:lnTo>
                  <a:cubicBezTo>
                    <a:pt x="3524" y="415"/>
                    <a:pt x="3395" y="452"/>
                    <a:pt x="3266" y="452"/>
                  </a:cubicBezTo>
                  <a:cubicBezTo>
                    <a:pt x="3136" y="452"/>
                    <a:pt x="3007" y="415"/>
                    <a:pt x="2894" y="340"/>
                  </a:cubicBezTo>
                  <a:lnTo>
                    <a:pt x="2822" y="292"/>
                  </a:lnTo>
                  <a:cubicBezTo>
                    <a:pt x="2661" y="185"/>
                    <a:pt x="2477" y="132"/>
                    <a:pt x="2293" y="132"/>
                  </a:cubicBezTo>
                  <a:cubicBezTo>
                    <a:pt x="2109" y="132"/>
                    <a:pt x="1925" y="185"/>
                    <a:pt x="1765" y="292"/>
                  </a:cubicBezTo>
                  <a:lnTo>
                    <a:pt x="1692" y="340"/>
                  </a:lnTo>
                  <a:cubicBezTo>
                    <a:pt x="1578" y="415"/>
                    <a:pt x="1449" y="452"/>
                    <a:pt x="1320" y="452"/>
                  </a:cubicBezTo>
                  <a:cubicBezTo>
                    <a:pt x="1190" y="452"/>
                    <a:pt x="1061" y="415"/>
                    <a:pt x="949" y="340"/>
                  </a:cubicBezTo>
                  <a:lnTo>
                    <a:pt x="515" y="51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16" name="Google Shape;3057;p55"/>
            <p:cNvSpPr/>
            <p:nvPr/>
          </p:nvSpPr>
          <p:spPr>
            <a:xfrm>
              <a:off x="7732080" y="445752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75" h="20725">
                  <a:moveTo>
                    <a:pt x="8752" y="2233"/>
                  </a:moveTo>
                  <a:lnTo>
                    <a:pt x="8752" y="3227"/>
                  </a:lnTo>
                  <a:cubicBezTo>
                    <a:pt x="8752" y="3596"/>
                    <a:pt x="8452" y="3896"/>
                    <a:pt x="8082" y="3896"/>
                  </a:cubicBezTo>
                  <a:cubicBezTo>
                    <a:pt x="7712" y="3896"/>
                    <a:pt x="7412" y="3596"/>
                    <a:pt x="7412" y="3227"/>
                  </a:cubicBezTo>
                  <a:lnTo>
                    <a:pt x="7412" y="2233"/>
                  </a:lnTo>
                  <a:close/>
                  <a:moveTo>
                    <a:pt x="8082" y="607"/>
                  </a:moveTo>
                  <a:cubicBezTo>
                    <a:pt x="9430" y="607"/>
                    <a:pt x="10724" y="914"/>
                    <a:pt x="11824" y="1498"/>
                  </a:cubicBezTo>
                  <a:cubicBezTo>
                    <a:pt x="12887" y="2061"/>
                    <a:pt x="13694" y="2837"/>
                    <a:pt x="14159" y="3744"/>
                  </a:cubicBezTo>
                  <a:cubicBezTo>
                    <a:pt x="14318" y="4055"/>
                    <a:pt x="14305" y="4418"/>
                    <a:pt x="14123" y="4715"/>
                  </a:cubicBezTo>
                  <a:cubicBezTo>
                    <a:pt x="13941" y="5013"/>
                    <a:pt x="13624" y="5193"/>
                    <a:pt x="13272" y="5193"/>
                  </a:cubicBezTo>
                  <a:lnTo>
                    <a:pt x="13252" y="5193"/>
                  </a:lnTo>
                  <a:lnTo>
                    <a:pt x="13252" y="4849"/>
                  </a:lnTo>
                  <a:cubicBezTo>
                    <a:pt x="13252" y="4325"/>
                    <a:pt x="12825" y="3896"/>
                    <a:pt x="12301" y="3896"/>
                  </a:cubicBezTo>
                  <a:lnTo>
                    <a:pt x="9169" y="3896"/>
                  </a:lnTo>
                  <a:cubicBezTo>
                    <a:pt x="9291" y="3701"/>
                    <a:pt x="9361" y="3471"/>
                    <a:pt x="9361" y="3227"/>
                  </a:cubicBezTo>
                  <a:lnTo>
                    <a:pt x="9361" y="1928"/>
                  </a:lnTo>
                  <a:cubicBezTo>
                    <a:pt x="9361" y="1761"/>
                    <a:pt x="9225" y="1626"/>
                    <a:pt x="9056" y="1626"/>
                  </a:cubicBezTo>
                  <a:lnTo>
                    <a:pt x="7111" y="1626"/>
                  </a:lnTo>
                  <a:cubicBezTo>
                    <a:pt x="6943" y="1626"/>
                    <a:pt x="6807" y="1761"/>
                    <a:pt x="6807" y="1928"/>
                  </a:cubicBezTo>
                  <a:lnTo>
                    <a:pt x="6807" y="3227"/>
                  </a:lnTo>
                  <a:cubicBezTo>
                    <a:pt x="6807" y="3472"/>
                    <a:pt x="6877" y="3701"/>
                    <a:pt x="6998" y="3896"/>
                  </a:cubicBezTo>
                  <a:lnTo>
                    <a:pt x="3868" y="3896"/>
                  </a:lnTo>
                  <a:cubicBezTo>
                    <a:pt x="3342" y="3896"/>
                    <a:pt x="2917" y="4322"/>
                    <a:pt x="2917" y="4849"/>
                  </a:cubicBezTo>
                  <a:lnTo>
                    <a:pt x="2917" y="5195"/>
                  </a:lnTo>
                  <a:lnTo>
                    <a:pt x="2892" y="5195"/>
                  </a:lnTo>
                  <a:lnTo>
                    <a:pt x="2892" y="5193"/>
                  </a:lnTo>
                  <a:cubicBezTo>
                    <a:pt x="2542" y="5193"/>
                    <a:pt x="2225" y="5015"/>
                    <a:pt x="2043" y="4715"/>
                  </a:cubicBezTo>
                  <a:cubicBezTo>
                    <a:pt x="1861" y="4418"/>
                    <a:pt x="1847" y="4055"/>
                    <a:pt x="2005" y="3744"/>
                  </a:cubicBezTo>
                  <a:cubicBezTo>
                    <a:pt x="2471" y="2837"/>
                    <a:pt x="3278" y="2063"/>
                    <a:pt x="4341" y="1498"/>
                  </a:cubicBezTo>
                  <a:cubicBezTo>
                    <a:pt x="5440" y="916"/>
                    <a:pt x="6734" y="607"/>
                    <a:pt x="8082" y="607"/>
                  </a:cubicBezTo>
                  <a:close/>
                  <a:moveTo>
                    <a:pt x="12300" y="4503"/>
                  </a:moveTo>
                  <a:cubicBezTo>
                    <a:pt x="12490" y="4503"/>
                    <a:pt x="12644" y="4658"/>
                    <a:pt x="12644" y="4849"/>
                  </a:cubicBezTo>
                  <a:lnTo>
                    <a:pt x="12644" y="5843"/>
                  </a:lnTo>
                  <a:lnTo>
                    <a:pt x="11001" y="5843"/>
                  </a:lnTo>
                  <a:cubicBezTo>
                    <a:pt x="10833" y="5843"/>
                    <a:pt x="10697" y="5979"/>
                    <a:pt x="10697" y="6147"/>
                  </a:cubicBezTo>
                  <a:cubicBezTo>
                    <a:pt x="10697" y="6314"/>
                    <a:pt x="10833" y="6450"/>
                    <a:pt x="11001" y="6450"/>
                  </a:cubicBezTo>
                  <a:lnTo>
                    <a:pt x="12481" y="6450"/>
                  </a:lnTo>
                  <a:cubicBezTo>
                    <a:pt x="12251" y="6674"/>
                    <a:pt x="11817" y="6875"/>
                    <a:pt x="11426" y="7005"/>
                  </a:cubicBezTo>
                  <a:cubicBezTo>
                    <a:pt x="10537" y="7302"/>
                    <a:pt x="9349" y="7464"/>
                    <a:pt x="8082" y="7464"/>
                  </a:cubicBezTo>
                  <a:cubicBezTo>
                    <a:pt x="6813" y="7464"/>
                    <a:pt x="5626" y="7301"/>
                    <a:pt x="4738" y="7005"/>
                  </a:cubicBezTo>
                  <a:cubicBezTo>
                    <a:pt x="4348" y="6875"/>
                    <a:pt x="3912" y="6674"/>
                    <a:pt x="3682" y="6450"/>
                  </a:cubicBezTo>
                  <a:lnTo>
                    <a:pt x="9703" y="6450"/>
                  </a:lnTo>
                  <a:cubicBezTo>
                    <a:pt x="9870" y="6450"/>
                    <a:pt x="10006" y="6314"/>
                    <a:pt x="10006" y="6147"/>
                  </a:cubicBezTo>
                  <a:cubicBezTo>
                    <a:pt x="10006" y="5979"/>
                    <a:pt x="9870" y="5843"/>
                    <a:pt x="9703" y="5843"/>
                  </a:cubicBezTo>
                  <a:lnTo>
                    <a:pt x="3519" y="5843"/>
                  </a:lnTo>
                  <a:lnTo>
                    <a:pt x="3519" y="4849"/>
                  </a:lnTo>
                  <a:cubicBezTo>
                    <a:pt x="3519" y="4658"/>
                    <a:pt x="3675" y="4503"/>
                    <a:pt x="3865" y="4503"/>
                  </a:cubicBezTo>
                  <a:close/>
                  <a:moveTo>
                    <a:pt x="12645" y="7097"/>
                  </a:moveTo>
                  <a:lnTo>
                    <a:pt x="12645" y="8112"/>
                  </a:lnTo>
                  <a:lnTo>
                    <a:pt x="12301" y="8112"/>
                  </a:lnTo>
                  <a:cubicBezTo>
                    <a:pt x="12208" y="8112"/>
                    <a:pt x="12123" y="8077"/>
                    <a:pt x="12057" y="8011"/>
                  </a:cubicBezTo>
                  <a:cubicBezTo>
                    <a:pt x="11993" y="7947"/>
                    <a:pt x="11957" y="7859"/>
                    <a:pt x="11957" y="7767"/>
                  </a:cubicBezTo>
                  <a:lnTo>
                    <a:pt x="11957" y="7457"/>
                  </a:lnTo>
                  <a:lnTo>
                    <a:pt x="11954" y="7457"/>
                  </a:lnTo>
                  <a:cubicBezTo>
                    <a:pt x="12240" y="7341"/>
                    <a:pt x="12467" y="7220"/>
                    <a:pt x="12645" y="7097"/>
                  </a:cubicBezTo>
                  <a:close/>
                  <a:moveTo>
                    <a:pt x="3519" y="7098"/>
                  </a:moveTo>
                  <a:cubicBezTo>
                    <a:pt x="3698" y="7220"/>
                    <a:pt x="3924" y="7342"/>
                    <a:pt x="4211" y="7457"/>
                  </a:cubicBezTo>
                  <a:lnTo>
                    <a:pt x="4211" y="7768"/>
                  </a:lnTo>
                  <a:cubicBezTo>
                    <a:pt x="4211" y="7959"/>
                    <a:pt x="4055" y="8114"/>
                    <a:pt x="3866" y="8114"/>
                  </a:cubicBezTo>
                  <a:lnTo>
                    <a:pt x="3519" y="8114"/>
                  </a:lnTo>
                  <a:lnTo>
                    <a:pt x="3519" y="7098"/>
                  </a:lnTo>
                  <a:close/>
                  <a:moveTo>
                    <a:pt x="11347" y="7662"/>
                  </a:moveTo>
                  <a:lnTo>
                    <a:pt x="11347" y="7767"/>
                  </a:lnTo>
                  <a:cubicBezTo>
                    <a:pt x="11347" y="8019"/>
                    <a:pt x="11446" y="8259"/>
                    <a:pt x="11626" y="8439"/>
                  </a:cubicBezTo>
                  <a:cubicBezTo>
                    <a:pt x="11806" y="8619"/>
                    <a:pt x="12045" y="8718"/>
                    <a:pt x="12300" y="8718"/>
                  </a:cubicBezTo>
                  <a:lnTo>
                    <a:pt x="12785" y="8718"/>
                  </a:lnTo>
                  <a:cubicBezTo>
                    <a:pt x="12928" y="8718"/>
                    <a:pt x="13065" y="8778"/>
                    <a:pt x="13161" y="8885"/>
                  </a:cubicBezTo>
                  <a:cubicBezTo>
                    <a:pt x="13259" y="8992"/>
                    <a:pt x="13304" y="9133"/>
                    <a:pt x="13289" y="9280"/>
                  </a:cubicBezTo>
                  <a:cubicBezTo>
                    <a:pt x="13265" y="9533"/>
                    <a:pt x="13022" y="9733"/>
                    <a:pt x="12738" y="9733"/>
                  </a:cubicBezTo>
                  <a:lnTo>
                    <a:pt x="12601" y="9733"/>
                  </a:lnTo>
                  <a:lnTo>
                    <a:pt x="12601" y="9716"/>
                  </a:lnTo>
                  <a:cubicBezTo>
                    <a:pt x="12601" y="9548"/>
                    <a:pt x="12465" y="9412"/>
                    <a:pt x="12297" y="9412"/>
                  </a:cubicBezTo>
                  <a:cubicBezTo>
                    <a:pt x="12130" y="9412"/>
                    <a:pt x="11994" y="9548"/>
                    <a:pt x="11994" y="9716"/>
                  </a:cubicBezTo>
                  <a:cubicBezTo>
                    <a:pt x="11993" y="11873"/>
                    <a:pt x="10237" y="13625"/>
                    <a:pt x="8081" y="13625"/>
                  </a:cubicBezTo>
                  <a:cubicBezTo>
                    <a:pt x="8080" y="13625"/>
                    <a:pt x="8079" y="13625"/>
                    <a:pt x="8078" y="13625"/>
                  </a:cubicBezTo>
                  <a:cubicBezTo>
                    <a:pt x="5923" y="13625"/>
                    <a:pt x="4169" y="11870"/>
                    <a:pt x="4169" y="9713"/>
                  </a:cubicBezTo>
                  <a:cubicBezTo>
                    <a:pt x="4169" y="9546"/>
                    <a:pt x="4033" y="9410"/>
                    <a:pt x="3865" y="9410"/>
                  </a:cubicBezTo>
                  <a:cubicBezTo>
                    <a:pt x="3698" y="9410"/>
                    <a:pt x="3562" y="9546"/>
                    <a:pt x="3562" y="9713"/>
                  </a:cubicBezTo>
                  <a:lnTo>
                    <a:pt x="3562" y="9735"/>
                  </a:lnTo>
                  <a:lnTo>
                    <a:pt x="3378" y="9735"/>
                  </a:lnTo>
                  <a:cubicBezTo>
                    <a:pt x="3235" y="9735"/>
                    <a:pt x="3098" y="9675"/>
                    <a:pt x="3002" y="9568"/>
                  </a:cubicBezTo>
                  <a:cubicBezTo>
                    <a:pt x="2904" y="9460"/>
                    <a:pt x="2860" y="9319"/>
                    <a:pt x="2872" y="9173"/>
                  </a:cubicBezTo>
                  <a:cubicBezTo>
                    <a:pt x="2900" y="8919"/>
                    <a:pt x="3141" y="8719"/>
                    <a:pt x="3425" y="8719"/>
                  </a:cubicBezTo>
                  <a:lnTo>
                    <a:pt x="3864" y="8719"/>
                  </a:lnTo>
                  <a:cubicBezTo>
                    <a:pt x="4389" y="8719"/>
                    <a:pt x="4818" y="8292"/>
                    <a:pt x="4818" y="7767"/>
                  </a:cubicBezTo>
                  <a:lnTo>
                    <a:pt x="4818" y="7662"/>
                  </a:lnTo>
                  <a:cubicBezTo>
                    <a:pt x="5727" y="7925"/>
                    <a:pt x="6874" y="8069"/>
                    <a:pt x="8082" y="8069"/>
                  </a:cubicBezTo>
                  <a:cubicBezTo>
                    <a:pt x="9291" y="8069"/>
                    <a:pt x="10434" y="7927"/>
                    <a:pt x="11347" y="7662"/>
                  </a:cubicBezTo>
                  <a:close/>
                  <a:moveTo>
                    <a:pt x="6110" y="13782"/>
                  </a:moveTo>
                  <a:cubicBezTo>
                    <a:pt x="6706" y="14070"/>
                    <a:pt x="7374" y="14235"/>
                    <a:pt x="8081" y="14235"/>
                  </a:cubicBezTo>
                  <a:cubicBezTo>
                    <a:pt x="8784" y="14235"/>
                    <a:pt x="9450" y="14075"/>
                    <a:pt x="10045" y="13785"/>
                  </a:cubicBezTo>
                  <a:lnTo>
                    <a:pt x="10045" y="14438"/>
                  </a:lnTo>
                  <a:lnTo>
                    <a:pt x="8077" y="15530"/>
                  </a:lnTo>
                  <a:lnTo>
                    <a:pt x="7340" y="15119"/>
                  </a:lnTo>
                  <a:cubicBezTo>
                    <a:pt x="7293" y="15093"/>
                    <a:pt x="7242" y="15081"/>
                    <a:pt x="7192" y="15081"/>
                  </a:cubicBezTo>
                  <a:cubicBezTo>
                    <a:pt x="7085" y="15081"/>
                    <a:pt x="6981" y="15137"/>
                    <a:pt x="6927" y="15237"/>
                  </a:cubicBezTo>
                  <a:cubicBezTo>
                    <a:pt x="6846" y="15383"/>
                    <a:pt x="6898" y="15569"/>
                    <a:pt x="7045" y="15650"/>
                  </a:cubicBezTo>
                  <a:lnTo>
                    <a:pt x="7548" y="15930"/>
                  </a:lnTo>
                  <a:lnTo>
                    <a:pt x="5909" y="17338"/>
                  </a:lnTo>
                  <a:cubicBezTo>
                    <a:pt x="5906" y="17339"/>
                    <a:pt x="5902" y="17344"/>
                    <a:pt x="5894" y="17344"/>
                  </a:cubicBezTo>
                  <a:cubicBezTo>
                    <a:pt x="5892" y="17344"/>
                    <a:pt x="5891" y="17344"/>
                    <a:pt x="5890" y="17344"/>
                  </a:cubicBezTo>
                  <a:cubicBezTo>
                    <a:pt x="5882" y="17342"/>
                    <a:pt x="5877" y="17337"/>
                    <a:pt x="5876" y="17332"/>
                  </a:cubicBezTo>
                  <a:lnTo>
                    <a:pt x="4855" y="15544"/>
                  </a:lnTo>
                  <a:lnTo>
                    <a:pt x="5280" y="14695"/>
                  </a:lnTo>
                  <a:cubicBezTo>
                    <a:pt x="5280" y="14692"/>
                    <a:pt x="5283" y="14686"/>
                    <a:pt x="5292" y="14683"/>
                  </a:cubicBezTo>
                  <a:cubicBezTo>
                    <a:pt x="5293" y="14683"/>
                    <a:pt x="5294" y="14683"/>
                    <a:pt x="5296" y="14683"/>
                  </a:cubicBezTo>
                  <a:cubicBezTo>
                    <a:pt x="5303" y="14683"/>
                    <a:pt x="5306" y="14686"/>
                    <a:pt x="5309" y="14686"/>
                  </a:cubicBezTo>
                  <a:lnTo>
                    <a:pt x="5970" y="15053"/>
                  </a:lnTo>
                  <a:cubicBezTo>
                    <a:pt x="6017" y="15079"/>
                    <a:pt x="6068" y="15092"/>
                    <a:pt x="6118" y="15092"/>
                  </a:cubicBezTo>
                  <a:cubicBezTo>
                    <a:pt x="6224" y="15092"/>
                    <a:pt x="6327" y="15035"/>
                    <a:pt x="6383" y="14936"/>
                  </a:cubicBezTo>
                  <a:cubicBezTo>
                    <a:pt x="6463" y="14789"/>
                    <a:pt x="6411" y="14605"/>
                    <a:pt x="6266" y="14523"/>
                  </a:cubicBezTo>
                  <a:lnTo>
                    <a:pt x="6110" y="14438"/>
                  </a:lnTo>
                  <a:lnTo>
                    <a:pt x="6110" y="13782"/>
                  </a:lnTo>
                  <a:close/>
                  <a:moveTo>
                    <a:pt x="10861" y="14683"/>
                  </a:moveTo>
                  <a:cubicBezTo>
                    <a:pt x="10862" y="14683"/>
                    <a:pt x="10863" y="14683"/>
                    <a:pt x="10864" y="14683"/>
                  </a:cubicBezTo>
                  <a:cubicBezTo>
                    <a:pt x="10873" y="14686"/>
                    <a:pt x="10874" y="14692"/>
                    <a:pt x="10876" y="14695"/>
                  </a:cubicBezTo>
                  <a:lnTo>
                    <a:pt x="11301" y="15544"/>
                  </a:lnTo>
                  <a:lnTo>
                    <a:pt x="10280" y="17332"/>
                  </a:lnTo>
                  <a:cubicBezTo>
                    <a:pt x="10279" y="17337"/>
                    <a:pt x="10275" y="17342"/>
                    <a:pt x="10266" y="17344"/>
                  </a:cubicBezTo>
                  <a:cubicBezTo>
                    <a:pt x="10265" y="17344"/>
                    <a:pt x="10264" y="17344"/>
                    <a:pt x="10262" y="17344"/>
                  </a:cubicBezTo>
                  <a:cubicBezTo>
                    <a:pt x="10254" y="17344"/>
                    <a:pt x="10250" y="17339"/>
                    <a:pt x="10247" y="17338"/>
                  </a:cubicBezTo>
                  <a:lnTo>
                    <a:pt x="8605" y="15931"/>
                  </a:lnTo>
                  <a:lnTo>
                    <a:pt x="10847" y="14686"/>
                  </a:lnTo>
                  <a:cubicBezTo>
                    <a:pt x="10850" y="14686"/>
                    <a:pt x="10855" y="14683"/>
                    <a:pt x="10861" y="14683"/>
                  </a:cubicBezTo>
                  <a:close/>
                  <a:moveTo>
                    <a:pt x="8081" y="16278"/>
                  </a:moveTo>
                  <a:lnTo>
                    <a:pt x="8739" y="16843"/>
                  </a:lnTo>
                  <a:lnTo>
                    <a:pt x="8591" y="17285"/>
                  </a:lnTo>
                  <a:cubicBezTo>
                    <a:pt x="8545" y="17425"/>
                    <a:pt x="8412" y="17521"/>
                    <a:pt x="8265" y="17521"/>
                  </a:cubicBezTo>
                  <a:lnTo>
                    <a:pt x="7902" y="17521"/>
                  </a:lnTo>
                  <a:cubicBezTo>
                    <a:pt x="7754" y="17521"/>
                    <a:pt x="7622" y="17425"/>
                    <a:pt x="7574" y="17285"/>
                  </a:cubicBezTo>
                  <a:lnTo>
                    <a:pt x="7425" y="16838"/>
                  </a:lnTo>
                  <a:lnTo>
                    <a:pt x="8081" y="16278"/>
                  </a:lnTo>
                  <a:close/>
                  <a:moveTo>
                    <a:pt x="8082" y="0"/>
                  </a:moveTo>
                  <a:cubicBezTo>
                    <a:pt x="6634" y="0"/>
                    <a:pt x="5245" y="332"/>
                    <a:pt x="4056" y="960"/>
                  </a:cubicBezTo>
                  <a:cubicBezTo>
                    <a:pt x="2884" y="1581"/>
                    <a:pt x="1990" y="2448"/>
                    <a:pt x="1467" y="3465"/>
                  </a:cubicBezTo>
                  <a:cubicBezTo>
                    <a:pt x="1211" y="3965"/>
                    <a:pt x="1233" y="4549"/>
                    <a:pt x="1526" y="5029"/>
                  </a:cubicBezTo>
                  <a:cubicBezTo>
                    <a:pt x="1820" y="5512"/>
                    <a:pt x="2330" y="5799"/>
                    <a:pt x="2895" y="5799"/>
                  </a:cubicBezTo>
                  <a:lnTo>
                    <a:pt x="2914" y="5799"/>
                  </a:lnTo>
                  <a:lnTo>
                    <a:pt x="2914" y="8226"/>
                  </a:lnTo>
                  <a:cubicBezTo>
                    <a:pt x="2564" y="8392"/>
                    <a:pt x="2311" y="8723"/>
                    <a:pt x="2271" y="9112"/>
                  </a:cubicBezTo>
                  <a:cubicBezTo>
                    <a:pt x="2240" y="9426"/>
                    <a:pt x="2343" y="9740"/>
                    <a:pt x="2554" y="9973"/>
                  </a:cubicBezTo>
                  <a:cubicBezTo>
                    <a:pt x="2764" y="10206"/>
                    <a:pt x="3067" y="10340"/>
                    <a:pt x="3379" y="10340"/>
                  </a:cubicBezTo>
                  <a:lnTo>
                    <a:pt x="3606" y="10340"/>
                  </a:lnTo>
                  <a:cubicBezTo>
                    <a:pt x="3785" y="11616"/>
                    <a:pt x="4496" y="12719"/>
                    <a:pt x="5506" y="13425"/>
                  </a:cubicBezTo>
                  <a:lnTo>
                    <a:pt x="5506" y="14110"/>
                  </a:lnTo>
                  <a:cubicBezTo>
                    <a:pt x="5440" y="14088"/>
                    <a:pt x="5370" y="14076"/>
                    <a:pt x="5299" y="14076"/>
                  </a:cubicBezTo>
                  <a:cubicBezTo>
                    <a:pt x="5236" y="14076"/>
                    <a:pt x="5173" y="14085"/>
                    <a:pt x="5113" y="14103"/>
                  </a:cubicBezTo>
                  <a:cubicBezTo>
                    <a:pt x="4950" y="14153"/>
                    <a:pt x="4813" y="14269"/>
                    <a:pt x="4739" y="14423"/>
                  </a:cubicBezTo>
                  <a:lnTo>
                    <a:pt x="4299" y="15302"/>
                  </a:lnTo>
                  <a:lnTo>
                    <a:pt x="1587" y="16137"/>
                  </a:lnTo>
                  <a:cubicBezTo>
                    <a:pt x="637" y="16430"/>
                    <a:pt x="0" y="17294"/>
                    <a:pt x="0" y="18288"/>
                  </a:cubicBezTo>
                  <a:lnTo>
                    <a:pt x="0" y="20420"/>
                  </a:lnTo>
                  <a:cubicBezTo>
                    <a:pt x="0" y="20587"/>
                    <a:pt x="136" y="20723"/>
                    <a:pt x="305" y="20723"/>
                  </a:cubicBezTo>
                  <a:cubicBezTo>
                    <a:pt x="472" y="20723"/>
                    <a:pt x="607" y="20587"/>
                    <a:pt x="607" y="20420"/>
                  </a:cubicBezTo>
                  <a:lnTo>
                    <a:pt x="607" y="18288"/>
                  </a:lnTo>
                  <a:cubicBezTo>
                    <a:pt x="607" y="17671"/>
                    <a:pt x="944" y="17121"/>
                    <a:pt x="1473" y="16840"/>
                  </a:cubicBezTo>
                  <a:lnTo>
                    <a:pt x="3605" y="20569"/>
                  </a:lnTo>
                  <a:cubicBezTo>
                    <a:pt x="3662" y="20667"/>
                    <a:pt x="3764" y="20723"/>
                    <a:pt x="3869" y="20723"/>
                  </a:cubicBezTo>
                  <a:cubicBezTo>
                    <a:pt x="3921" y="20723"/>
                    <a:pt x="3972" y="20710"/>
                    <a:pt x="4019" y="20684"/>
                  </a:cubicBezTo>
                  <a:cubicBezTo>
                    <a:pt x="4165" y="20601"/>
                    <a:pt x="4215" y="20414"/>
                    <a:pt x="4132" y="20270"/>
                  </a:cubicBezTo>
                  <a:lnTo>
                    <a:pt x="2048" y="16630"/>
                  </a:lnTo>
                  <a:lnTo>
                    <a:pt x="3109" y="16303"/>
                  </a:lnTo>
                  <a:lnTo>
                    <a:pt x="5547" y="20569"/>
                  </a:lnTo>
                  <a:cubicBezTo>
                    <a:pt x="5603" y="20667"/>
                    <a:pt x="5706" y="20723"/>
                    <a:pt x="5812" y="20723"/>
                  </a:cubicBezTo>
                  <a:cubicBezTo>
                    <a:pt x="5863" y="20723"/>
                    <a:pt x="5914" y="20710"/>
                    <a:pt x="5961" y="20684"/>
                  </a:cubicBezTo>
                  <a:cubicBezTo>
                    <a:pt x="6106" y="20601"/>
                    <a:pt x="6157" y="20414"/>
                    <a:pt x="6074" y="20270"/>
                  </a:cubicBezTo>
                  <a:lnTo>
                    <a:pt x="3704" y="16121"/>
                  </a:lnTo>
                  <a:lnTo>
                    <a:pt x="4368" y="15917"/>
                  </a:lnTo>
                  <a:lnTo>
                    <a:pt x="5349" y="17635"/>
                  </a:lnTo>
                  <a:cubicBezTo>
                    <a:pt x="5442" y="17797"/>
                    <a:pt x="5603" y="17909"/>
                    <a:pt x="5787" y="17942"/>
                  </a:cubicBezTo>
                  <a:cubicBezTo>
                    <a:pt x="5823" y="17949"/>
                    <a:pt x="5859" y="17951"/>
                    <a:pt x="5896" y="17951"/>
                  </a:cubicBezTo>
                  <a:cubicBezTo>
                    <a:pt x="6043" y="17951"/>
                    <a:pt x="6189" y="17899"/>
                    <a:pt x="6303" y="17799"/>
                  </a:cubicBezTo>
                  <a:lnTo>
                    <a:pt x="6925" y="17265"/>
                  </a:lnTo>
                  <a:lnTo>
                    <a:pt x="6997" y="17478"/>
                  </a:lnTo>
                  <a:cubicBezTo>
                    <a:pt x="7050" y="17638"/>
                    <a:pt x="7144" y="17775"/>
                    <a:pt x="7263" y="17885"/>
                  </a:cubicBezTo>
                  <a:lnTo>
                    <a:pt x="6810" y="20366"/>
                  </a:lnTo>
                  <a:cubicBezTo>
                    <a:pt x="6778" y="20530"/>
                    <a:pt x="6888" y="20689"/>
                    <a:pt x="7054" y="20720"/>
                  </a:cubicBezTo>
                  <a:cubicBezTo>
                    <a:pt x="7073" y="20723"/>
                    <a:pt x="7091" y="20724"/>
                    <a:pt x="7110" y="20724"/>
                  </a:cubicBezTo>
                  <a:cubicBezTo>
                    <a:pt x="7254" y="20724"/>
                    <a:pt x="7381" y="20621"/>
                    <a:pt x="7408" y="20474"/>
                  </a:cubicBezTo>
                  <a:lnTo>
                    <a:pt x="7837" y="18125"/>
                  </a:lnTo>
                  <a:cubicBezTo>
                    <a:pt x="7858" y="18128"/>
                    <a:pt x="7880" y="18128"/>
                    <a:pt x="7901" y="18128"/>
                  </a:cubicBezTo>
                  <a:lnTo>
                    <a:pt x="8262" y="18128"/>
                  </a:lnTo>
                  <a:cubicBezTo>
                    <a:pt x="8284" y="18128"/>
                    <a:pt x="8308" y="18125"/>
                    <a:pt x="8329" y="18125"/>
                  </a:cubicBezTo>
                  <a:lnTo>
                    <a:pt x="8755" y="20473"/>
                  </a:lnTo>
                  <a:cubicBezTo>
                    <a:pt x="8782" y="20620"/>
                    <a:pt x="8909" y="20723"/>
                    <a:pt x="9053" y="20723"/>
                  </a:cubicBezTo>
                  <a:cubicBezTo>
                    <a:pt x="9072" y="20723"/>
                    <a:pt x="9089" y="20721"/>
                    <a:pt x="9109" y="20717"/>
                  </a:cubicBezTo>
                  <a:cubicBezTo>
                    <a:pt x="9273" y="20687"/>
                    <a:pt x="9383" y="20530"/>
                    <a:pt x="9353" y="20364"/>
                  </a:cubicBezTo>
                  <a:lnTo>
                    <a:pt x="8902" y="17881"/>
                  </a:lnTo>
                  <a:cubicBezTo>
                    <a:pt x="9022" y="17774"/>
                    <a:pt x="9115" y="17637"/>
                    <a:pt x="9166" y="17477"/>
                  </a:cubicBezTo>
                  <a:lnTo>
                    <a:pt x="9236" y="17270"/>
                  </a:lnTo>
                  <a:lnTo>
                    <a:pt x="9853" y="17801"/>
                  </a:lnTo>
                  <a:cubicBezTo>
                    <a:pt x="9967" y="17898"/>
                    <a:pt x="10112" y="17952"/>
                    <a:pt x="10260" y="17952"/>
                  </a:cubicBezTo>
                  <a:cubicBezTo>
                    <a:pt x="10296" y="17952"/>
                    <a:pt x="10332" y="17948"/>
                    <a:pt x="10367" y="17944"/>
                  </a:cubicBezTo>
                  <a:cubicBezTo>
                    <a:pt x="10553" y="17911"/>
                    <a:pt x="10712" y="17798"/>
                    <a:pt x="10804" y="17637"/>
                  </a:cubicBezTo>
                  <a:lnTo>
                    <a:pt x="11788" y="15916"/>
                  </a:lnTo>
                  <a:lnTo>
                    <a:pt x="12458" y="16120"/>
                  </a:lnTo>
                  <a:lnTo>
                    <a:pt x="10087" y="20272"/>
                  </a:lnTo>
                  <a:cubicBezTo>
                    <a:pt x="10003" y="20416"/>
                    <a:pt x="10055" y="20603"/>
                    <a:pt x="10200" y="20686"/>
                  </a:cubicBezTo>
                  <a:cubicBezTo>
                    <a:pt x="10247" y="20711"/>
                    <a:pt x="10297" y="20724"/>
                    <a:pt x="10350" y="20724"/>
                  </a:cubicBezTo>
                  <a:cubicBezTo>
                    <a:pt x="10454" y="20724"/>
                    <a:pt x="10559" y="20669"/>
                    <a:pt x="10614" y="20571"/>
                  </a:cubicBezTo>
                  <a:lnTo>
                    <a:pt x="13052" y="16303"/>
                  </a:lnTo>
                  <a:lnTo>
                    <a:pt x="14406" y="16718"/>
                  </a:lnTo>
                  <a:cubicBezTo>
                    <a:pt x="15099" y="16933"/>
                    <a:pt x="15564" y="17562"/>
                    <a:pt x="15564" y="18289"/>
                  </a:cubicBezTo>
                  <a:lnTo>
                    <a:pt x="15564" y="20421"/>
                  </a:lnTo>
                  <a:cubicBezTo>
                    <a:pt x="15564" y="20589"/>
                    <a:pt x="15700" y="20724"/>
                    <a:pt x="15867" y="20724"/>
                  </a:cubicBezTo>
                  <a:cubicBezTo>
                    <a:pt x="16036" y="20724"/>
                    <a:pt x="16171" y="20589"/>
                    <a:pt x="16171" y="20421"/>
                  </a:cubicBezTo>
                  <a:lnTo>
                    <a:pt x="16171" y="18289"/>
                  </a:lnTo>
                  <a:cubicBezTo>
                    <a:pt x="16174" y="17294"/>
                    <a:pt x="15536" y="16430"/>
                    <a:pt x="14586" y="16137"/>
                  </a:cubicBezTo>
                  <a:lnTo>
                    <a:pt x="11858" y="15297"/>
                  </a:lnTo>
                  <a:lnTo>
                    <a:pt x="11421" y="14423"/>
                  </a:lnTo>
                  <a:cubicBezTo>
                    <a:pt x="11344" y="14269"/>
                    <a:pt x="11207" y="14155"/>
                    <a:pt x="11044" y="14103"/>
                  </a:cubicBezTo>
                  <a:cubicBezTo>
                    <a:pt x="10984" y="14085"/>
                    <a:pt x="10922" y="14076"/>
                    <a:pt x="10860" y="14076"/>
                  </a:cubicBezTo>
                  <a:cubicBezTo>
                    <a:pt x="10789" y="14076"/>
                    <a:pt x="10719" y="14088"/>
                    <a:pt x="10652" y="14110"/>
                  </a:cubicBezTo>
                  <a:lnTo>
                    <a:pt x="10652" y="13429"/>
                  </a:lnTo>
                  <a:cubicBezTo>
                    <a:pt x="11666" y="12725"/>
                    <a:pt x="12380" y="11617"/>
                    <a:pt x="12558" y="10340"/>
                  </a:cubicBezTo>
                  <a:lnTo>
                    <a:pt x="12738" y="10340"/>
                  </a:lnTo>
                  <a:cubicBezTo>
                    <a:pt x="13329" y="10340"/>
                    <a:pt x="13836" y="9902"/>
                    <a:pt x="13893" y="9339"/>
                  </a:cubicBezTo>
                  <a:cubicBezTo>
                    <a:pt x="13925" y="9025"/>
                    <a:pt x="13822" y="8711"/>
                    <a:pt x="13611" y="8478"/>
                  </a:cubicBezTo>
                  <a:cubicBezTo>
                    <a:pt x="13509" y="8366"/>
                    <a:pt x="13386" y="8276"/>
                    <a:pt x="13251" y="8214"/>
                  </a:cubicBezTo>
                  <a:lnTo>
                    <a:pt x="13251" y="5799"/>
                  </a:lnTo>
                  <a:lnTo>
                    <a:pt x="13271" y="5799"/>
                  </a:lnTo>
                  <a:cubicBezTo>
                    <a:pt x="13832" y="5799"/>
                    <a:pt x="14345" y="5512"/>
                    <a:pt x="14639" y="5029"/>
                  </a:cubicBezTo>
                  <a:cubicBezTo>
                    <a:pt x="14932" y="4549"/>
                    <a:pt x="14953" y="3965"/>
                    <a:pt x="14699" y="3465"/>
                  </a:cubicBezTo>
                  <a:cubicBezTo>
                    <a:pt x="14178" y="2448"/>
                    <a:pt x="13281" y="1581"/>
                    <a:pt x="12108" y="960"/>
                  </a:cubicBezTo>
                  <a:cubicBezTo>
                    <a:pt x="10921" y="332"/>
                    <a:pt x="9529" y="0"/>
                    <a:pt x="80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517" name="Google Shape;3058;p55"/>
          <p:cNvSpPr/>
          <p:nvPr/>
        </p:nvSpPr>
        <p:spPr>
          <a:xfrm>
            <a:off x="714240" y="0"/>
            <a:ext cx="858240" cy="856800"/>
          </a:xfrm>
          <a:prstGeom prst="rect">
            <a:avLst/>
          </a:prstGeom>
          <a:noFill/>
          <a:ln w="19050">
            <a:solidFill>
              <a:srgbClr val="1A2C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2518" name="Google Shape;3059;p55"/>
          <p:cNvGrpSpPr/>
          <p:nvPr/>
        </p:nvGrpSpPr>
        <p:grpSpPr>
          <a:xfrm>
            <a:off x="874800" y="171360"/>
            <a:ext cx="536760" cy="685440"/>
            <a:chOff x="874800" y="171360"/>
            <a:chExt cx="536760" cy="685440"/>
          </a:xfrm>
        </p:grpSpPr>
        <p:sp>
          <p:nvSpPr>
            <p:cNvPr id="2519" name="Google Shape;3060;p55"/>
            <p:cNvSpPr/>
            <p:nvPr/>
          </p:nvSpPr>
          <p:spPr>
            <a:xfrm>
              <a:off x="874800" y="171360"/>
              <a:ext cx="536760" cy="68544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16180" h="20721">
                  <a:moveTo>
                    <a:pt x="11330" y="606"/>
                  </a:moveTo>
                  <a:cubicBezTo>
                    <a:pt x="12594" y="606"/>
                    <a:pt x="13622" y="1634"/>
                    <a:pt x="13622" y="2898"/>
                  </a:cubicBezTo>
                  <a:lnTo>
                    <a:pt x="13622" y="6553"/>
                  </a:lnTo>
                  <a:cubicBezTo>
                    <a:pt x="13515" y="6509"/>
                    <a:pt x="13398" y="6486"/>
                    <a:pt x="13276" y="6486"/>
                  </a:cubicBezTo>
                  <a:lnTo>
                    <a:pt x="12931" y="6486"/>
                  </a:lnTo>
                  <a:lnTo>
                    <a:pt x="12931" y="2898"/>
                  </a:lnTo>
                  <a:cubicBezTo>
                    <a:pt x="12931" y="2016"/>
                    <a:pt x="12214" y="1297"/>
                    <a:pt x="11330" y="1297"/>
                  </a:cubicBezTo>
                  <a:lnTo>
                    <a:pt x="7113" y="1297"/>
                  </a:lnTo>
                  <a:cubicBezTo>
                    <a:pt x="6484" y="1297"/>
                    <a:pt x="5889" y="1527"/>
                    <a:pt x="5426" y="1944"/>
                  </a:cubicBezTo>
                  <a:lnTo>
                    <a:pt x="4842" y="1944"/>
                  </a:lnTo>
                  <a:cubicBezTo>
                    <a:pt x="3961" y="1944"/>
                    <a:pt x="3241" y="2664"/>
                    <a:pt x="3241" y="3547"/>
                  </a:cubicBezTo>
                  <a:lnTo>
                    <a:pt x="3241" y="6486"/>
                  </a:lnTo>
                  <a:lnTo>
                    <a:pt x="2895" y="6486"/>
                  </a:lnTo>
                  <a:cubicBezTo>
                    <a:pt x="2772" y="6486"/>
                    <a:pt x="2657" y="6510"/>
                    <a:pt x="2550" y="6553"/>
                  </a:cubicBezTo>
                  <a:lnTo>
                    <a:pt x="2550" y="2898"/>
                  </a:lnTo>
                  <a:cubicBezTo>
                    <a:pt x="2550" y="1634"/>
                    <a:pt x="3578" y="606"/>
                    <a:pt x="4842" y="606"/>
                  </a:cubicBezTo>
                  <a:close/>
                  <a:moveTo>
                    <a:pt x="11330" y="1904"/>
                  </a:moveTo>
                  <a:cubicBezTo>
                    <a:pt x="11877" y="1904"/>
                    <a:pt x="12324" y="2350"/>
                    <a:pt x="12324" y="2898"/>
                  </a:cubicBezTo>
                  <a:lnTo>
                    <a:pt x="12324" y="6486"/>
                  </a:lnTo>
                  <a:lnTo>
                    <a:pt x="12302" y="6486"/>
                  </a:lnTo>
                  <a:cubicBezTo>
                    <a:pt x="11933" y="6486"/>
                    <a:pt x="11633" y="6186"/>
                    <a:pt x="11633" y="5817"/>
                  </a:cubicBezTo>
                  <a:lnTo>
                    <a:pt x="11633" y="5169"/>
                  </a:lnTo>
                  <a:cubicBezTo>
                    <a:pt x="11633" y="4644"/>
                    <a:pt x="11206" y="4215"/>
                    <a:pt x="10680" y="4215"/>
                  </a:cubicBezTo>
                  <a:lnTo>
                    <a:pt x="6787" y="4215"/>
                  </a:lnTo>
                  <a:cubicBezTo>
                    <a:pt x="6618" y="4215"/>
                    <a:pt x="6483" y="4351"/>
                    <a:pt x="6483" y="4519"/>
                  </a:cubicBezTo>
                  <a:cubicBezTo>
                    <a:pt x="6483" y="4686"/>
                    <a:pt x="6618" y="4822"/>
                    <a:pt x="6787" y="4822"/>
                  </a:cubicBezTo>
                  <a:lnTo>
                    <a:pt x="10682" y="4822"/>
                  </a:lnTo>
                  <a:cubicBezTo>
                    <a:pt x="10873" y="4822"/>
                    <a:pt x="11027" y="4978"/>
                    <a:pt x="11027" y="5169"/>
                  </a:cubicBezTo>
                  <a:lnTo>
                    <a:pt x="11027" y="5817"/>
                  </a:lnTo>
                  <a:cubicBezTo>
                    <a:pt x="11027" y="6417"/>
                    <a:pt x="11441" y="6920"/>
                    <a:pt x="12001" y="7056"/>
                  </a:cubicBezTo>
                  <a:lnTo>
                    <a:pt x="12001" y="7460"/>
                  </a:lnTo>
                  <a:lnTo>
                    <a:pt x="11310" y="7460"/>
                  </a:lnTo>
                  <a:lnTo>
                    <a:pt x="11310" y="7438"/>
                  </a:lnTo>
                  <a:cubicBezTo>
                    <a:pt x="11310" y="7270"/>
                    <a:pt x="11174" y="7134"/>
                    <a:pt x="11007" y="7134"/>
                  </a:cubicBezTo>
                  <a:lnTo>
                    <a:pt x="8736" y="7134"/>
                  </a:lnTo>
                  <a:cubicBezTo>
                    <a:pt x="8568" y="7134"/>
                    <a:pt x="8432" y="7270"/>
                    <a:pt x="8432" y="7438"/>
                  </a:cubicBezTo>
                  <a:lnTo>
                    <a:pt x="8432" y="7524"/>
                  </a:lnTo>
                  <a:cubicBezTo>
                    <a:pt x="8325" y="7483"/>
                    <a:pt x="8209" y="7460"/>
                    <a:pt x="8088" y="7460"/>
                  </a:cubicBezTo>
                  <a:cubicBezTo>
                    <a:pt x="7967" y="7460"/>
                    <a:pt x="7849" y="7483"/>
                    <a:pt x="7741" y="7524"/>
                  </a:cubicBezTo>
                  <a:lnTo>
                    <a:pt x="7741" y="7438"/>
                  </a:lnTo>
                  <a:cubicBezTo>
                    <a:pt x="7741" y="7270"/>
                    <a:pt x="7605" y="7134"/>
                    <a:pt x="7438" y="7134"/>
                  </a:cubicBezTo>
                  <a:lnTo>
                    <a:pt x="5167" y="7134"/>
                  </a:lnTo>
                  <a:cubicBezTo>
                    <a:pt x="4999" y="7134"/>
                    <a:pt x="4863" y="7270"/>
                    <a:pt x="4863" y="7438"/>
                  </a:cubicBezTo>
                  <a:lnTo>
                    <a:pt x="4863" y="7460"/>
                  </a:lnTo>
                  <a:lnTo>
                    <a:pt x="4173" y="7460"/>
                  </a:lnTo>
                  <a:lnTo>
                    <a:pt x="4173" y="7056"/>
                  </a:lnTo>
                  <a:cubicBezTo>
                    <a:pt x="4730" y="6920"/>
                    <a:pt x="5146" y="6414"/>
                    <a:pt x="5146" y="5817"/>
                  </a:cubicBezTo>
                  <a:lnTo>
                    <a:pt x="5146" y="5169"/>
                  </a:lnTo>
                  <a:cubicBezTo>
                    <a:pt x="5146" y="4978"/>
                    <a:pt x="5302" y="4822"/>
                    <a:pt x="5492" y="4822"/>
                  </a:cubicBezTo>
                  <a:cubicBezTo>
                    <a:pt x="5660" y="4822"/>
                    <a:pt x="5796" y="4686"/>
                    <a:pt x="5796" y="4519"/>
                  </a:cubicBezTo>
                  <a:cubicBezTo>
                    <a:pt x="5796" y="4351"/>
                    <a:pt x="5660" y="4215"/>
                    <a:pt x="5492" y="4215"/>
                  </a:cubicBezTo>
                  <a:cubicBezTo>
                    <a:pt x="4967" y="4215"/>
                    <a:pt x="4539" y="4642"/>
                    <a:pt x="4539" y="5169"/>
                  </a:cubicBezTo>
                  <a:lnTo>
                    <a:pt x="4539" y="5817"/>
                  </a:lnTo>
                  <a:cubicBezTo>
                    <a:pt x="4539" y="6186"/>
                    <a:pt x="4239" y="6486"/>
                    <a:pt x="3869" y="6486"/>
                  </a:cubicBezTo>
                  <a:lnTo>
                    <a:pt x="3848" y="6486"/>
                  </a:lnTo>
                  <a:lnTo>
                    <a:pt x="3848" y="3547"/>
                  </a:lnTo>
                  <a:cubicBezTo>
                    <a:pt x="3848" y="2998"/>
                    <a:pt x="4295" y="2551"/>
                    <a:pt x="4842" y="2551"/>
                  </a:cubicBezTo>
                  <a:lnTo>
                    <a:pt x="5547" y="2551"/>
                  </a:lnTo>
                  <a:cubicBezTo>
                    <a:pt x="5627" y="2551"/>
                    <a:pt x="5704" y="2520"/>
                    <a:pt x="5762" y="2463"/>
                  </a:cubicBezTo>
                  <a:cubicBezTo>
                    <a:pt x="6121" y="2101"/>
                    <a:pt x="6603" y="1904"/>
                    <a:pt x="7113" y="1904"/>
                  </a:cubicBezTo>
                  <a:close/>
                  <a:moveTo>
                    <a:pt x="7134" y="7743"/>
                  </a:moveTo>
                  <a:lnTo>
                    <a:pt x="7134" y="8412"/>
                  </a:lnTo>
                  <a:cubicBezTo>
                    <a:pt x="7134" y="8604"/>
                    <a:pt x="6980" y="8757"/>
                    <a:pt x="6788" y="8757"/>
                  </a:cubicBezTo>
                  <a:lnTo>
                    <a:pt x="5814" y="8757"/>
                  </a:lnTo>
                  <a:cubicBezTo>
                    <a:pt x="5624" y="8757"/>
                    <a:pt x="5469" y="8602"/>
                    <a:pt x="5469" y="8412"/>
                  </a:cubicBezTo>
                  <a:lnTo>
                    <a:pt x="5469" y="7743"/>
                  </a:lnTo>
                  <a:lnTo>
                    <a:pt x="5997" y="7743"/>
                  </a:lnTo>
                  <a:lnTo>
                    <a:pt x="5997" y="8088"/>
                  </a:lnTo>
                  <a:cubicBezTo>
                    <a:pt x="5999" y="8255"/>
                    <a:pt x="6134" y="8391"/>
                    <a:pt x="6303" y="8391"/>
                  </a:cubicBezTo>
                  <a:cubicBezTo>
                    <a:pt x="6470" y="8391"/>
                    <a:pt x="6606" y="8255"/>
                    <a:pt x="6606" y="8088"/>
                  </a:cubicBezTo>
                  <a:lnTo>
                    <a:pt x="6606" y="7743"/>
                  </a:lnTo>
                  <a:close/>
                  <a:moveTo>
                    <a:pt x="10703" y="7743"/>
                  </a:moveTo>
                  <a:lnTo>
                    <a:pt x="10703" y="8412"/>
                  </a:lnTo>
                  <a:cubicBezTo>
                    <a:pt x="10703" y="8604"/>
                    <a:pt x="10547" y="8757"/>
                    <a:pt x="10357" y="8757"/>
                  </a:cubicBezTo>
                  <a:lnTo>
                    <a:pt x="9383" y="8757"/>
                  </a:lnTo>
                  <a:cubicBezTo>
                    <a:pt x="9193" y="8757"/>
                    <a:pt x="9038" y="8602"/>
                    <a:pt x="9038" y="8412"/>
                  </a:cubicBezTo>
                  <a:lnTo>
                    <a:pt x="9038" y="7743"/>
                  </a:lnTo>
                  <a:lnTo>
                    <a:pt x="9566" y="7743"/>
                  </a:lnTo>
                  <a:lnTo>
                    <a:pt x="9566" y="8088"/>
                  </a:lnTo>
                  <a:cubicBezTo>
                    <a:pt x="9568" y="8255"/>
                    <a:pt x="9703" y="8391"/>
                    <a:pt x="9872" y="8391"/>
                  </a:cubicBezTo>
                  <a:cubicBezTo>
                    <a:pt x="10039" y="8391"/>
                    <a:pt x="10175" y="8255"/>
                    <a:pt x="10175" y="8088"/>
                  </a:cubicBezTo>
                  <a:lnTo>
                    <a:pt x="10175" y="7743"/>
                  </a:lnTo>
                  <a:close/>
                  <a:moveTo>
                    <a:pt x="3566" y="7093"/>
                  </a:moveTo>
                  <a:lnTo>
                    <a:pt x="3566" y="9082"/>
                  </a:lnTo>
                  <a:lnTo>
                    <a:pt x="2897" y="9082"/>
                  </a:lnTo>
                  <a:cubicBezTo>
                    <a:pt x="2707" y="9082"/>
                    <a:pt x="2552" y="8927"/>
                    <a:pt x="2552" y="8738"/>
                  </a:cubicBezTo>
                  <a:lnTo>
                    <a:pt x="2552" y="7440"/>
                  </a:lnTo>
                  <a:cubicBezTo>
                    <a:pt x="2552" y="7249"/>
                    <a:pt x="2707" y="7093"/>
                    <a:pt x="2897" y="7093"/>
                  </a:cubicBezTo>
                  <a:close/>
                  <a:moveTo>
                    <a:pt x="13275" y="7093"/>
                  </a:moveTo>
                  <a:cubicBezTo>
                    <a:pt x="13466" y="7093"/>
                    <a:pt x="13622" y="7249"/>
                    <a:pt x="13622" y="7440"/>
                  </a:cubicBezTo>
                  <a:lnTo>
                    <a:pt x="13622" y="8738"/>
                  </a:lnTo>
                  <a:cubicBezTo>
                    <a:pt x="13622" y="8928"/>
                    <a:pt x="13466" y="9082"/>
                    <a:pt x="13275" y="9082"/>
                  </a:cubicBezTo>
                  <a:lnTo>
                    <a:pt x="12607" y="9082"/>
                  </a:lnTo>
                  <a:lnTo>
                    <a:pt x="12607" y="7093"/>
                  </a:lnTo>
                  <a:close/>
                  <a:moveTo>
                    <a:pt x="12003" y="8068"/>
                  </a:moveTo>
                  <a:lnTo>
                    <a:pt x="12003" y="8738"/>
                  </a:lnTo>
                  <a:cubicBezTo>
                    <a:pt x="12003" y="10896"/>
                    <a:pt x="10247" y="12650"/>
                    <a:pt x="8089" y="12650"/>
                  </a:cubicBezTo>
                  <a:cubicBezTo>
                    <a:pt x="5931" y="12650"/>
                    <a:pt x="4173" y="10895"/>
                    <a:pt x="4173" y="8738"/>
                  </a:cubicBezTo>
                  <a:lnTo>
                    <a:pt x="4173" y="8068"/>
                  </a:lnTo>
                  <a:lnTo>
                    <a:pt x="4863" y="8068"/>
                  </a:lnTo>
                  <a:lnTo>
                    <a:pt x="4863" y="8412"/>
                  </a:lnTo>
                  <a:cubicBezTo>
                    <a:pt x="4863" y="8938"/>
                    <a:pt x="5290" y="9364"/>
                    <a:pt x="5817" y="9364"/>
                  </a:cubicBezTo>
                  <a:lnTo>
                    <a:pt x="6790" y="9364"/>
                  </a:lnTo>
                  <a:cubicBezTo>
                    <a:pt x="7314" y="9364"/>
                    <a:pt x="7741" y="8938"/>
                    <a:pt x="7741" y="8412"/>
                  </a:cubicBezTo>
                  <a:cubicBezTo>
                    <a:pt x="7741" y="8221"/>
                    <a:pt x="7897" y="8068"/>
                    <a:pt x="8088" y="8068"/>
                  </a:cubicBezTo>
                  <a:cubicBezTo>
                    <a:pt x="8277" y="8068"/>
                    <a:pt x="8432" y="8223"/>
                    <a:pt x="8432" y="8412"/>
                  </a:cubicBezTo>
                  <a:cubicBezTo>
                    <a:pt x="8432" y="8938"/>
                    <a:pt x="8859" y="9364"/>
                    <a:pt x="9385" y="9364"/>
                  </a:cubicBezTo>
                  <a:lnTo>
                    <a:pt x="10359" y="9364"/>
                  </a:lnTo>
                  <a:cubicBezTo>
                    <a:pt x="10883" y="9364"/>
                    <a:pt x="11311" y="8938"/>
                    <a:pt x="11311" y="8412"/>
                  </a:cubicBezTo>
                  <a:lnTo>
                    <a:pt x="11311" y="8068"/>
                  </a:lnTo>
                  <a:close/>
                  <a:moveTo>
                    <a:pt x="10053" y="12808"/>
                  </a:moveTo>
                  <a:lnTo>
                    <a:pt x="10053" y="13848"/>
                  </a:lnTo>
                  <a:cubicBezTo>
                    <a:pt x="10053" y="14411"/>
                    <a:pt x="10430" y="14915"/>
                    <a:pt x="10969" y="15073"/>
                  </a:cubicBezTo>
                  <a:lnTo>
                    <a:pt x="11795" y="15316"/>
                  </a:lnTo>
                  <a:cubicBezTo>
                    <a:pt x="10819" y="16307"/>
                    <a:pt x="9492" y="16867"/>
                    <a:pt x="8087" y="16867"/>
                  </a:cubicBezTo>
                  <a:cubicBezTo>
                    <a:pt x="6681" y="16867"/>
                    <a:pt x="5353" y="16307"/>
                    <a:pt x="4376" y="15316"/>
                  </a:cubicBezTo>
                  <a:lnTo>
                    <a:pt x="5203" y="15073"/>
                  </a:lnTo>
                  <a:cubicBezTo>
                    <a:pt x="5742" y="14915"/>
                    <a:pt x="6119" y="14411"/>
                    <a:pt x="6119" y="13848"/>
                  </a:cubicBezTo>
                  <a:lnTo>
                    <a:pt x="6119" y="12808"/>
                  </a:lnTo>
                  <a:cubicBezTo>
                    <a:pt x="6713" y="13097"/>
                    <a:pt x="7381" y="13260"/>
                    <a:pt x="8087" y="13260"/>
                  </a:cubicBezTo>
                  <a:cubicBezTo>
                    <a:pt x="8791" y="13260"/>
                    <a:pt x="9459" y="13097"/>
                    <a:pt x="10053" y="12808"/>
                  </a:cubicBezTo>
                  <a:close/>
                  <a:moveTo>
                    <a:pt x="4846" y="1"/>
                  </a:moveTo>
                  <a:cubicBezTo>
                    <a:pt x="3248" y="1"/>
                    <a:pt x="1947" y="1302"/>
                    <a:pt x="1947" y="2900"/>
                  </a:cubicBezTo>
                  <a:lnTo>
                    <a:pt x="1947" y="8739"/>
                  </a:lnTo>
                  <a:cubicBezTo>
                    <a:pt x="1947" y="9264"/>
                    <a:pt x="2374" y="9691"/>
                    <a:pt x="2898" y="9691"/>
                  </a:cubicBezTo>
                  <a:lnTo>
                    <a:pt x="3669" y="9691"/>
                  </a:lnTo>
                  <a:cubicBezTo>
                    <a:pt x="3913" y="10830"/>
                    <a:pt x="4589" y="11810"/>
                    <a:pt x="5516" y="12453"/>
                  </a:cubicBezTo>
                  <a:lnTo>
                    <a:pt x="5516" y="13851"/>
                  </a:lnTo>
                  <a:cubicBezTo>
                    <a:pt x="5516" y="14145"/>
                    <a:pt x="5317" y="14409"/>
                    <a:pt x="5035" y="14494"/>
                  </a:cubicBezTo>
                  <a:lnTo>
                    <a:pt x="1617" y="15498"/>
                  </a:lnTo>
                  <a:cubicBezTo>
                    <a:pt x="667" y="15779"/>
                    <a:pt x="0" y="16666"/>
                    <a:pt x="0" y="17657"/>
                  </a:cubicBezTo>
                  <a:lnTo>
                    <a:pt x="0" y="20416"/>
                  </a:lnTo>
                  <a:cubicBezTo>
                    <a:pt x="0" y="20585"/>
                    <a:pt x="136" y="20720"/>
                    <a:pt x="305" y="20720"/>
                  </a:cubicBezTo>
                  <a:cubicBezTo>
                    <a:pt x="472" y="20720"/>
                    <a:pt x="607" y="20585"/>
                    <a:pt x="607" y="20416"/>
                  </a:cubicBezTo>
                  <a:lnTo>
                    <a:pt x="607" y="17657"/>
                  </a:lnTo>
                  <a:cubicBezTo>
                    <a:pt x="607" y="16933"/>
                    <a:pt x="1091" y="16283"/>
                    <a:pt x="1788" y="16080"/>
                  </a:cubicBezTo>
                  <a:lnTo>
                    <a:pt x="2383" y="15905"/>
                  </a:lnTo>
                  <a:cubicBezTo>
                    <a:pt x="3724" y="17703"/>
                    <a:pt x="5847" y="18774"/>
                    <a:pt x="8091" y="18774"/>
                  </a:cubicBezTo>
                  <a:cubicBezTo>
                    <a:pt x="8784" y="18774"/>
                    <a:pt x="9468" y="18674"/>
                    <a:pt x="10125" y="18479"/>
                  </a:cubicBezTo>
                  <a:cubicBezTo>
                    <a:pt x="10285" y="18431"/>
                    <a:pt x="10376" y="18261"/>
                    <a:pt x="10330" y="18101"/>
                  </a:cubicBezTo>
                  <a:cubicBezTo>
                    <a:pt x="10290" y="17969"/>
                    <a:pt x="10169" y="17884"/>
                    <a:pt x="10038" y="17884"/>
                  </a:cubicBezTo>
                  <a:cubicBezTo>
                    <a:pt x="10010" y="17884"/>
                    <a:pt x="9980" y="17888"/>
                    <a:pt x="9952" y="17897"/>
                  </a:cubicBezTo>
                  <a:cubicBezTo>
                    <a:pt x="9349" y="18075"/>
                    <a:pt x="8725" y="18167"/>
                    <a:pt x="8091" y="18167"/>
                  </a:cubicBezTo>
                  <a:cubicBezTo>
                    <a:pt x="6113" y="18167"/>
                    <a:pt x="4239" y="17258"/>
                    <a:pt x="3007" y="15722"/>
                  </a:cubicBezTo>
                  <a:lnTo>
                    <a:pt x="3729" y="15509"/>
                  </a:lnTo>
                  <a:cubicBezTo>
                    <a:pt x="4835" y="16761"/>
                    <a:pt x="6414" y="17476"/>
                    <a:pt x="8091" y="17476"/>
                  </a:cubicBezTo>
                  <a:cubicBezTo>
                    <a:pt x="9768" y="17476"/>
                    <a:pt x="11346" y="16760"/>
                    <a:pt x="12452" y="15509"/>
                  </a:cubicBezTo>
                  <a:lnTo>
                    <a:pt x="13175" y="15722"/>
                  </a:lnTo>
                  <a:cubicBezTo>
                    <a:pt x="12632" y="16400"/>
                    <a:pt x="11951" y="16969"/>
                    <a:pt x="11190" y="17383"/>
                  </a:cubicBezTo>
                  <a:cubicBezTo>
                    <a:pt x="11044" y="17464"/>
                    <a:pt x="10989" y="17647"/>
                    <a:pt x="11067" y="17794"/>
                  </a:cubicBezTo>
                  <a:cubicBezTo>
                    <a:pt x="11123" y="17895"/>
                    <a:pt x="11226" y="17953"/>
                    <a:pt x="11336" y="17953"/>
                  </a:cubicBezTo>
                  <a:cubicBezTo>
                    <a:pt x="11383" y="17953"/>
                    <a:pt x="11433" y="17940"/>
                    <a:pt x="11480" y="17915"/>
                  </a:cubicBezTo>
                  <a:cubicBezTo>
                    <a:pt x="12385" y="17424"/>
                    <a:pt x="13185" y="16731"/>
                    <a:pt x="13801" y="15903"/>
                  </a:cubicBezTo>
                  <a:lnTo>
                    <a:pt x="14395" y="16079"/>
                  </a:lnTo>
                  <a:cubicBezTo>
                    <a:pt x="15089" y="16282"/>
                    <a:pt x="15573" y="16931"/>
                    <a:pt x="15573" y="17654"/>
                  </a:cubicBezTo>
                  <a:lnTo>
                    <a:pt x="15573" y="20415"/>
                  </a:lnTo>
                  <a:cubicBezTo>
                    <a:pt x="15573" y="20582"/>
                    <a:pt x="15709" y="20717"/>
                    <a:pt x="15877" y="20717"/>
                  </a:cubicBezTo>
                  <a:cubicBezTo>
                    <a:pt x="16044" y="20717"/>
                    <a:pt x="16180" y="20582"/>
                    <a:pt x="16180" y="20415"/>
                  </a:cubicBezTo>
                  <a:lnTo>
                    <a:pt x="16180" y="17654"/>
                  </a:lnTo>
                  <a:cubicBezTo>
                    <a:pt x="16174" y="16661"/>
                    <a:pt x="15510" y="15775"/>
                    <a:pt x="14560" y="15496"/>
                  </a:cubicBezTo>
                  <a:lnTo>
                    <a:pt x="11143" y="14491"/>
                  </a:lnTo>
                  <a:cubicBezTo>
                    <a:pt x="10859" y="14408"/>
                    <a:pt x="10662" y="14144"/>
                    <a:pt x="10662" y="13848"/>
                  </a:cubicBezTo>
                  <a:lnTo>
                    <a:pt x="10662" y="12453"/>
                  </a:lnTo>
                  <a:cubicBezTo>
                    <a:pt x="11588" y="11809"/>
                    <a:pt x="12261" y="10830"/>
                    <a:pt x="12508" y="9691"/>
                  </a:cubicBezTo>
                  <a:lnTo>
                    <a:pt x="13279" y="9691"/>
                  </a:lnTo>
                  <a:cubicBezTo>
                    <a:pt x="13803" y="9691"/>
                    <a:pt x="14232" y="9264"/>
                    <a:pt x="14232" y="8739"/>
                  </a:cubicBezTo>
                  <a:lnTo>
                    <a:pt x="14232" y="2900"/>
                  </a:lnTo>
                  <a:cubicBezTo>
                    <a:pt x="14232" y="1302"/>
                    <a:pt x="12931" y="1"/>
                    <a:pt x="113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20" name="Google Shape;3061;p55"/>
            <p:cNvSpPr/>
            <p:nvPr/>
          </p:nvSpPr>
          <p:spPr>
            <a:xfrm>
              <a:off x="105768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5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5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21" name="Google Shape;3062;p55"/>
            <p:cNvSpPr/>
            <p:nvPr/>
          </p:nvSpPr>
          <p:spPr>
            <a:xfrm>
              <a:off x="1176120" y="375480"/>
              <a:ext cx="52200" cy="19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581" h="608">
                  <a:moveTo>
                    <a:pt x="303" y="0"/>
                  </a:moveTo>
                  <a:cubicBezTo>
                    <a:pt x="136" y="0"/>
                    <a:pt x="1" y="136"/>
                    <a:pt x="1" y="304"/>
                  </a:cubicBezTo>
                  <a:cubicBezTo>
                    <a:pt x="1" y="471"/>
                    <a:pt x="136" y="607"/>
                    <a:pt x="303" y="607"/>
                  </a:cubicBezTo>
                  <a:lnTo>
                    <a:pt x="1277" y="607"/>
                  </a:lnTo>
                  <a:cubicBezTo>
                    <a:pt x="1444" y="607"/>
                    <a:pt x="1580" y="471"/>
                    <a:pt x="1580" y="304"/>
                  </a:cubicBezTo>
                  <a:cubicBezTo>
                    <a:pt x="1580" y="136"/>
                    <a:pt x="1444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22" name="Google Shape;3063;p55"/>
            <p:cNvSpPr/>
            <p:nvPr/>
          </p:nvSpPr>
          <p:spPr>
            <a:xfrm>
              <a:off x="1099800" y="504360"/>
              <a:ext cx="86400" cy="3060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2619" h="933">
                  <a:moveTo>
                    <a:pt x="2284" y="1"/>
                  </a:moveTo>
                  <a:cubicBezTo>
                    <a:pt x="2207" y="1"/>
                    <a:pt x="2129" y="30"/>
                    <a:pt x="2070" y="90"/>
                  </a:cubicBezTo>
                  <a:cubicBezTo>
                    <a:pt x="1960" y="198"/>
                    <a:pt x="1693" y="327"/>
                    <a:pt x="1311" y="327"/>
                  </a:cubicBezTo>
                  <a:cubicBezTo>
                    <a:pt x="926" y="327"/>
                    <a:pt x="661" y="200"/>
                    <a:pt x="549" y="90"/>
                  </a:cubicBezTo>
                  <a:cubicBezTo>
                    <a:pt x="490" y="31"/>
                    <a:pt x="412" y="2"/>
                    <a:pt x="335" y="2"/>
                  </a:cubicBezTo>
                  <a:cubicBezTo>
                    <a:pt x="256" y="2"/>
                    <a:pt x="178" y="32"/>
                    <a:pt x="119" y="91"/>
                  </a:cubicBezTo>
                  <a:cubicBezTo>
                    <a:pt x="1" y="211"/>
                    <a:pt x="4" y="401"/>
                    <a:pt x="122" y="520"/>
                  </a:cubicBezTo>
                  <a:cubicBezTo>
                    <a:pt x="384" y="777"/>
                    <a:pt x="828" y="932"/>
                    <a:pt x="1308" y="932"/>
                  </a:cubicBezTo>
                  <a:cubicBezTo>
                    <a:pt x="1788" y="932"/>
                    <a:pt x="2235" y="778"/>
                    <a:pt x="2497" y="520"/>
                  </a:cubicBezTo>
                  <a:cubicBezTo>
                    <a:pt x="2617" y="401"/>
                    <a:pt x="2619" y="211"/>
                    <a:pt x="2499" y="91"/>
                  </a:cubicBezTo>
                  <a:cubicBezTo>
                    <a:pt x="2440" y="31"/>
                    <a:pt x="2362" y="1"/>
                    <a:pt x="22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eutral Career Day Theme for All Kinds of Jobs by Slidesgo">
  <a:themeElements>
    <a:clrScheme name="Simple Light">
      <a:dk1>
        <a:srgbClr val="1A2C57"/>
      </a:dk1>
      <a:lt1>
        <a:srgbClr val="436AC7"/>
      </a:lt1>
      <a:dk2>
        <a:srgbClr val="B0C1E8"/>
      </a:dk2>
      <a:lt2>
        <a:srgbClr val="CA7D02"/>
      </a:lt2>
      <a:accent1>
        <a:srgbClr val="FDB84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A2C5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utral Career Day Theme for All Kinds of Jobs by Slidesgo">
  <a:themeElements>
    <a:clrScheme name="Simple Light">
      <a:dk1>
        <a:srgbClr val="1A2C57"/>
      </a:dk1>
      <a:lt1>
        <a:srgbClr val="436AC7"/>
      </a:lt1>
      <a:dk2>
        <a:srgbClr val="B0C1E8"/>
      </a:dk2>
      <a:lt2>
        <a:srgbClr val="CA7D02"/>
      </a:lt2>
      <a:accent1>
        <a:srgbClr val="FDB84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A2C5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eutral Career Day Theme for All Kinds of Jobs by Slidesgo">
  <a:themeElements>
    <a:clrScheme name="Simple Light">
      <a:dk1>
        <a:srgbClr val="1A2C57"/>
      </a:dk1>
      <a:lt1>
        <a:srgbClr val="436AC7"/>
      </a:lt1>
      <a:dk2>
        <a:srgbClr val="B0C1E8"/>
      </a:dk2>
      <a:lt2>
        <a:srgbClr val="CA7D02"/>
      </a:lt2>
      <a:accent1>
        <a:srgbClr val="FDB84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A2C5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576</Words>
  <Application>Microsoft Office PowerPoint</Application>
  <PresentationFormat>On-screen Show (16:9)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Kanit ExtraBold</vt:lpstr>
      <vt:lpstr>Montserrat Medium</vt:lpstr>
      <vt:lpstr>Symbol</vt:lpstr>
      <vt:lpstr>Wingdings</vt:lpstr>
      <vt:lpstr>Neutral Career Day Theme for All Kinds of Jobs by Slidesgo</vt:lpstr>
      <vt:lpstr>Neutral Career Day Theme for All Kinds of Jobs by Slidesgo</vt:lpstr>
      <vt:lpstr>Neutral Career Day Theme for All Kinds of Jobs by Slidesgo</vt:lpstr>
      <vt:lpstr>CAREER MATCH</vt:lpstr>
      <vt:lpstr>Cilj</vt:lpstr>
      <vt:lpstr>PowerPoint Presentation</vt:lpstr>
      <vt:lpstr>Ciljne grupe</vt:lpstr>
      <vt:lpstr>TEHNOLOGIJE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Značaj</vt:lpstr>
      <vt:lpstr>Sledeći koraci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Milica Grbusic</dc:creator>
  <dc:description/>
  <cp:lastModifiedBy>Milica Grbusic</cp:lastModifiedBy>
  <cp:revision>20</cp:revision>
  <dcterms:modified xsi:type="dcterms:W3CDTF">2026-01-27T08:25:56Z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On-screen Show (16:9)</vt:lpwstr>
  </property>
  <property fmtid="{D5CDD505-2E9C-101B-9397-08002B2CF9AE}" pid="4" name="Slides">
    <vt:i4>33</vt:i4>
  </property>
</Properties>
</file>